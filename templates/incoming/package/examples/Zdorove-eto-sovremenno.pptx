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  <p:embeddedFont>
      <p:font typeface="Unbounded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7845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«Здоровье - это современно»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7703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Представляем новый формат уроков здоровья для подростков. Мы меняем устаревшие методы на интерактив, доверие и активное участие.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27512"/>
            <a:ext cx="226814" cy="226814"/>
          </a:xfrm>
          <a:prstGeom prst="ellipse">
            <a:avLst/>
          </a:prstGeom>
          <a:noFill/>
          <a:ln w="4763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81" y="3432274"/>
            <a:ext cx="217289" cy="2172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75" y="3416945"/>
            <a:ext cx="2382887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Руслан Тлеуленов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6891"/>
            <a:ext cx="4722763" cy="1605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Проблема: Устаревшее представление о здоровье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925119" y="2267322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30526" y="2311450"/>
            <a:ext cx="431735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Искаженное представление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330526" y="2581945"/>
            <a:ext cx="431735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Многие подростки имеют неверное понимание системы здравоохранения и ЗОЖ.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25119" y="3206651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30526" y="3250778"/>
            <a:ext cx="431735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Скучные форматы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30526" y="3521273"/>
            <a:ext cx="431735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Традиционные лекции вызывают скуку, ассоциируясь с запретами.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3950047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30526" y="3994175"/>
            <a:ext cx="431735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Низкая мотивация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330526" y="4264670"/>
            <a:ext cx="431735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Результат: игнорирование рисков и отсутствие интереса к волонтёрству.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70992"/>
            <a:ext cx="4722763" cy="1287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Наша идея: Увлекательный интерактивный урок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157933"/>
            <a:ext cx="343272" cy="3432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2667446"/>
            <a:ext cx="1463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Современные технологии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925119" y="3176290"/>
            <a:ext cx="146342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Используем интерактивные платформы и видеоконтент.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4787" y="2157933"/>
            <a:ext cx="343272" cy="343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54787" y="2667446"/>
            <a:ext cx="1463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Здоровые привычки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554787" y="3176290"/>
            <a:ext cx="146342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Фокусируемся на медицинской грамотности и ЗОЖ.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4454" y="2157933"/>
            <a:ext cx="343272" cy="3432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84454" y="2667446"/>
            <a:ext cx="1463427" cy="643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Мотивация к волонтерству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184454" y="3390826"/>
            <a:ext cx="146342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Вдохновляем подростков на участие в медицинском волонтёрстве.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84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Как работает наша идея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64990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96530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Эмоциональное вовлечение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24498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Истории сверстников создают доверие.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298" y="2064990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596530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Интерактив и практика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24498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Активное участие через квесты и квизы.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064990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596530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Личная рефлексия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24498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Осмысление значимости здоровья.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2807" y="2064990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596530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Мотивация к ЗОЖ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24498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Формирование устойчивых здоровых привычек.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426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Польза для подростков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72841"/>
            <a:ext cx="2290465" cy="1501453"/>
          </a:xfrm>
          <a:prstGeom prst="roundRect">
            <a:avLst>
              <a:gd name="adj" fmla="val 396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919362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Понимание ценности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447330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Подростки осознают важность здоровья для их будущего.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72841"/>
            <a:ext cx="2290539" cy="1501453"/>
          </a:xfrm>
          <a:prstGeom prst="roundRect">
            <a:avLst>
              <a:gd name="adj" fmla="val 396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919362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Развитие навыков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447330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Приобретают практические знания по первой помощи.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16052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62573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Личная мотивация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69085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Формируется внутренняя потребность вести здоровый образ жизни.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612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81287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Этапы урока: Вовлечение и квест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3703439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5" name="Shape 2"/>
          <p:cNvSpPr/>
          <p:nvPr/>
        </p:nvSpPr>
        <p:spPr>
          <a:xfrm>
            <a:off x="3180234" y="3304729"/>
            <a:ext cx="14288" cy="398711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6" name="Shape 3"/>
          <p:cNvSpPr/>
          <p:nvPr/>
        </p:nvSpPr>
        <p:spPr>
          <a:xfrm>
            <a:off x="3037880" y="355394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7700" y="3603724"/>
            <a:ext cx="199355" cy="1993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022" y="2683446"/>
            <a:ext cx="511678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Шаг 1: Видеоистории (10-15 мин)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29022" y="2965847"/>
            <a:ext cx="511678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Вовлечение через истории волонтеров и медиков.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949404" y="3703439"/>
            <a:ext cx="14288" cy="398711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11" name="Shape 7"/>
          <p:cNvSpPr/>
          <p:nvPr/>
        </p:nvSpPr>
        <p:spPr>
          <a:xfrm>
            <a:off x="5807050" y="355394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6870" y="3603724"/>
            <a:ext cx="199355" cy="1993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98193" y="4235053"/>
            <a:ext cx="511678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Шаг 2: Интерактивный квест (20 мин)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98193" y="4517454"/>
            <a:ext cx="511678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Активное участие и усвоение навыков ЗОЖ и первой помощи.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430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Этапы урока: Обсуждение и волонтерство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2284661"/>
            <a:ext cx="708794" cy="8505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75671" y="2426419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Шаг 3: Обсуждение (30 мин)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775671" y="2732931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Личная рефлексия и понимание значимости ЗОЖ.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3135213"/>
            <a:ext cx="708794" cy="12651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75671" y="3276972"/>
            <a:ext cx="38722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Шаг 4: Волонтерские истории (15 мин)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775671" y="3804940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Подростки видят примеры сверстников, мотивация к волонтерству.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89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Этап урока: Итоговый квиз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456" y="2234059"/>
            <a:ext cx="4891013" cy="489101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3900" y="3642866"/>
            <a:ext cx="239167" cy="23916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456" y="2234059"/>
            <a:ext cx="4891013" cy="4891013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2342" y="2725787"/>
            <a:ext cx="239167" cy="239167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456" y="2234059"/>
            <a:ext cx="4891013" cy="4891013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0710" y="3642866"/>
            <a:ext cx="239167" cy="239167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496119" y="1702519"/>
            <a:ext cx="257547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Шаг 5: Итоговый квиз (20 мин)</a:t>
            </a:r>
            <a:endParaRPr lang="en-US" sz="1350" dirty="0"/>
          </a:p>
        </p:txBody>
      </p:sp>
      <p:sp>
        <p:nvSpPr>
          <p:cNvPr id="10" name="Text 2"/>
          <p:cNvSpPr/>
          <p:nvPr/>
        </p:nvSpPr>
        <p:spPr>
          <a:xfrm>
            <a:off x="496119" y="2230487"/>
            <a:ext cx="257547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Закрепление знаний с помощью современных технологий.</a:t>
            </a:r>
            <a:endParaRPr lang="en-US" sz="1100" dirty="0"/>
          </a:p>
        </p:txBody>
      </p:sp>
      <p:sp>
        <p:nvSpPr>
          <p:cNvPr id="11" name="Text 3"/>
          <p:cNvSpPr/>
          <p:nvPr/>
        </p:nvSpPr>
        <p:spPr>
          <a:xfrm>
            <a:off x="3284190" y="1190402"/>
            <a:ext cx="25755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Обратная связь</a:t>
            </a:r>
            <a:endParaRPr lang="en-US" sz="1350" dirty="0"/>
          </a:p>
        </p:txBody>
      </p:sp>
      <p:sp>
        <p:nvSpPr>
          <p:cNvPr id="12" name="Text 4"/>
          <p:cNvSpPr/>
          <p:nvPr/>
        </p:nvSpPr>
        <p:spPr>
          <a:xfrm>
            <a:off x="3284190" y="1496913"/>
            <a:ext cx="25755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Формирование позитивного опыта и дальнейшее развитие.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6072336" y="1923976"/>
            <a:ext cx="25755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Позитивный опыт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072336" y="2230487"/>
            <a:ext cx="25755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Урок завершается с чувством достижения и вдохновения.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481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Бюджет программы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131243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₽80K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3925119" y="1776189"/>
            <a:ext cx="2272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Видеоконтент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25119" y="2082701"/>
            <a:ext cx="22727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Производство видеоматериалов.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75053" y="1131243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₽50K</a:t>
            </a:r>
            <a:endParaRPr lang="en-US" sz="3650" dirty="0"/>
          </a:p>
        </p:txBody>
      </p:sp>
      <p:sp>
        <p:nvSpPr>
          <p:cNvPr id="8" name="Text 5"/>
          <p:cNvSpPr/>
          <p:nvPr/>
        </p:nvSpPr>
        <p:spPr>
          <a:xfrm>
            <a:off x="6375053" y="1776189"/>
            <a:ext cx="22728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Интерактивные материалы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5053" y="2304157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приложений и платформ.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25119" y="3112145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₽30K</a:t>
            </a:r>
            <a:endParaRPr lang="en-US" sz="3650" dirty="0"/>
          </a:p>
        </p:txBody>
      </p:sp>
      <p:sp>
        <p:nvSpPr>
          <p:cNvPr id="11" name="Text 8"/>
          <p:cNvSpPr/>
          <p:nvPr/>
        </p:nvSpPr>
        <p:spPr>
          <a:xfrm>
            <a:off x="3925119" y="3757092"/>
            <a:ext cx="227275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Обучение волонтеров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925119" y="4285059"/>
            <a:ext cx="22727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Тренинги и методические пособия.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75053" y="3112145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₽20K</a:t>
            </a:r>
            <a:endParaRPr lang="en-US" sz="3650" dirty="0"/>
          </a:p>
        </p:txBody>
      </p:sp>
      <p:sp>
        <p:nvSpPr>
          <p:cNvPr id="14" name="Text 11"/>
          <p:cNvSpPr/>
          <p:nvPr/>
        </p:nvSpPr>
        <p:spPr>
          <a:xfrm>
            <a:off x="6375053" y="3757092"/>
            <a:ext cx="227282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Аренда помещений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75053" y="4285059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Организация и проведение уроков.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324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Итоги и следующие шаги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97148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70620"/>
            <a:ext cx="393538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Мы создаем уроки, которые вовлекают подростков через доверие, интерактив и современные технологии. Это формирует устойчивую мотивацию к ЗОЖ и волонтерству.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76797"/>
            <a:ext cx="3935388" cy="26925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7256" y="997148"/>
            <a:ext cx="393538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Следующие шаги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7256" y="1270620"/>
            <a:ext cx="3935388" cy="566440"/>
          </a:xfrm>
          <a:prstGeom prst="rect">
            <a:avLst/>
          </a:prstGeom>
          <a:noFill/>
          <a:ln/>
        </p:spPr>
        <p:txBody>
          <a:bodyPr wrap="square" lIns="0" tIns="46074" rIns="0" bIns="0" rtlCol="0" anchor="t">
            <a:normAutofit/>
          </a:bodyPr>
          <a:lstStyle/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Привлечение партнеров и спонсоров.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пилотных уроков в школах.</a:t>
            </a:r>
            <a:endParaRPr lang="en-US" sz="900" dirty="0"/>
          </a:p>
          <a:p>
            <a:pPr algn="l" marL="182880" indent="-182880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Сбор обратной связи и масштабирование программы.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56" y="1942281"/>
            <a:ext cx="3935388" cy="26925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2026-08-13T03:58:46Z</dcterms:created>
  <dcterms:modified xsi:type="dcterms:W3CDTF">2026-08-13T03:58:46Z</dcterms:modified>
</cp:coreProperties>
</file>