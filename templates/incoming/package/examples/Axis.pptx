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yne"/>
      <p:regular r:id="rId201314"/>
    </p:embeddedFont>
    <p:embeddedFont>
      <p:font typeface="Syne Bold"/>
      <p:regular r:id="rId201315"/>
    </p:embeddedFont>
    <p:embeddedFont>
      <p:font typeface="Syne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35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Axis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10012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Добрый день! Я Руслан Тлеуленов, представляю Axis — игру, где формулы работают как оружие. В мрачном мире герой-подросток выживает только если применяет законы физики. Мы совместили школьную программу и драматический геймплей, чтобы вернуть подросткам интерес к науке.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981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945382"/>
            <a:ext cx="5284556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Две трети старшеклассников называют физику скучной. Учителю сложно показывать опыты, оборудование дорого, а тесты не вовлекают. В результате мотивация падает, а инженерные вузы недобирают абитуриентов.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2521545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7661" y="2563713"/>
            <a:ext cx="49283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Низкая вовлеченность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7661" y="2835473"/>
            <a:ext cx="492837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Ученики воспринимают физику как набор формул, оторванных от реальной жизни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1475" y="3319363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7661" y="3361531"/>
            <a:ext cx="49283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Недостаток ресурсов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7661" y="3633291"/>
            <a:ext cx="492837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Школы ограничены в демонстрационном оборудовании и интерактивных материалах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014" y="1963341"/>
            <a:ext cx="3434867" cy="3434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31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 проекте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49884"/>
            <a:ext cx="5284556" cy="882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Axis — это атмосферная образовательная 3D-игра, в которой игрок, управляя героем Гелионом, проходит уровни, основанные на законах физики.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Каждая локация — это тематический модуль: механика, термодинамика, электричество, оптика и ядерная физика. Игра сочетает сюжет, стилистику приключения и практико-ориентированные задачи.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014" y="1467842"/>
            <a:ext cx="3434867" cy="23501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2014" y="3907830"/>
            <a:ext cx="52845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Проект создаётся на Unreal Engine 5 и ориентирован на школьников 7–11 классов, педагогов и EdTech-среду.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4423668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Сферы применения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50606"/>
            <a:ext cx="307074" cy="3070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5257502"/>
            <a:ext cx="355630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На уроках физики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61475" y="5497314"/>
            <a:ext cx="355630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Интерактивное дополнение к школьной программе, позволяющее визуализировать абстрактные концепции и проводить виртуальные эксперименты.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7594" y="4850606"/>
            <a:ext cx="307074" cy="3070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7594" y="5257502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Для самостоятельного изучения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317594" y="5497314"/>
            <a:ext cx="3556407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Платформа для углубленного освоения материала, подготовки к экзаменам и развития логического мышления через решение игровых задач.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3813" y="4850606"/>
            <a:ext cx="307074" cy="3070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73813" y="5257502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В EdTech-интеграции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973813" y="5497314"/>
            <a:ext cx="3556407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Инструмент для образовательных платформ и онлайн-курсов, повышающий вовлеченность и эффективность дистанционного обучения.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9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Сферы применения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9961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0833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Внеурочная и проектная деятельность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17019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Идеальное решение для кружков, научных клубов и дополнительных занятий, где можно углубить понимание физических явлений в игровой форме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3915" y="169961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40833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Домашнее использование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817019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Школьники и родители могут совместно осваивать физику в увлекательном формате, закрепляя материал школьной программы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Уроки физики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Вспомогательный инструмент для педагогов, позволяющий наглядно демонстрировать сложные физические концепции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Образовательные интенсивы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Эффективное средство подготовки к олимпиадам и конкурсам по физике с геймифицированной подачей материала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440"/>
            <a:ext cx="6296860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Технологичность стартапа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66738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4428" y="1427460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Передовой движок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4428" y="1802705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Используется Unreal Engine 5, поддерживающий современные визуальные технологии (Nanite, Lumen)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680593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4428" y="2741315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Интерактивные задачники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4428" y="3116560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Встроены системы оценки и подсказок для максимальной образовательной эффективности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3994448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4428" y="4055170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Уникальная механика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4428" y="4430415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Реализована «остановка времени» для выполнения физических расчётов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08302"/>
            <a:ext cx="397659" cy="397669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4428" y="5369024"/>
            <a:ext cx="573390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Интеграционные возможности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24428" y="5744270"/>
            <a:ext cx="573390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Совместимость с платформами дистанционного обучения для использования в образовательной среде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177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Преимущества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5300"/>
            <a:ext cx="614248" cy="737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5493" y="1888133"/>
            <a:ext cx="45905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Высокая производительность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5493" y="2159893"/>
            <a:ext cx="45905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Поддержка Nanite и Lumen обеспечивает работу даже на слабых ПК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02396"/>
            <a:ext cx="614248" cy="737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5493" y="2625229"/>
            <a:ext cx="45905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Масштабируемость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55493" y="2896989"/>
            <a:ext cx="45905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Возможность расширения без смены архитектуры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39492"/>
            <a:ext cx="614248" cy="7370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55493" y="3362325"/>
            <a:ext cx="45905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Интерактивность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355493" y="3634085"/>
            <a:ext cx="45905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Совмещение UE5 с образовательными задачниками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14" y="1765300"/>
            <a:ext cx="3434867" cy="34349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2014" y="5290046"/>
            <a:ext cx="52845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Визуальная вовлечённость и интуитивно понятный интерфейс помогают удерживать внимание учащихся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38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Имеющийся задел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682552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1083" y="170735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51692" y="1727994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Концепция и сюжет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692" y="1990229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Разработаны игровой сюжет и основные механики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53691" y="1682552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03299" y="170735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43908" y="1727994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Дизайн и стилистика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43908" y="1990229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Созданы персонажи, стилистика уровней и карта первой локации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235545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083" y="238025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51692" y="2400895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Образовательный контент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692" y="2663130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Подготовлены физические задачи и лабораторные модули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53691" y="235545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3299" y="238025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43908" y="2400895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Поддержка образования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3908" y="2663130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Получены письма поддержки от школ и департамента образования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475" y="2982020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Технологичность стартапа</a:t>
            </a:r>
            <a:endParaRPr lang="en-US" sz="2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451622"/>
            <a:ext cx="330688" cy="3306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1475" y="3898007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Передовой движок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1475" y="4160242"/>
            <a:ext cx="537653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Используется Unreal Engine 5, поддерживающий современные визуальные технологии (Nanite, Lumen)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691" y="3451622"/>
            <a:ext cx="330688" cy="3306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153691" y="3898007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Интерактивные задачники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153691" y="4160242"/>
            <a:ext cx="537653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Встроены системы оценки и подсказок для максимальной образовательной эффективности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05449"/>
            <a:ext cx="330688" cy="3306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1475" y="5151834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Уникальная механика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61475" y="5414070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Реализована «остановка времени» для выполнения физических расчётов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691" y="4705449"/>
            <a:ext cx="330688" cy="3306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153691" y="5151834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Интеграционные возможности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153691" y="5414070"/>
            <a:ext cx="537653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Совместимость с платформами дистанционного обучения для использования в образовательной среде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32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Аналоги и конкуренты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82948"/>
            <a:ext cx="3330392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Minecraft Education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414488"/>
            <a:ext cx="333039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Нет структурированного физического контента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36356" y="1682948"/>
            <a:ext cx="3330392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Kerbal Space Program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436356" y="2414488"/>
            <a:ext cx="333039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Сложен, не привязан к школьной программе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11238" y="1682948"/>
            <a:ext cx="333039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PhET Simulations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11238" y="2133997"/>
            <a:ext cx="333039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Без сюжета, нет мотивации прохождения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3320058"/>
            <a:ext cx="10868745" cy="2842518"/>
          </a:xfrm>
          <a:prstGeom prst="roundRect">
            <a:avLst>
              <a:gd name="adj" fmla="val 265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825" y="3326408"/>
            <a:ext cx="10858129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7803" y="3435052"/>
            <a:ext cx="20570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Критерии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60583" y="343505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Axis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70189" y="343505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Minecraft 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9794" y="343505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Kerbal Space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89400" y="343505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PhET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99005" y="3435052"/>
            <a:ext cx="20570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MEL Science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825" y="3823791"/>
            <a:ext cx="10858129" cy="777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7803" y="3932436"/>
            <a:ext cx="144746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Целевая аудитория (7-11)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60583" y="3932436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70189" y="3932436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9794" y="3932436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89400" y="3932436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99005" y="3932436"/>
            <a:ext cx="20570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825" y="4601270"/>
            <a:ext cx="10858129" cy="777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7803" y="4709914"/>
            <a:ext cx="144746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Сюжет + геймификация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60583" y="4709914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70189" y="4709914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9794" y="4709914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частично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89400" y="4709914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99005" y="4709914"/>
            <a:ext cx="20570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825" y="5378748"/>
            <a:ext cx="10858129" cy="777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7803" y="5487392"/>
            <a:ext cx="144746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Лабы + тесты внутри игры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60583" y="548739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70189" y="548739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79794" y="548739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89400" y="5487392"/>
            <a:ext cx="20538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99005" y="5487392"/>
            <a:ext cx="20570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215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Область применения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50677"/>
            <a:ext cx="32621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На уроках физики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835150"/>
            <a:ext cx="32621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Интерактивное сопровождение тем школьной программы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501106"/>
            <a:ext cx="3262132" cy="1527473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Наглядная демонстрация явлений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Замена дорогостоящих опытов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Визуализация абстрактных концепций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1980109"/>
            <a:ext cx="3804051" cy="380414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500" y="2805857"/>
            <a:ext cx="269471" cy="2694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67989" y="1732161"/>
            <a:ext cx="32622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Домашнее обучение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267989" y="2116634"/>
            <a:ext cx="32622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Вспомогательный цифровой ресурс для учеников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67989" y="2782590"/>
            <a:ext cx="3262231" cy="964505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Закрепление материала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Подготовка к контрольным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Развитие интереса к предмету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1980109"/>
            <a:ext cx="3804051" cy="380414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2426" y="2805857"/>
            <a:ext cx="269471" cy="2694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7989" y="4298752"/>
            <a:ext cx="32622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Внеурочная деятельность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267989" y="4683224"/>
            <a:ext cx="32622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Кружки, факультативы, научные клубы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8267989" y="5349180"/>
            <a:ext cx="3262231" cy="964505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Углубленное изучение физики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Проектная работа учащихся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Подготовка к олимпиадам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772" y="1980109"/>
            <a:ext cx="3804051" cy="380414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2426" y="4688830"/>
            <a:ext cx="269471" cy="26947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61475" y="4298752"/>
            <a:ext cx="32621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EdTech-мероприятия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661475" y="4683224"/>
            <a:ext cx="32621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Выставки, форумы, конференции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61475" y="5067697"/>
            <a:ext cx="3262132" cy="1245989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Демонстрация инновационных подходов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Привлечение внимания к науке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Популяризация физики</a:t>
            </a:r>
            <a:endParaRPr lang="en-US" sz="14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1980109"/>
            <a:ext cx="3804051" cy="3804146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19500" y="4688830"/>
            <a:ext cx="269471" cy="269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177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Рынок и сегмент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747341"/>
            <a:ext cx="5284556" cy="1116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Российский рынок EdTech и цифрового образования, ориентированный на геймифицированные инструменты и учебные симуляторы.</a:t>
            </a: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Рост интереса к визуальному и интерактивному обучению поддерживается на уровне ФГОС, ВПР, и цифровой трансформации школ.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Сегмент: образовательные продукты для средней и старшей школы, цифровые инструменты для педагогов и родителей.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014" y="1765300"/>
            <a:ext cx="3434867" cy="34349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2014" y="5290046"/>
            <a:ext cx="52845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Тенденция роста рынка образовательных игр и цифровых инструментов для изучения физики в школах России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2026-08-13T03:55:22Z</dcterms:created>
  <dcterms:modified xsi:type="dcterms:W3CDTF">2026-08-13T03:55:22Z</dcterms:modified>
</cp:coreProperties>
</file>