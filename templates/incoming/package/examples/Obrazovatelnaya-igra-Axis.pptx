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Syne"/>
      <p:regular r:id="rId201314"/>
    </p:embeddedFont>
    <p:embeddedFont>
      <p:font typeface="Syne Bold"/>
      <p:regular r:id="rId201315"/>
    </p:embeddedFont>
    <p:embeddedFont>
      <p:font typeface="Syne Extra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Образовательная игра Axis: Революция в изучении физики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Интерактивная 3D-игра для изучения физики, созданная на Unreal Engine 5 специально для российских школьников 7-11 классов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569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Три критические проблемы современного образования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185021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339943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Низкая вовлеченность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3808115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Современные подростки воспринимают физику как набор формул, оторванных от реальной жизни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185021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1766" y="339943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Недостаток ресурсов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61766" y="3808115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Полный комплект демонстрационной лаборатории стоит 50-60 тыс. рублей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185021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650" y="3399433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Потеря инженерного контингента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47650" y="4103390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Количество абитуриентов на технические специальности критически упало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Axis — инновационное решение проблем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Геймификация обучения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128018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Атмосферная 3D-игра с героем Гелионом, где каждый уровень основан на законах физики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128865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Модульная структура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1483519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Пять тематических локаций: механика, термодинамика, электричество, оптика, ядерная физика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939006"/>
            <a:ext cx="5319083" cy="5319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487" y="6311305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Проект создается на Unreal Engine 5 для школьников 7-11 классов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90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Имеющийся задел и технологическая база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30227"/>
            <a:ext cx="5339820" cy="1983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7931" y="227201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88617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Концепция и сюжет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294856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Разработаны игровой сюжет и основные механики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130227"/>
            <a:ext cx="5339919" cy="19838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6757" y="227201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404708" y="288617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Дизайн и стилистика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3294856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Созданы персонажи, стилистика уровней и карта первой локации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03117"/>
            <a:ext cx="5339820" cy="19838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17931" y="444490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75881" y="5059065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Образовательный контент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467747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Подготовлены физические задачи и лабораторные модули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303117"/>
            <a:ext cx="5339919" cy="198387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46757" y="444490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404708" y="5059065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Поддержка образования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467747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Получены письма поддержки от школ и департамента образования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66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Конкурентные преимущества Axis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95302"/>
            <a:ext cx="10868745" cy="3635970"/>
          </a:xfrm>
          <a:prstGeom prst="roundRect">
            <a:avLst>
              <a:gd name="adj" fmla="val 218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101652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57229" y="2221409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Критерии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574365" y="2221409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Axis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202703" y="2221409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Minecraft Ed.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31040" y="2221409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Kerbal Space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59377" y="2221409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PhET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087715" y="2221409"/>
            <a:ext cx="18567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MEL Science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825" y="2643584"/>
            <a:ext cx="10856046" cy="8443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57229" y="2763341"/>
            <a:ext cx="233277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Целевая аудитория (7-11 классы)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74365" y="2763341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202703" y="2763341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31040" y="2763341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частично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59377" y="2763341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087715" y="2763341"/>
            <a:ext cx="18567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частично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7825" y="3487936"/>
            <a:ext cx="10856046" cy="5482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57229" y="3607693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Сюжет + геймификация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574365" y="3607693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02703" y="3607693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частично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831040" y="3607693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59377" y="3607693"/>
            <a:ext cx="185355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087715" y="3607693"/>
            <a:ext cx="1856733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67825" y="4036219"/>
            <a:ext cx="10856046" cy="8443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57229" y="4155976"/>
            <a:ext cx="233277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Лабы + тесты внутри игры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574365" y="4155976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202703" y="4155976"/>
            <a:ext cx="185355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31040" y="4155976"/>
            <a:ext cx="185355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459377" y="4155976"/>
            <a:ext cx="185355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0087715" y="4155976"/>
            <a:ext cx="1856733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67825" y="4880570"/>
            <a:ext cx="10856046" cy="8443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57229" y="5000327"/>
            <a:ext cx="233277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Соответствие школьной программе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574365" y="5000327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202703" y="5000327"/>
            <a:ext cx="185355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831040" y="5000327"/>
            <a:ext cx="1853558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459377" y="5000327"/>
            <a:ext cx="18535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частично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0087715" y="5000327"/>
            <a:ext cx="18567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10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Целевой рынок и сферы применения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4974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На уроках физики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Интерактивное дополнение к школьной программе для визуализации абстрактных концепций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74974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Самостоятельное изучение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86715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Платформа для углубленного освоения материала и подготовки к экзаменам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74974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EdTech-интеграция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86715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Инструмент для образовательных платформ, повышающий эффективность обучения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563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Финансовый план реализации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80430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Этапы разработки (12 месяцев)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276915" y="1752699"/>
            <a:ext cx="19050" cy="4363641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5" name="Shape 3"/>
          <p:cNvSpPr/>
          <p:nvPr/>
        </p:nvSpPr>
        <p:spPr>
          <a:xfrm>
            <a:off x="2681766" y="1913235"/>
            <a:ext cx="453617" cy="19050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6" name="Shape 4"/>
          <p:cNvSpPr/>
          <p:nvPr/>
        </p:nvSpPr>
        <p:spPr>
          <a:xfrm>
            <a:off x="3116333" y="1752699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86" y="178102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1475" y="1804591"/>
            <a:ext cx="186893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Организация (3 мес.)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2398018"/>
            <a:ext cx="186893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Прототип, создание сайта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7496" y="2759968"/>
            <a:ext cx="453617" cy="19050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11" name="Shape 9"/>
          <p:cNvSpPr/>
          <p:nvPr/>
        </p:nvSpPr>
        <p:spPr>
          <a:xfrm>
            <a:off x="3116333" y="2599432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86" y="262775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042468" y="2651323"/>
            <a:ext cx="186893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Разработка (4 мес.)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042468" y="3244751"/>
            <a:ext cx="186893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Уровни, задачи, анимация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81766" y="3511649"/>
            <a:ext cx="453617" cy="19050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16" name="Shape 14"/>
          <p:cNvSpPr/>
          <p:nvPr/>
        </p:nvSpPr>
        <p:spPr>
          <a:xfrm>
            <a:off x="3116333" y="3351113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86" y="337944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61475" y="3403005"/>
            <a:ext cx="186893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Тестирование (2 мес.)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475" y="3996432"/>
            <a:ext cx="18689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Запуск на Marketplace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37496" y="4263430"/>
            <a:ext cx="453617" cy="19050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21" name="Shape 19"/>
          <p:cNvSpPr/>
          <p:nvPr/>
        </p:nvSpPr>
        <p:spPr>
          <a:xfrm>
            <a:off x="3116333" y="4102894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86" y="413122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042468" y="4154785"/>
            <a:ext cx="18689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Запуск (2 мес.)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042468" y="4511973"/>
            <a:ext cx="186893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Публикация, продвижение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681766" y="5015210"/>
            <a:ext cx="453617" cy="19050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26" name="Shape 24"/>
          <p:cNvSpPr/>
          <p:nvPr/>
        </p:nvSpPr>
        <p:spPr>
          <a:xfrm>
            <a:off x="3116333" y="4854674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86" y="488300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5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61475" y="4906566"/>
            <a:ext cx="18689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Анализ (1 мес.)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61475" y="5263753"/>
            <a:ext cx="186893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Сбор данных, планирование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86640" y="1380430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Бюджет: 1 млн рублей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286640" y="1737618"/>
            <a:ext cx="5249930" cy="1257498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Разработка и визуал: 450 тыс. ₽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Оборудование: 160 тыс. ₽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Маркетинг: 150 тыс. ₽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Тестирование: 90 тыс. ₽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Запуск: 150 тыс. ₽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031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Модель монетизации и прогноз доходов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66318"/>
            <a:ext cx="253993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400₽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626247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B2C продажи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034929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Стоимость за одного ученика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437645" y="2766318"/>
            <a:ext cx="254003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12К₽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3437645" y="3626247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B2B лицензии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437645" y="4034929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Годовая стоимость для школы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3915" y="2766318"/>
            <a:ext cx="254003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1.1М₽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213915" y="3626247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Год 1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13915" y="4034929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Выручка при охвате 40 школ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90184" y="2766318"/>
            <a:ext cx="254003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6.9М₽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8990184" y="3626247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Год 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990184" y="4034929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Прогноз с DLC и экспансией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85239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Потенциальный рынок: 7 млн школьников 7-11 классов в России, планируемый охват 5%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024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Экспертная команда проекта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970014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Руслан Тлеуленов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327202"/>
            <a:ext cx="585951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Руководитель проекта, аспирант ФТФ, директор центра "Точка Роста"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86640" y="2876252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Артём Митрофанов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86640" y="3233440"/>
            <a:ext cx="585951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Методист по физике, разработчик образовательного контента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4851400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Владислав Глуховский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5208588"/>
            <a:ext cx="585951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Программист UE5, специалист по игровой логике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86640" y="5023941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Алексей Вайвод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86640" y="5381129"/>
            <a:ext cx="585951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Художник-аниматор, создатель визуального контента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2026-08-13T03:56:33Z</dcterms:created>
  <dcterms:modified xsi:type="dcterms:W3CDTF">2026-08-13T03:56:33Z</dcterms:modified>
</cp:coreProperties>
</file>