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MiSans" charset="-122" pitchFamily="34"/>
      <p:regular r:id="rId19"/>
    </p:embeddedFont>
    <p:embeddedFont>
      <p:font typeface="Liter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67838d292aaa3954c17d01043adf6b74a27b0ded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8279" b="827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E17">
                  <a:alpha val="95000"/>
                </a:srgbClr>
              </a:gs>
              <a:gs pos="100000">
                <a:srgbClr val="1E3A5F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D4FF"/>
          </a:solidFill>
          <a:ln/>
          <a:effectLst>
            <a:outerShdw sx="100000" sy="100000" kx="0" ky="0" algn="bl" rotWithShape="0" blurRad="381000" dist="50800" dir="2700000">
              <a:srgbClr val="00d4ff">
                <a:alpha val="1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5306" y="542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6" name="Text 3"/>
          <p:cNvSpPr/>
          <p:nvPr/>
        </p:nvSpPr>
        <p:spPr>
          <a:xfrm>
            <a:off x="1104900" y="438150"/>
            <a:ext cx="276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ТЕХНОЛОГИЧЕСКИЕ ЛИДЕРЫ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04900" y="704850"/>
            <a:ext cx="2752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F4F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Форум 2025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619899" y="438150"/>
            <a:ext cx="119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 класс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638949" y="704850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E8F4F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МАОУ СОШ 65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2400" y="1437799"/>
            <a:ext cx="1188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Петров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Савелий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181600" y="3876199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D4FF"/>
          </a:solidFill>
          <a:ln/>
          <a:effectLst>
            <a:outerShdw sx="100000" sy="100000" kx="0" ky="0" algn="bl" rotWithShape="0" blurRad="381000" dist="50800" dir="2700000">
              <a:srgbClr val="00d4ff">
                <a:alpha val="10196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09563" y="4142899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Будущий инженер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390775" y="4638199"/>
            <a:ext cx="74104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Участник олимпиад • Разработчик БПЛА • Поступаю в ТГУ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750463" y="5256371"/>
            <a:ext cx="1998345" cy="502920"/>
          </a:xfrm>
          <a:custGeom>
            <a:avLst/>
            <a:gdLst/>
            <a:ahLst/>
            <a:cxnLst/>
            <a:rect l="l" t="t" r="r" b="b"/>
            <a:pathLst>
              <a:path w="1998345" h="502920">
                <a:moveTo>
                  <a:pt x="76202" y="0"/>
                </a:moveTo>
                <a:lnTo>
                  <a:pt x="1922143" y="0"/>
                </a:lnTo>
                <a:cubicBezTo>
                  <a:pt x="1964228" y="0"/>
                  <a:pt x="1998345" y="34117"/>
                  <a:pt x="1998345" y="76202"/>
                </a:cubicBezTo>
                <a:lnTo>
                  <a:pt x="1998345" y="426718"/>
                </a:lnTo>
                <a:cubicBezTo>
                  <a:pt x="1998345" y="468803"/>
                  <a:pt x="1964228" y="502920"/>
                  <a:pt x="1922143" y="502920"/>
                </a:cubicBezTo>
                <a:lnTo>
                  <a:pt x="76202" y="502920"/>
                </a:lnTo>
                <a:cubicBezTo>
                  <a:pt x="34117" y="502920"/>
                  <a:pt x="0" y="468803"/>
                  <a:pt x="0" y="4267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11448" y="53935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6" name="Text 13"/>
          <p:cNvSpPr/>
          <p:nvPr/>
        </p:nvSpPr>
        <p:spPr>
          <a:xfrm>
            <a:off x="3340060" y="5374481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Олимпиадник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058489" y="5256371"/>
            <a:ext cx="2417445" cy="502920"/>
          </a:xfrm>
          <a:custGeom>
            <a:avLst/>
            <a:gdLst/>
            <a:ahLst/>
            <a:cxnLst/>
            <a:rect l="l" t="t" r="r" b="b"/>
            <a:pathLst>
              <a:path w="2417445" h="502920">
                <a:moveTo>
                  <a:pt x="76202" y="0"/>
                </a:moveTo>
                <a:lnTo>
                  <a:pt x="2341243" y="0"/>
                </a:lnTo>
                <a:cubicBezTo>
                  <a:pt x="2383328" y="0"/>
                  <a:pt x="2417445" y="34117"/>
                  <a:pt x="2417445" y="76202"/>
                </a:cubicBezTo>
                <a:lnTo>
                  <a:pt x="2417445" y="426718"/>
                </a:lnTo>
                <a:cubicBezTo>
                  <a:pt x="2417445" y="468803"/>
                  <a:pt x="2383328" y="502920"/>
                  <a:pt x="2341243" y="502920"/>
                </a:cubicBezTo>
                <a:lnTo>
                  <a:pt x="76202" y="502920"/>
                </a:lnTo>
                <a:cubicBezTo>
                  <a:pt x="34117" y="502920"/>
                  <a:pt x="0" y="468803"/>
                  <a:pt x="0" y="4267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19475" y="53935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5648087" y="5374481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Разработчик БПЛА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783711" y="5256371"/>
            <a:ext cx="1655445" cy="502920"/>
          </a:xfrm>
          <a:custGeom>
            <a:avLst/>
            <a:gdLst/>
            <a:ahLst/>
            <a:cxnLst/>
            <a:rect l="l" t="t" r="r" b="b"/>
            <a:pathLst>
              <a:path w="1655445" h="502920">
                <a:moveTo>
                  <a:pt x="76202" y="0"/>
                </a:moveTo>
                <a:lnTo>
                  <a:pt x="1579243" y="0"/>
                </a:lnTo>
                <a:cubicBezTo>
                  <a:pt x="1621328" y="0"/>
                  <a:pt x="1655445" y="34117"/>
                  <a:pt x="1655445" y="76202"/>
                </a:cubicBezTo>
                <a:lnTo>
                  <a:pt x="1655445" y="426718"/>
                </a:lnTo>
                <a:cubicBezTo>
                  <a:pt x="1655445" y="468803"/>
                  <a:pt x="1621328" y="502920"/>
                  <a:pt x="1579243" y="502920"/>
                </a:cubicBezTo>
                <a:lnTo>
                  <a:pt x="76202" y="502920"/>
                </a:lnTo>
                <a:cubicBezTo>
                  <a:pt x="34117" y="502920"/>
                  <a:pt x="0" y="468803"/>
                  <a:pt x="0" y="4267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30409" y="539353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2" name="Text 19"/>
          <p:cNvSpPr/>
          <p:nvPr/>
        </p:nvSpPr>
        <p:spPr>
          <a:xfrm>
            <a:off x="8373309" y="5374481"/>
            <a:ext cx="87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Цель: ТГУ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38138" y="62103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F4F8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Технологии будущего в наших руках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7fbf2b338b921fcf083712e7f0286c47f85633c8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782" b="7782"/>
          <a:stretch/>
        </p:blipFill>
        <p:spPr>
          <a:xfrm>
            <a:off x="0" y="0"/>
            <a:ext cx="12192000" cy="6857423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7423"/>
          </a:xfrm>
          <a:custGeom>
            <a:avLst/>
            <a:gdLst/>
            <a:ahLst/>
            <a:cxnLst/>
            <a:rect l="l" t="t" r="r" b="b"/>
            <a:pathLst>
              <a:path w="12192000" h="6857423">
                <a:moveTo>
                  <a:pt x="0" y="0"/>
                </a:moveTo>
                <a:lnTo>
                  <a:pt x="12192000" y="0"/>
                </a:lnTo>
                <a:lnTo>
                  <a:pt x="12192000" y="6857423"/>
                </a:lnTo>
                <a:lnTo>
                  <a:pt x="0" y="6857423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E17">
                  <a:alpha val="95000"/>
                </a:srgbClr>
              </a:gs>
              <a:gs pos="100000">
                <a:srgbClr val="1E3A5F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69175" y="443010"/>
            <a:ext cx="516845" cy="516845"/>
          </a:xfrm>
          <a:custGeom>
            <a:avLst/>
            <a:gdLst/>
            <a:ahLst/>
            <a:cxnLst/>
            <a:rect l="l" t="t" r="r" b="b"/>
            <a:pathLst>
              <a:path w="516845" h="516845">
                <a:moveTo>
                  <a:pt x="110755" y="0"/>
                </a:moveTo>
                <a:lnTo>
                  <a:pt x="406090" y="0"/>
                </a:lnTo>
                <a:cubicBezTo>
                  <a:pt x="467258" y="0"/>
                  <a:pt x="516845" y="49587"/>
                  <a:pt x="516845" y="110755"/>
                </a:cubicBezTo>
                <a:lnTo>
                  <a:pt x="516845" y="406090"/>
                </a:lnTo>
                <a:cubicBezTo>
                  <a:pt x="516845" y="467258"/>
                  <a:pt x="467258" y="516845"/>
                  <a:pt x="406090" y="516845"/>
                </a:cubicBezTo>
                <a:lnTo>
                  <a:pt x="110755" y="516845"/>
                </a:lnTo>
                <a:cubicBezTo>
                  <a:pt x="49587" y="516845"/>
                  <a:pt x="0" y="467258"/>
                  <a:pt x="0" y="406090"/>
                </a:cubicBezTo>
                <a:lnTo>
                  <a:pt x="0" y="110755"/>
                </a:lnTo>
                <a:cubicBezTo>
                  <a:pt x="0" y="49587"/>
                  <a:pt x="49587" y="0"/>
                  <a:pt x="110755" y="0"/>
                </a:cubicBezTo>
                <a:close/>
              </a:path>
            </a:pathLst>
          </a:custGeom>
          <a:solidFill>
            <a:srgbClr val="00D4FF"/>
          </a:solidFill>
          <a:ln/>
          <a:effectLst>
            <a:outerShdw sx="100000" sy="100000" kx="0" ky="0" algn="bl" rotWithShape="0" blurRad="369175" dist="50800" dir="2700000">
              <a:srgbClr val="00d4ff">
                <a:alpha val="1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30689" y="590680"/>
            <a:ext cx="193817" cy="221505"/>
          </a:xfrm>
          <a:custGeom>
            <a:avLst/>
            <a:gdLst/>
            <a:ahLst/>
            <a:cxnLst/>
            <a:rect l="l" t="t" r="r" b="b"/>
            <a:pathLst>
              <a:path w="193817" h="221505">
                <a:moveTo>
                  <a:pt x="96908" y="107291"/>
                </a:moveTo>
                <a:cubicBezTo>
                  <a:pt x="125561" y="107291"/>
                  <a:pt x="148824" y="84029"/>
                  <a:pt x="148824" y="55376"/>
                </a:cubicBezTo>
                <a:cubicBezTo>
                  <a:pt x="148824" y="26723"/>
                  <a:pt x="125561" y="3461"/>
                  <a:pt x="96908" y="3461"/>
                </a:cubicBezTo>
                <a:cubicBezTo>
                  <a:pt x="68256" y="3461"/>
                  <a:pt x="44993" y="26723"/>
                  <a:pt x="44993" y="55376"/>
                </a:cubicBezTo>
                <a:cubicBezTo>
                  <a:pt x="44993" y="84029"/>
                  <a:pt x="68256" y="107291"/>
                  <a:pt x="96908" y="107291"/>
                </a:cubicBezTo>
                <a:close/>
                <a:moveTo>
                  <a:pt x="84059" y="131519"/>
                </a:moveTo>
                <a:cubicBezTo>
                  <a:pt x="41446" y="131519"/>
                  <a:pt x="6922" y="166042"/>
                  <a:pt x="6922" y="208656"/>
                </a:cubicBezTo>
                <a:cubicBezTo>
                  <a:pt x="6922" y="215751"/>
                  <a:pt x="12676" y="221505"/>
                  <a:pt x="19771" y="221505"/>
                </a:cubicBezTo>
                <a:lnTo>
                  <a:pt x="174046" y="221505"/>
                </a:lnTo>
                <a:cubicBezTo>
                  <a:pt x="181141" y="221505"/>
                  <a:pt x="186895" y="215751"/>
                  <a:pt x="186895" y="208656"/>
                </a:cubicBezTo>
                <a:cubicBezTo>
                  <a:pt x="186895" y="166042"/>
                  <a:pt x="152371" y="131519"/>
                  <a:pt x="109757" y="131519"/>
                </a:cubicBezTo>
                <a:lnTo>
                  <a:pt x="84059" y="131519"/>
                </a:ln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6" name="Text 3"/>
          <p:cNvSpPr/>
          <p:nvPr/>
        </p:nvSpPr>
        <p:spPr>
          <a:xfrm>
            <a:off x="1033690" y="369175"/>
            <a:ext cx="1107525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spc="58" kern="0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ОБО МНЕ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33690" y="590680"/>
            <a:ext cx="1255195" cy="44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88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Кто 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72867" y="1258886"/>
            <a:ext cx="4437482" cy="2813112"/>
          </a:xfrm>
          <a:custGeom>
            <a:avLst/>
            <a:gdLst/>
            <a:ahLst/>
            <a:cxnLst/>
            <a:rect l="l" t="t" r="r" b="b"/>
            <a:pathLst>
              <a:path w="4437482" h="2813112">
                <a:moveTo>
                  <a:pt x="110752" y="0"/>
                </a:moveTo>
                <a:lnTo>
                  <a:pt x="4326730" y="0"/>
                </a:lnTo>
                <a:cubicBezTo>
                  <a:pt x="4387896" y="0"/>
                  <a:pt x="4437482" y="49585"/>
                  <a:pt x="4437482" y="110752"/>
                </a:cubicBezTo>
                <a:lnTo>
                  <a:pt x="4437482" y="2702360"/>
                </a:lnTo>
                <a:cubicBezTo>
                  <a:pt x="4437482" y="2763527"/>
                  <a:pt x="4387896" y="2813112"/>
                  <a:pt x="4326730" y="2813112"/>
                </a:cubicBezTo>
                <a:lnTo>
                  <a:pt x="110752" y="2813112"/>
                </a:lnTo>
                <a:cubicBezTo>
                  <a:pt x="49585" y="2813112"/>
                  <a:pt x="0" y="2763527"/>
                  <a:pt x="0" y="2702360"/>
                </a:cubicBezTo>
                <a:lnTo>
                  <a:pt x="0" y="110752"/>
                </a:lnTo>
                <a:cubicBezTo>
                  <a:pt x="0" y="49626"/>
                  <a:pt x="49626" y="0"/>
                  <a:pt x="110752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8063" y="1484083"/>
            <a:ext cx="443010" cy="443010"/>
          </a:xfrm>
          <a:custGeom>
            <a:avLst/>
            <a:gdLst/>
            <a:ahLst/>
            <a:cxnLst/>
            <a:rect l="l" t="t" r="r" b="b"/>
            <a:pathLst>
              <a:path w="443010" h="443010">
                <a:moveTo>
                  <a:pt x="221505" y="0"/>
                </a:moveTo>
                <a:lnTo>
                  <a:pt x="221505" y="0"/>
                </a:lnTo>
                <a:cubicBezTo>
                  <a:pt x="343757" y="0"/>
                  <a:pt x="443010" y="99253"/>
                  <a:pt x="443010" y="221505"/>
                </a:cubicBezTo>
                <a:lnTo>
                  <a:pt x="443010" y="221505"/>
                </a:lnTo>
                <a:cubicBezTo>
                  <a:pt x="443010" y="343757"/>
                  <a:pt x="343757" y="443010"/>
                  <a:pt x="221505" y="443010"/>
                </a:cubicBezTo>
                <a:lnTo>
                  <a:pt x="221505" y="443010"/>
                </a:lnTo>
                <a:cubicBezTo>
                  <a:pt x="99253" y="443010"/>
                  <a:pt x="0" y="343757"/>
                  <a:pt x="0" y="221505"/>
                </a:cubicBezTo>
                <a:lnTo>
                  <a:pt x="0" y="221505"/>
                </a:lnTo>
                <a:cubicBezTo>
                  <a:pt x="0" y="99253"/>
                  <a:pt x="99253" y="0"/>
                  <a:pt x="221505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0" name="Shape 7"/>
          <p:cNvSpPr/>
          <p:nvPr/>
        </p:nvSpPr>
        <p:spPr>
          <a:xfrm>
            <a:off x="715738" y="1613294"/>
            <a:ext cx="207661" cy="184587"/>
          </a:xfrm>
          <a:custGeom>
            <a:avLst/>
            <a:gdLst/>
            <a:ahLst/>
            <a:cxnLst/>
            <a:rect l="l" t="t" r="r" b="b"/>
            <a:pathLst>
              <a:path w="207661" h="184587">
                <a:moveTo>
                  <a:pt x="0" y="34610"/>
                </a:moveTo>
                <a:cubicBezTo>
                  <a:pt x="0" y="21884"/>
                  <a:pt x="10347" y="11537"/>
                  <a:pt x="23073" y="11537"/>
                </a:cubicBezTo>
                <a:lnTo>
                  <a:pt x="184587" y="11537"/>
                </a:lnTo>
                <a:cubicBezTo>
                  <a:pt x="197314" y="11537"/>
                  <a:pt x="207661" y="21884"/>
                  <a:pt x="207661" y="34610"/>
                </a:cubicBezTo>
                <a:lnTo>
                  <a:pt x="0" y="34610"/>
                </a:lnTo>
                <a:close/>
                <a:moveTo>
                  <a:pt x="0" y="51915"/>
                </a:moveTo>
                <a:lnTo>
                  <a:pt x="207661" y="51915"/>
                </a:lnTo>
                <a:lnTo>
                  <a:pt x="207661" y="149977"/>
                </a:lnTo>
                <a:cubicBezTo>
                  <a:pt x="207661" y="162704"/>
                  <a:pt x="197314" y="173051"/>
                  <a:pt x="184587" y="173051"/>
                </a:cubicBezTo>
                <a:lnTo>
                  <a:pt x="23073" y="173051"/>
                </a:lnTo>
                <a:cubicBezTo>
                  <a:pt x="10347" y="173051"/>
                  <a:pt x="0" y="162704"/>
                  <a:pt x="0" y="149977"/>
                </a:cubicBezTo>
                <a:lnTo>
                  <a:pt x="0" y="51915"/>
                </a:lnTo>
                <a:close/>
                <a:moveTo>
                  <a:pt x="89157" y="149977"/>
                </a:moveTo>
                <a:cubicBezTo>
                  <a:pt x="96440" y="149977"/>
                  <a:pt x="101884" y="142983"/>
                  <a:pt x="97233" y="137359"/>
                </a:cubicBezTo>
                <a:cubicBezTo>
                  <a:pt x="91933" y="130978"/>
                  <a:pt x="83930" y="126904"/>
                  <a:pt x="74989" y="126904"/>
                </a:cubicBezTo>
                <a:lnTo>
                  <a:pt x="51915" y="126904"/>
                </a:lnTo>
                <a:cubicBezTo>
                  <a:pt x="42974" y="126904"/>
                  <a:pt x="34971" y="130978"/>
                  <a:pt x="29671" y="137359"/>
                </a:cubicBezTo>
                <a:cubicBezTo>
                  <a:pt x="25020" y="142983"/>
                  <a:pt x="30464" y="149977"/>
                  <a:pt x="37747" y="149977"/>
                </a:cubicBezTo>
                <a:lnTo>
                  <a:pt x="89121" y="149977"/>
                </a:lnTo>
                <a:close/>
                <a:moveTo>
                  <a:pt x="63452" y="112483"/>
                </a:moveTo>
                <a:cubicBezTo>
                  <a:pt x="74595" y="112483"/>
                  <a:pt x="83641" y="103436"/>
                  <a:pt x="83641" y="92294"/>
                </a:cubicBezTo>
                <a:cubicBezTo>
                  <a:pt x="83641" y="81151"/>
                  <a:pt x="74595" y="72104"/>
                  <a:pt x="63452" y="72104"/>
                </a:cubicBezTo>
                <a:cubicBezTo>
                  <a:pt x="52309" y="72104"/>
                  <a:pt x="43263" y="81151"/>
                  <a:pt x="43263" y="92294"/>
                </a:cubicBezTo>
                <a:cubicBezTo>
                  <a:pt x="43263" y="103436"/>
                  <a:pt x="52309" y="112483"/>
                  <a:pt x="63452" y="112483"/>
                </a:cubicBezTo>
                <a:close/>
                <a:moveTo>
                  <a:pt x="129788" y="74989"/>
                </a:moveTo>
                <a:cubicBezTo>
                  <a:pt x="124993" y="74989"/>
                  <a:pt x="121136" y="78846"/>
                  <a:pt x="121136" y="83641"/>
                </a:cubicBezTo>
                <a:cubicBezTo>
                  <a:pt x="121136" y="88436"/>
                  <a:pt x="124993" y="92294"/>
                  <a:pt x="129788" y="92294"/>
                </a:cubicBezTo>
                <a:lnTo>
                  <a:pt x="170167" y="92294"/>
                </a:lnTo>
                <a:cubicBezTo>
                  <a:pt x="174961" y="92294"/>
                  <a:pt x="178819" y="88436"/>
                  <a:pt x="178819" y="83641"/>
                </a:cubicBezTo>
                <a:cubicBezTo>
                  <a:pt x="178819" y="78846"/>
                  <a:pt x="174961" y="74989"/>
                  <a:pt x="170167" y="74989"/>
                </a:cubicBezTo>
                <a:lnTo>
                  <a:pt x="129788" y="74989"/>
                </a:lnTo>
                <a:close/>
                <a:moveTo>
                  <a:pt x="129788" y="109599"/>
                </a:moveTo>
                <a:cubicBezTo>
                  <a:pt x="124993" y="109599"/>
                  <a:pt x="121136" y="113456"/>
                  <a:pt x="121136" y="118251"/>
                </a:cubicBezTo>
                <a:cubicBezTo>
                  <a:pt x="121136" y="123046"/>
                  <a:pt x="124993" y="126904"/>
                  <a:pt x="129788" y="126904"/>
                </a:cubicBezTo>
                <a:lnTo>
                  <a:pt x="170167" y="126904"/>
                </a:lnTo>
                <a:cubicBezTo>
                  <a:pt x="174961" y="126904"/>
                  <a:pt x="178819" y="123046"/>
                  <a:pt x="178819" y="118251"/>
                </a:cubicBezTo>
                <a:cubicBezTo>
                  <a:pt x="178819" y="113456"/>
                  <a:pt x="174961" y="109599"/>
                  <a:pt x="170167" y="109599"/>
                </a:cubicBezTo>
                <a:lnTo>
                  <a:pt x="129788" y="109599"/>
                </a:ln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1" name="Text 8"/>
          <p:cNvSpPr/>
          <p:nvPr/>
        </p:nvSpPr>
        <p:spPr>
          <a:xfrm>
            <a:off x="1151826" y="1557918"/>
            <a:ext cx="2408866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4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Основная информация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1137" y="2111680"/>
            <a:ext cx="184587" cy="184587"/>
          </a:xfrm>
          <a:custGeom>
            <a:avLst/>
            <a:gdLst/>
            <a:ahLst/>
            <a:cxnLst/>
            <a:rect l="l" t="t" r="r" b="b"/>
            <a:pathLst>
              <a:path w="184587" h="184587">
                <a:moveTo>
                  <a:pt x="143848" y="138513"/>
                </a:moveTo>
                <a:cubicBezTo>
                  <a:pt x="135881" y="124669"/>
                  <a:pt x="120919" y="115367"/>
                  <a:pt x="103830" y="115367"/>
                </a:cubicBezTo>
                <a:lnTo>
                  <a:pt x="80757" y="115367"/>
                </a:lnTo>
                <a:cubicBezTo>
                  <a:pt x="63668" y="115367"/>
                  <a:pt x="48707" y="124669"/>
                  <a:pt x="40739" y="138513"/>
                </a:cubicBezTo>
                <a:cubicBezTo>
                  <a:pt x="53429" y="152645"/>
                  <a:pt x="71816" y="161514"/>
                  <a:pt x="92294" y="161514"/>
                </a:cubicBezTo>
                <a:cubicBezTo>
                  <a:pt x="112771" y="161514"/>
                  <a:pt x="131158" y="152609"/>
                  <a:pt x="143848" y="138513"/>
                </a:cubicBezTo>
                <a:close/>
                <a:moveTo>
                  <a:pt x="0" y="92294"/>
                </a:moveTo>
                <a:cubicBezTo>
                  <a:pt x="0" y="41355"/>
                  <a:pt x="41355" y="0"/>
                  <a:pt x="92294" y="0"/>
                </a:cubicBezTo>
                <a:cubicBezTo>
                  <a:pt x="143232" y="0"/>
                  <a:pt x="184587" y="41355"/>
                  <a:pt x="184587" y="92294"/>
                </a:cubicBezTo>
                <a:cubicBezTo>
                  <a:pt x="184587" y="143232"/>
                  <a:pt x="143232" y="184587"/>
                  <a:pt x="92294" y="184587"/>
                </a:cubicBezTo>
                <a:cubicBezTo>
                  <a:pt x="41355" y="184587"/>
                  <a:pt x="0" y="143232"/>
                  <a:pt x="0" y="92294"/>
                </a:cubicBezTo>
                <a:close/>
                <a:moveTo>
                  <a:pt x="92294" y="98062"/>
                </a:moveTo>
                <a:cubicBezTo>
                  <a:pt x="106620" y="98062"/>
                  <a:pt x="118251" y="86431"/>
                  <a:pt x="118251" y="72104"/>
                </a:cubicBezTo>
                <a:cubicBezTo>
                  <a:pt x="118251" y="57778"/>
                  <a:pt x="106620" y="46147"/>
                  <a:pt x="92294" y="46147"/>
                </a:cubicBezTo>
                <a:cubicBezTo>
                  <a:pt x="77967" y="46147"/>
                  <a:pt x="66336" y="57778"/>
                  <a:pt x="66336" y="72104"/>
                </a:cubicBezTo>
                <a:cubicBezTo>
                  <a:pt x="66336" y="86431"/>
                  <a:pt x="77967" y="98062"/>
                  <a:pt x="92294" y="98062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3" name="Text 10"/>
          <p:cNvSpPr/>
          <p:nvPr/>
        </p:nvSpPr>
        <p:spPr>
          <a:xfrm>
            <a:off x="939550" y="2074763"/>
            <a:ext cx="1375176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ФИО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39550" y="2333186"/>
            <a:ext cx="1375176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Петров Савелий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09600" y="2739278"/>
            <a:ext cx="207661" cy="184587"/>
          </a:xfrm>
          <a:custGeom>
            <a:avLst/>
            <a:gdLst/>
            <a:ahLst/>
            <a:cxnLst/>
            <a:rect l="l" t="t" r="r" b="b"/>
            <a:pathLst>
              <a:path w="207661" h="184587">
                <a:moveTo>
                  <a:pt x="0" y="69220"/>
                </a:moveTo>
                <a:cubicBezTo>
                  <a:pt x="0" y="56494"/>
                  <a:pt x="10347" y="46147"/>
                  <a:pt x="23073" y="46147"/>
                </a:cubicBezTo>
                <a:lnTo>
                  <a:pt x="46147" y="46147"/>
                </a:lnTo>
                <a:lnTo>
                  <a:pt x="92258" y="4651"/>
                </a:lnTo>
                <a:cubicBezTo>
                  <a:pt x="98855" y="-1262"/>
                  <a:pt x="108842" y="-1262"/>
                  <a:pt x="115403" y="4651"/>
                </a:cubicBezTo>
                <a:lnTo>
                  <a:pt x="161514" y="46147"/>
                </a:lnTo>
                <a:lnTo>
                  <a:pt x="184587" y="46147"/>
                </a:lnTo>
                <a:cubicBezTo>
                  <a:pt x="197314" y="46147"/>
                  <a:pt x="207661" y="56494"/>
                  <a:pt x="207661" y="69220"/>
                </a:cubicBezTo>
                <a:lnTo>
                  <a:pt x="207661" y="161514"/>
                </a:lnTo>
                <a:cubicBezTo>
                  <a:pt x="207661" y="174240"/>
                  <a:pt x="197314" y="184587"/>
                  <a:pt x="184587" y="184587"/>
                </a:cubicBezTo>
                <a:lnTo>
                  <a:pt x="23073" y="184587"/>
                </a:lnTo>
                <a:cubicBezTo>
                  <a:pt x="10347" y="184587"/>
                  <a:pt x="0" y="174240"/>
                  <a:pt x="0" y="161514"/>
                </a:cubicBezTo>
                <a:lnTo>
                  <a:pt x="0" y="69220"/>
                </a:lnTo>
                <a:close/>
                <a:moveTo>
                  <a:pt x="80757" y="135556"/>
                </a:moveTo>
                <a:lnTo>
                  <a:pt x="80757" y="167282"/>
                </a:lnTo>
                <a:lnTo>
                  <a:pt x="126904" y="167282"/>
                </a:lnTo>
                <a:lnTo>
                  <a:pt x="126904" y="135556"/>
                </a:lnTo>
                <a:cubicBezTo>
                  <a:pt x="126904" y="127589"/>
                  <a:pt x="120451" y="121136"/>
                  <a:pt x="112483" y="121136"/>
                </a:cubicBezTo>
                <a:lnTo>
                  <a:pt x="95178" y="121136"/>
                </a:lnTo>
                <a:cubicBezTo>
                  <a:pt x="87210" y="121136"/>
                  <a:pt x="80757" y="127589"/>
                  <a:pt x="80757" y="135556"/>
                </a:cubicBezTo>
                <a:close/>
                <a:moveTo>
                  <a:pt x="40379" y="138441"/>
                </a:moveTo>
                <a:cubicBezTo>
                  <a:pt x="43551" y="138441"/>
                  <a:pt x="46147" y="135845"/>
                  <a:pt x="46147" y="132672"/>
                </a:cubicBezTo>
                <a:lnTo>
                  <a:pt x="46147" y="121136"/>
                </a:lnTo>
                <a:cubicBezTo>
                  <a:pt x="46147" y="117963"/>
                  <a:pt x="43551" y="115367"/>
                  <a:pt x="40379" y="115367"/>
                </a:cubicBezTo>
                <a:lnTo>
                  <a:pt x="28842" y="115367"/>
                </a:lnTo>
                <a:cubicBezTo>
                  <a:pt x="25669" y="115367"/>
                  <a:pt x="23073" y="117963"/>
                  <a:pt x="23073" y="121136"/>
                </a:cubicBezTo>
                <a:lnTo>
                  <a:pt x="23073" y="132672"/>
                </a:lnTo>
                <a:cubicBezTo>
                  <a:pt x="23073" y="135845"/>
                  <a:pt x="25669" y="138441"/>
                  <a:pt x="28842" y="138441"/>
                </a:cubicBezTo>
                <a:lnTo>
                  <a:pt x="40379" y="138441"/>
                </a:lnTo>
                <a:close/>
                <a:moveTo>
                  <a:pt x="46147" y="86525"/>
                </a:moveTo>
                <a:lnTo>
                  <a:pt x="46147" y="74989"/>
                </a:lnTo>
                <a:cubicBezTo>
                  <a:pt x="46147" y="71816"/>
                  <a:pt x="43551" y="69220"/>
                  <a:pt x="40379" y="69220"/>
                </a:cubicBezTo>
                <a:lnTo>
                  <a:pt x="28842" y="69220"/>
                </a:lnTo>
                <a:cubicBezTo>
                  <a:pt x="25669" y="69220"/>
                  <a:pt x="23073" y="71816"/>
                  <a:pt x="23073" y="74989"/>
                </a:cubicBezTo>
                <a:lnTo>
                  <a:pt x="23073" y="86525"/>
                </a:lnTo>
                <a:cubicBezTo>
                  <a:pt x="23073" y="89698"/>
                  <a:pt x="25669" y="92294"/>
                  <a:pt x="28842" y="92294"/>
                </a:cubicBezTo>
                <a:lnTo>
                  <a:pt x="40379" y="92294"/>
                </a:lnTo>
                <a:cubicBezTo>
                  <a:pt x="43551" y="92294"/>
                  <a:pt x="46147" y="89698"/>
                  <a:pt x="46147" y="86525"/>
                </a:cubicBezTo>
                <a:close/>
                <a:moveTo>
                  <a:pt x="178819" y="138441"/>
                </a:moveTo>
                <a:cubicBezTo>
                  <a:pt x="181992" y="138441"/>
                  <a:pt x="184587" y="135845"/>
                  <a:pt x="184587" y="132672"/>
                </a:cubicBezTo>
                <a:lnTo>
                  <a:pt x="184587" y="121136"/>
                </a:lnTo>
                <a:cubicBezTo>
                  <a:pt x="184587" y="117963"/>
                  <a:pt x="181992" y="115367"/>
                  <a:pt x="178819" y="115367"/>
                </a:cubicBezTo>
                <a:lnTo>
                  <a:pt x="167282" y="115367"/>
                </a:lnTo>
                <a:cubicBezTo>
                  <a:pt x="164110" y="115367"/>
                  <a:pt x="161514" y="117963"/>
                  <a:pt x="161514" y="121136"/>
                </a:cubicBezTo>
                <a:lnTo>
                  <a:pt x="161514" y="132672"/>
                </a:lnTo>
                <a:cubicBezTo>
                  <a:pt x="161514" y="135845"/>
                  <a:pt x="164110" y="138441"/>
                  <a:pt x="167282" y="138441"/>
                </a:cubicBezTo>
                <a:lnTo>
                  <a:pt x="178819" y="138441"/>
                </a:lnTo>
                <a:close/>
                <a:moveTo>
                  <a:pt x="184587" y="86525"/>
                </a:moveTo>
                <a:lnTo>
                  <a:pt x="184587" y="74989"/>
                </a:lnTo>
                <a:cubicBezTo>
                  <a:pt x="184587" y="71816"/>
                  <a:pt x="181992" y="69220"/>
                  <a:pt x="178819" y="69220"/>
                </a:cubicBezTo>
                <a:lnTo>
                  <a:pt x="167282" y="69220"/>
                </a:lnTo>
                <a:cubicBezTo>
                  <a:pt x="164110" y="69220"/>
                  <a:pt x="161514" y="71816"/>
                  <a:pt x="161514" y="74989"/>
                </a:cubicBezTo>
                <a:lnTo>
                  <a:pt x="161514" y="86525"/>
                </a:lnTo>
                <a:cubicBezTo>
                  <a:pt x="161514" y="89698"/>
                  <a:pt x="164110" y="92294"/>
                  <a:pt x="167282" y="92294"/>
                </a:cubicBezTo>
                <a:lnTo>
                  <a:pt x="178819" y="92294"/>
                </a:lnTo>
                <a:cubicBezTo>
                  <a:pt x="181992" y="92294"/>
                  <a:pt x="184587" y="89698"/>
                  <a:pt x="184587" y="86525"/>
                </a:cubicBezTo>
                <a:close/>
                <a:moveTo>
                  <a:pt x="103830" y="92294"/>
                </a:moveTo>
                <a:cubicBezTo>
                  <a:pt x="116565" y="92294"/>
                  <a:pt x="126904" y="81955"/>
                  <a:pt x="126904" y="69220"/>
                </a:cubicBezTo>
                <a:cubicBezTo>
                  <a:pt x="126904" y="56486"/>
                  <a:pt x="116565" y="46147"/>
                  <a:pt x="103830" y="46147"/>
                </a:cubicBezTo>
                <a:cubicBezTo>
                  <a:pt x="91096" y="46147"/>
                  <a:pt x="80757" y="56486"/>
                  <a:pt x="80757" y="69220"/>
                </a:cubicBezTo>
                <a:cubicBezTo>
                  <a:pt x="80757" y="81955"/>
                  <a:pt x="91096" y="92294"/>
                  <a:pt x="103830" y="92294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6" name="Text 13"/>
          <p:cNvSpPr/>
          <p:nvPr/>
        </p:nvSpPr>
        <p:spPr>
          <a:xfrm>
            <a:off x="939550" y="2702360"/>
            <a:ext cx="1273653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Школа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39550" y="2960783"/>
            <a:ext cx="1273653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МАОУ СОШ 65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1137" y="3366875"/>
            <a:ext cx="184587" cy="184587"/>
          </a:xfrm>
          <a:custGeom>
            <a:avLst/>
            <a:gdLst/>
            <a:ahLst/>
            <a:cxnLst/>
            <a:rect l="l" t="t" r="r" b="b"/>
            <a:pathLst>
              <a:path w="184587" h="184587">
                <a:moveTo>
                  <a:pt x="83821" y="1875"/>
                </a:moveTo>
                <a:cubicBezTo>
                  <a:pt x="89193" y="-613"/>
                  <a:pt x="95394" y="-613"/>
                  <a:pt x="100766" y="1875"/>
                </a:cubicBezTo>
                <a:lnTo>
                  <a:pt x="179576" y="38287"/>
                </a:lnTo>
                <a:cubicBezTo>
                  <a:pt x="182641" y="39694"/>
                  <a:pt x="184587" y="42758"/>
                  <a:pt x="184587" y="46147"/>
                </a:cubicBezTo>
                <a:cubicBezTo>
                  <a:pt x="184587" y="49536"/>
                  <a:pt x="182641" y="52600"/>
                  <a:pt x="179576" y="54006"/>
                </a:cubicBezTo>
                <a:lnTo>
                  <a:pt x="100766" y="90419"/>
                </a:lnTo>
                <a:cubicBezTo>
                  <a:pt x="95394" y="92907"/>
                  <a:pt x="89193" y="92907"/>
                  <a:pt x="83821" y="90419"/>
                </a:cubicBezTo>
                <a:lnTo>
                  <a:pt x="5011" y="54006"/>
                </a:lnTo>
                <a:cubicBezTo>
                  <a:pt x="1947" y="52564"/>
                  <a:pt x="0" y="49500"/>
                  <a:pt x="0" y="46147"/>
                </a:cubicBezTo>
                <a:cubicBezTo>
                  <a:pt x="0" y="42794"/>
                  <a:pt x="1947" y="39694"/>
                  <a:pt x="5011" y="38287"/>
                </a:cubicBezTo>
                <a:lnTo>
                  <a:pt x="83821" y="1875"/>
                </a:lnTo>
                <a:close/>
                <a:moveTo>
                  <a:pt x="17341" y="78738"/>
                </a:moveTo>
                <a:lnTo>
                  <a:pt x="76575" y="106102"/>
                </a:lnTo>
                <a:cubicBezTo>
                  <a:pt x="86561" y="110716"/>
                  <a:pt x="98062" y="110716"/>
                  <a:pt x="108049" y="106102"/>
                </a:cubicBezTo>
                <a:lnTo>
                  <a:pt x="167282" y="78738"/>
                </a:lnTo>
                <a:lnTo>
                  <a:pt x="179576" y="84434"/>
                </a:lnTo>
                <a:cubicBezTo>
                  <a:pt x="182641" y="85840"/>
                  <a:pt x="184587" y="88905"/>
                  <a:pt x="184587" y="92294"/>
                </a:cubicBezTo>
                <a:cubicBezTo>
                  <a:pt x="184587" y="95683"/>
                  <a:pt x="182641" y="98747"/>
                  <a:pt x="179576" y="100153"/>
                </a:cubicBezTo>
                <a:lnTo>
                  <a:pt x="100766" y="136566"/>
                </a:lnTo>
                <a:cubicBezTo>
                  <a:pt x="95394" y="139053"/>
                  <a:pt x="89193" y="139053"/>
                  <a:pt x="83821" y="136566"/>
                </a:cubicBezTo>
                <a:lnTo>
                  <a:pt x="5011" y="100153"/>
                </a:lnTo>
                <a:cubicBezTo>
                  <a:pt x="1947" y="98711"/>
                  <a:pt x="0" y="95647"/>
                  <a:pt x="0" y="92294"/>
                </a:cubicBezTo>
                <a:cubicBezTo>
                  <a:pt x="0" y="88941"/>
                  <a:pt x="1947" y="85840"/>
                  <a:pt x="5011" y="84434"/>
                </a:cubicBezTo>
                <a:lnTo>
                  <a:pt x="17305" y="78738"/>
                </a:lnTo>
                <a:close/>
                <a:moveTo>
                  <a:pt x="5011" y="130581"/>
                </a:moveTo>
                <a:lnTo>
                  <a:pt x="17305" y="124885"/>
                </a:lnTo>
                <a:lnTo>
                  <a:pt x="76539" y="152249"/>
                </a:lnTo>
                <a:cubicBezTo>
                  <a:pt x="86525" y="156863"/>
                  <a:pt x="98026" y="156863"/>
                  <a:pt x="108012" y="152249"/>
                </a:cubicBezTo>
                <a:lnTo>
                  <a:pt x="167246" y="124885"/>
                </a:lnTo>
                <a:lnTo>
                  <a:pt x="179540" y="130581"/>
                </a:lnTo>
                <a:cubicBezTo>
                  <a:pt x="182605" y="131987"/>
                  <a:pt x="184551" y="135052"/>
                  <a:pt x="184551" y="138441"/>
                </a:cubicBezTo>
                <a:cubicBezTo>
                  <a:pt x="184551" y="141829"/>
                  <a:pt x="182605" y="144894"/>
                  <a:pt x="179540" y="146300"/>
                </a:cubicBezTo>
                <a:lnTo>
                  <a:pt x="100730" y="182713"/>
                </a:lnTo>
                <a:cubicBezTo>
                  <a:pt x="95358" y="185200"/>
                  <a:pt x="89157" y="185200"/>
                  <a:pt x="83785" y="182713"/>
                </a:cubicBezTo>
                <a:lnTo>
                  <a:pt x="5011" y="146300"/>
                </a:lnTo>
                <a:cubicBezTo>
                  <a:pt x="1947" y="144858"/>
                  <a:pt x="0" y="141793"/>
                  <a:pt x="0" y="138441"/>
                </a:cubicBezTo>
                <a:cubicBezTo>
                  <a:pt x="0" y="135088"/>
                  <a:pt x="1947" y="131987"/>
                  <a:pt x="5011" y="130581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939550" y="3329958"/>
            <a:ext cx="673744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Класс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39550" y="3588380"/>
            <a:ext cx="673744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 класс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72867" y="4263969"/>
            <a:ext cx="4437482" cy="2370103"/>
          </a:xfrm>
          <a:custGeom>
            <a:avLst/>
            <a:gdLst/>
            <a:ahLst/>
            <a:cxnLst/>
            <a:rect l="l" t="t" r="r" b="b"/>
            <a:pathLst>
              <a:path w="4437482" h="2370103">
                <a:moveTo>
                  <a:pt x="110755" y="0"/>
                </a:moveTo>
                <a:lnTo>
                  <a:pt x="4326727" y="0"/>
                </a:lnTo>
                <a:cubicBezTo>
                  <a:pt x="4387895" y="0"/>
                  <a:pt x="4437482" y="49587"/>
                  <a:pt x="4437482" y="110755"/>
                </a:cubicBezTo>
                <a:lnTo>
                  <a:pt x="4437482" y="2259348"/>
                </a:lnTo>
                <a:cubicBezTo>
                  <a:pt x="4437482" y="2320516"/>
                  <a:pt x="4387895" y="2370103"/>
                  <a:pt x="4326727" y="2370103"/>
                </a:cubicBezTo>
                <a:lnTo>
                  <a:pt x="110755" y="2370103"/>
                </a:lnTo>
                <a:cubicBezTo>
                  <a:pt x="49587" y="2370103"/>
                  <a:pt x="0" y="2320516"/>
                  <a:pt x="0" y="2259348"/>
                </a:cubicBezTo>
                <a:lnTo>
                  <a:pt x="0" y="110755"/>
                </a:lnTo>
                <a:cubicBezTo>
                  <a:pt x="0" y="49587"/>
                  <a:pt x="49587" y="0"/>
                  <a:pt x="110755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8063" y="4489167"/>
            <a:ext cx="443010" cy="443010"/>
          </a:xfrm>
          <a:custGeom>
            <a:avLst/>
            <a:gdLst/>
            <a:ahLst/>
            <a:cxnLst/>
            <a:rect l="l" t="t" r="r" b="b"/>
            <a:pathLst>
              <a:path w="443010" h="443010">
                <a:moveTo>
                  <a:pt x="221505" y="0"/>
                </a:moveTo>
                <a:lnTo>
                  <a:pt x="221505" y="0"/>
                </a:lnTo>
                <a:cubicBezTo>
                  <a:pt x="343757" y="0"/>
                  <a:pt x="443010" y="99253"/>
                  <a:pt x="443010" y="221505"/>
                </a:cubicBezTo>
                <a:lnTo>
                  <a:pt x="443010" y="221505"/>
                </a:lnTo>
                <a:cubicBezTo>
                  <a:pt x="443010" y="343757"/>
                  <a:pt x="343757" y="443010"/>
                  <a:pt x="221505" y="443010"/>
                </a:cubicBezTo>
                <a:lnTo>
                  <a:pt x="221505" y="443010"/>
                </a:lnTo>
                <a:cubicBezTo>
                  <a:pt x="99253" y="443010"/>
                  <a:pt x="0" y="343757"/>
                  <a:pt x="0" y="221505"/>
                </a:cubicBezTo>
                <a:lnTo>
                  <a:pt x="0" y="221505"/>
                </a:lnTo>
                <a:cubicBezTo>
                  <a:pt x="0" y="99253"/>
                  <a:pt x="99253" y="0"/>
                  <a:pt x="221505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3" name="Shape 20"/>
          <p:cNvSpPr/>
          <p:nvPr/>
        </p:nvSpPr>
        <p:spPr>
          <a:xfrm>
            <a:off x="727275" y="4618378"/>
            <a:ext cx="184587" cy="184587"/>
          </a:xfrm>
          <a:custGeom>
            <a:avLst/>
            <a:gdLst/>
            <a:ahLst/>
            <a:cxnLst/>
            <a:rect l="l" t="t" r="r" b="b"/>
            <a:pathLst>
              <a:path w="184587" h="184587">
                <a:moveTo>
                  <a:pt x="86886" y="31401"/>
                </a:moveTo>
                <a:lnTo>
                  <a:pt x="92294" y="38864"/>
                </a:lnTo>
                <a:lnTo>
                  <a:pt x="97702" y="31401"/>
                </a:lnTo>
                <a:cubicBezTo>
                  <a:pt x="106715" y="18927"/>
                  <a:pt x="121208" y="11537"/>
                  <a:pt x="136602" y="11537"/>
                </a:cubicBezTo>
                <a:cubicBezTo>
                  <a:pt x="163100" y="11537"/>
                  <a:pt x="184587" y="33024"/>
                  <a:pt x="184587" y="59522"/>
                </a:cubicBezTo>
                <a:lnTo>
                  <a:pt x="184587" y="60460"/>
                </a:lnTo>
                <a:cubicBezTo>
                  <a:pt x="184587" y="100910"/>
                  <a:pt x="134150" y="147886"/>
                  <a:pt x="107832" y="167967"/>
                </a:cubicBezTo>
                <a:cubicBezTo>
                  <a:pt x="103362" y="171356"/>
                  <a:pt x="97882" y="173051"/>
                  <a:pt x="92294" y="173051"/>
                </a:cubicBezTo>
                <a:cubicBezTo>
                  <a:pt x="86706" y="173051"/>
                  <a:pt x="81190" y="171392"/>
                  <a:pt x="76755" y="167967"/>
                </a:cubicBezTo>
                <a:cubicBezTo>
                  <a:pt x="50437" y="147886"/>
                  <a:pt x="0" y="100910"/>
                  <a:pt x="0" y="60460"/>
                </a:cubicBezTo>
                <a:lnTo>
                  <a:pt x="0" y="59522"/>
                </a:lnTo>
                <a:cubicBezTo>
                  <a:pt x="0" y="33024"/>
                  <a:pt x="21487" y="11537"/>
                  <a:pt x="47986" y="11537"/>
                </a:cubicBezTo>
                <a:cubicBezTo>
                  <a:pt x="63380" y="11537"/>
                  <a:pt x="77873" y="18927"/>
                  <a:pt x="86886" y="31401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4" name="Text 21"/>
          <p:cNvSpPr/>
          <p:nvPr/>
        </p:nvSpPr>
        <p:spPr>
          <a:xfrm>
            <a:off x="1151826" y="4563002"/>
            <a:ext cx="1578223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4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Мои интересы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98063" y="5079846"/>
            <a:ext cx="1938168" cy="369175"/>
          </a:xfrm>
          <a:custGeom>
            <a:avLst/>
            <a:gdLst/>
            <a:ahLst/>
            <a:cxnLst/>
            <a:rect l="l" t="t" r="r" b="b"/>
            <a:pathLst>
              <a:path w="1938168" h="369175">
                <a:moveTo>
                  <a:pt x="73835" y="0"/>
                </a:moveTo>
                <a:lnTo>
                  <a:pt x="1864333" y="0"/>
                </a:lnTo>
                <a:cubicBezTo>
                  <a:pt x="1905111" y="0"/>
                  <a:pt x="1938168" y="33057"/>
                  <a:pt x="1938168" y="73835"/>
                </a:cubicBezTo>
                <a:lnTo>
                  <a:pt x="1938168" y="295340"/>
                </a:lnTo>
                <a:cubicBezTo>
                  <a:pt x="1938168" y="336118"/>
                  <a:pt x="1905111" y="369175"/>
                  <a:pt x="1864333" y="369175"/>
                </a:cubicBezTo>
                <a:lnTo>
                  <a:pt x="73835" y="369175"/>
                </a:lnTo>
                <a:cubicBezTo>
                  <a:pt x="33084" y="369175"/>
                  <a:pt x="0" y="336091"/>
                  <a:pt x="0" y="295340"/>
                </a:cubicBezTo>
                <a:lnTo>
                  <a:pt x="0" y="73835"/>
                </a:lnTo>
                <a:cubicBezTo>
                  <a:pt x="0" y="33084"/>
                  <a:pt x="33084" y="0"/>
                  <a:pt x="73835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6" name="Shape 23"/>
          <p:cNvSpPr/>
          <p:nvPr/>
        </p:nvSpPr>
        <p:spPr>
          <a:xfrm>
            <a:off x="708816" y="5190599"/>
            <a:ext cx="184587" cy="147670"/>
          </a:xfrm>
          <a:custGeom>
            <a:avLst/>
            <a:gdLst/>
            <a:ahLst/>
            <a:cxnLst/>
            <a:rect l="l" t="t" r="r" b="b"/>
            <a:pathLst>
              <a:path w="184587" h="147670">
                <a:moveTo>
                  <a:pt x="119953" y="60712"/>
                </a:moveTo>
                <a:cubicBezTo>
                  <a:pt x="123472" y="59760"/>
                  <a:pt x="127163" y="61433"/>
                  <a:pt x="128750" y="64692"/>
                </a:cubicBezTo>
                <a:lnTo>
                  <a:pt x="134114" y="75537"/>
                </a:lnTo>
                <a:cubicBezTo>
                  <a:pt x="137085" y="75940"/>
                  <a:pt x="139998" y="76748"/>
                  <a:pt x="142738" y="77873"/>
                </a:cubicBezTo>
                <a:lnTo>
                  <a:pt x="152833" y="71153"/>
                </a:lnTo>
                <a:cubicBezTo>
                  <a:pt x="155861" y="69134"/>
                  <a:pt x="159870" y="69538"/>
                  <a:pt x="162437" y="72104"/>
                </a:cubicBezTo>
                <a:lnTo>
                  <a:pt x="167975" y="77642"/>
                </a:lnTo>
                <a:cubicBezTo>
                  <a:pt x="170541" y="80209"/>
                  <a:pt x="170945" y="84247"/>
                  <a:pt x="168926" y="87246"/>
                </a:cubicBezTo>
                <a:lnTo>
                  <a:pt x="162206" y="97312"/>
                </a:lnTo>
                <a:cubicBezTo>
                  <a:pt x="162754" y="98668"/>
                  <a:pt x="163245" y="100081"/>
                  <a:pt x="163648" y="101552"/>
                </a:cubicBezTo>
                <a:cubicBezTo>
                  <a:pt x="164052" y="103023"/>
                  <a:pt x="164312" y="104465"/>
                  <a:pt x="164514" y="105936"/>
                </a:cubicBezTo>
                <a:lnTo>
                  <a:pt x="175387" y="111300"/>
                </a:lnTo>
                <a:cubicBezTo>
                  <a:pt x="178646" y="112916"/>
                  <a:pt x="180319" y="116607"/>
                  <a:pt x="179367" y="120097"/>
                </a:cubicBezTo>
                <a:lnTo>
                  <a:pt x="177348" y="127654"/>
                </a:lnTo>
                <a:cubicBezTo>
                  <a:pt x="176396" y="131144"/>
                  <a:pt x="173137" y="133509"/>
                  <a:pt x="169503" y="133278"/>
                </a:cubicBezTo>
                <a:lnTo>
                  <a:pt x="157390" y="132499"/>
                </a:lnTo>
                <a:cubicBezTo>
                  <a:pt x="155573" y="134835"/>
                  <a:pt x="153467" y="136998"/>
                  <a:pt x="151073" y="138844"/>
                </a:cubicBezTo>
                <a:lnTo>
                  <a:pt x="151852" y="150929"/>
                </a:lnTo>
                <a:cubicBezTo>
                  <a:pt x="152083" y="154563"/>
                  <a:pt x="149718" y="157851"/>
                  <a:pt x="146228" y="158774"/>
                </a:cubicBezTo>
                <a:lnTo>
                  <a:pt x="138671" y="160793"/>
                </a:lnTo>
                <a:cubicBezTo>
                  <a:pt x="135153" y="161745"/>
                  <a:pt x="131490" y="160072"/>
                  <a:pt x="129875" y="156813"/>
                </a:cubicBezTo>
                <a:lnTo>
                  <a:pt x="124510" y="145968"/>
                </a:lnTo>
                <a:cubicBezTo>
                  <a:pt x="121539" y="145564"/>
                  <a:pt x="118626" y="144757"/>
                  <a:pt x="115886" y="143632"/>
                </a:cubicBezTo>
                <a:lnTo>
                  <a:pt x="105792" y="150352"/>
                </a:lnTo>
                <a:cubicBezTo>
                  <a:pt x="102763" y="152371"/>
                  <a:pt x="98754" y="151967"/>
                  <a:pt x="96187" y="149400"/>
                </a:cubicBezTo>
                <a:lnTo>
                  <a:pt x="90650" y="143863"/>
                </a:lnTo>
                <a:cubicBezTo>
                  <a:pt x="88083" y="141296"/>
                  <a:pt x="87679" y="137287"/>
                  <a:pt x="89698" y="134259"/>
                </a:cubicBezTo>
                <a:lnTo>
                  <a:pt x="96418" y="124164"/>
                </a:lnTo>
                <a:cubicBezTo>
                  <a:pt x="95870" y="122808"/>
                  <a:pt x="95380" y="121395"/>
                  <a:pt x="94976" y="119924"/>
                </a:cubicBezTo>
                <a:cubicBezTo>
                  <a:pt x="94572" y="118453"/>
                  <a:pt x="94313" y="116982"/>
                  <a:pt x="94111" y="115540"/>
                </a:cubicBezTo>
                <a:lnTo>
                  <a:pt x="83237" y="110176"/>
                </a:lnTo>
                <a:cubicBezTo>
                  <a:pt x="79978" y="108560"/>
                  <a:pt x="78334" y="104869"/>
                  <a:pt x="79257" y="101379"/>
                </a:cubicBezTo>
                <a:lnTo>
                  <a:pt x="81276" y="93822"/>
                </a:lnTo>
                <a:cubicBezTo>
                  <a:pt x="82228" y="90332"/>
                  <a:pt x="85487" y="87967"/>
                  <a:pt x="89121" y="88198"/>
                </a:cubicBezTo>
                <a:lnTo>
                  <a:pt x="101206" y="88977"/>
                </a:lnTo>
                <a:cubicBezTo>
                  <a:pt x="103023" y="86641"/>
                  <a:pt x="105128" y="84478"/>
                  <a:pt x="107522" y="82632"/>
                </a:cubicBezTo>
                <a:lnTo>
                  <a:pt x="106743" y="70576"/>
                </a:lnTo>
                <a:cubicBezTo>
                  <a:pt x="106513" y="66942"/>
                  <a:pt x="108878" y="63654"/>
                  <a:pt x="112368" y="62731"/>
                </a:cubicBezTo>
                <a:lnTo>
                  <a:pt x="119924" y="60712"/>
                </a:lnTo>
                <a:close/>
                <a:moveTo>
                  <a:pt x="129327" y="98062"/>
                </a:moveTo>
                <a:cubicBezTo>
                  <a:pt x="122323" y="98070"/>
                  <a:pt x="116643" y="103763"/>
                  <a:pt x="116651" y="110767"/>
                </a:cubicBezTo>
                <a:cubicBezTo>
                  <a:pt x="116659" y="117771"/>
                  <a:pt x="122351" y="123451"/>
                  <a:pt x="129355" y="123443"/>
                </a:cubicBezTo>
                <a:cubicBezTo>
                  <a:pt x="136359" y="123435"/>
                  <a:pt x="142039" y="117742"/>
                  <a:pt x="142031" y="110738"/>
                </a:cubicBezTo>
                <a:cubicBezTo>
                  <a:pt x="142023" y="103734"/>
                  <a:pt x="136331" y="98054"/>
                  <a:pt x="129327" y="98062"/>
                </a:cubicBezTo>
                <a:close/>
                <a:moveTo>
                  <a:pt x="64865" y="-13123"/>
                </a:moveTo>
                <a:lnTo>
                  <a:pt x="72422" y="-11104"/>
                </a:lnTo>
                <a:cubicBezTo>
                  <a:pt x="75912" y="-10152"/>
                  <a:pt x="78277" y="-6864"/>
                  <a:pt x="78046" y="-3259"/>
                </a:cubicBezTo>
                <a:lnTo>
                  <a:pt x="77267" y="8797"/>
                </a:lnTo>
                <a:cubicBezTo>
                  <a:pt x="79661" y="10643"/>
                  <a:pt x="81766" y="12777"/>
                  <a:pt x="83583" y="15142"/>
                </a:cubicBezTo>
                <a:lnTo>
                  <a:pt x="95697" y="14363"/>
                </a:lnTo>
                <a:cubicBezTo>
                  <a:pt x="99302" y="14132"/>
                  <a:pt x="102590" y="16498"/>
                  <a:pt x="103542" y="19987"/>
                </a:cubicBezTo>
                <a:lnTo>
                  <a:pt x="105561" y="27544"/>
                </a:lnTo>
                <a:cubicBezTo>
                  <a:pt x="106484" y="31034"/>
                  <a:pt x="104840" y="34726"/>
                  <a:pt x="101581" y="36341"/>
                </a:cubicBezTo>
                <a:lnTo>
                  <a:pt x="90707" y="41705"/>
                </a:lnTo>
                <a:cubicBezTo>
                  <a:pt x="90506" y="43176"/>
                  <a:pt x="90217" y="44647"/>
                  <a:pt x="89842" y="46089"/>
                </a:cubicBezTo>
                <a:cubicBezTo>
                  <a:pt x="89467" y="47531"/>
                  <a:pt x="88948" y="48973"/>
                  <a:pt x="88400" y="50329"/>
                </a:cubicBezTo>
                <a:lnTo>
                  <a:pt x="95120" y="60424"/>
                </a:lnTo>
                <a:cubicBezTo>
                  <a:pt x="97139" y="63452"/>
                  <a:pt x="96735" y="67461"/>
                  <a:pt x="94168" y="70028"/>
                </a:cubicBezTo>
                <a:lnTo>
                  <a:pt x="88631" y="75565"/>
                </a:lnTo>
                <a:cubicBezTo>
                  <a:pt x="86064" y="78132"/>
                  <a:pt x="82055" y="78536"/>
                  <a:pt x="79026" y="76517"/>
                </a:cubicBezTo>
                <a:lnTo>
                  <a:pt x="68932" y="69797"/>
                </a:lnTo>
                <a:cubicBezTo>
                  <a:pt x="66192" y="70922"/>
                  <a:pt x="63279" y="71730"/>
                  <a:pt x="60308" y="72133"/>
                </a:cubicBezTo>
                <a:lnTo>
                  <a:pt x="54944" y="82978"/>
                </a:lnTo>
                <a:cubicBezTo>
                  <a:pt x="53328" y="86237"/>
                  <a:pt x="49637" y="87881"/>
                  <a:pt x="46147" y="86958"/>
                </a:cubicBezTo>
                <a:lnTo>
                  <a:pt x="38590" y="84939"/>
                </a:lnTo>
                <a:cubicBezTo>
                  <a:pt x="35072" y="83987"/>
                  <a:pt x="32735" y="80699"/>
                  <a:pt x="32966" y="77094"/>
                </a:cubicBezTo>
                <a:lnTo>
                  <a:pt x="33745" y="65009"/>
                </a:lnTo>
                <a:cubicBezTo>
                  <a:pt x="31351" y="63164"/>
                  <a:pt x="29246" y="61029"/>
                  <a:pt x="27429" y="58664"/>
                </a:cubicBezTo>
                <a:lnTo>
                  <a:pt x="15315" y="59443"/>
                </a:lnTo>
                <a:cubicBezTo>
                  <a:pt x="11710" y="59674"/>
                  <a:pt x="8422" y="57309"/>
                  <a:pt x="7470" y="53819"/>
                </a:cubicBezTo>
                <a:lnTo>
                  <a:pt x="5451" y="46262"/>
                </a:lnTo>
                <a:cubicBezTo>
                  <a:pt x="4528" y="42772"/>
                  <a:pt x="6172" y="39081"/>
                  <a:pt x="9431" y="37465"/>
                </a:cubicBezTo>
                <a:lnTo>
                  <a:pt x="20305" y="32101"/>
                </a:lnTo>
                <a:cubicBezTo>
                  <a:pt x="20507" y="30630"/>
                  <a:pt x="20795" y="29188"/>
                  <a:pt x="21170" y="27717"/>
                </a:cubicBezTo>
                <a:cubicBezTo>
                  <a:pt x="21574" y="26246"/>
                  <a:pt x="22035" y="24833"/>
                  <a:pt x="22612" y="23477"/>
                </a:cubicBezTo>
                <a:lnTo>
                  <a:pt x="15892" y="13411"/>
                </a:lnTo>
                <a:cubicBezTo>
                  <a:pt x="13873" y="10383"/>
                  <a:pt x="14277" y="6374"/>
                  <a:pt x="16844" y="3807"/>
                </a:cubicBezTo>
                <a:lnTo>
                  <a:pt x="22381" y="-1731"/>
                </a:lnTo>
                <a:cubicBezTo>
                  <a:pt x="24948" y="-4297"/>
                  <a:pt x="28957" y="-4701"/>
                  <a:pt x="31986" y="-2682"/>
                </a:cubicBezTo>
                <a:lnTo>
                  <a:pt x="42080" y="4038"/>
                </a:lnTo>
                <a:cubicBezTo>
                  <a:pt x="44820" y="2913"/>
                  <a:pt x="47733" y="2105"/>
                  <a:pt x="50704" y="1702"/>
                </a:cubicBezTo>
                <a:lnTo>
                  <a:pt x="56068" y="-9143"/>
                </a:lnTo>
                <a:cubicBezTo>
                  <a:pt x="57684" y="-12402"/>
                  <a:pt x="61346" y="-14046"/>
                  <a:pt x="64865" y="-13123"/>
                </a:cubicBezTo>
                <a:close/>
                <a:moveTo>
                  <a:pt x="55492" y="24227"/>
                </a:moveTo>
                <a:cubicBezTo>
                  <a:pt x="48488" y="24227"/>
                  <a:pt x="42801" y="29913"/>
                  <a:pt x="42801" y="36917"/>
                </a:cubicBezTo>
                <a:cubicBezTo>
                  <a:pt x="42801" y="43922"/>
                  <a:pt x="48488" y="49608"/>
                  <a:pt x="55492" y="49608"/>
                </a:cubicBezTo>
                <a:cubicBezTo>
                  <a:pt x="62496" y="49608"/>
                  <a:pt x="68182" y="43922"/>
                  <a:pt x="68182" y="36917"/>
                </a:cubicBezTo>
                <a:cubicBezTo>
                  <a:pt x="68182" y="29913"/>
                  <a:pt x="62496" y="24227"/>
                  <a:pt x="55492" y="24227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7" name="Text 24"/>
          <p:cNvSpPr/>
          <p:nvPr/>
        </p:nvSpPr>
        <p:spPr>
          <a:xfrm>
            <a:off x="967238" y="5153681"/>
            <a:ext cx="876790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Инженерия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2648599" y="5079846"/>
            <a:ext cx="1938168" cy="369175"/>
          </a:xfrm>
          <a:custGeom>
            <a:avLst/>
            <a:gdLst/>
            <a:ahLst/>
            <a:cxnLst/>
            <a:rect l="l" t="t" r="r" b="b"/>
            <a:pathLst>
              <a:path w="1938168" h="369175">
                <a:moveTo>
                  <a:pt x="73835" y="0"/>
                </a:moveTo>
                <a:lnTo>
                  <a:pt x="1864333" y="0"/>
                </a:lnTo>
                <a:cubicBezTo>
                  <a:pt x="1905111" y="0"/>
                  <a:pt x="1938168" y="33057"/>
                  <a:pt x="1938168" y="73835"/>
                </a:cubicBezTo>
                <a:lnTo>
                  <a:pt x="1938168" y="295340"/>
                </a:lnTo>
                <a:cubicBezTo>
                  <a:pt x="1938168" y="336118"/>
                  <a:pt x="1905111" y="369175"/>
                  <a:pt x="1864333" y="369175"/>
                </a:cubicBezTo>
                <a:lnTo>
                  <a:pt x="73835" y="369175"/>
                </a:lnTo>
                <a:cubicBezTo>
                  <a:pt x="33084" y="369175"/>
                  <a:pt x="0" y="336091"/>
                  <a:pt x="0" y="295340"/>
                </a:cubicBezTo>
                <a:lnTo>
                  <a:pt x="0" y="73835"/>
                </a:lnTo>
                <a:cubicBezTo>
                  <a:pt x="0" y="33084"/>
                  <a:pt x="33084" y="0"/>
                  <a:pt x="73835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9" name="Shape 26"/>
          <p:cNvSpPr/>
          <p:nvPr/>
        </p:nvSpPr>
        <p:spPr>
          <a:xfrm>
            <a:off x="2787040" y="5190599"/>
            <a:ext cx="129211" cy="147670"/>
          </a:xfrm>
          <a:custGeom>
            <a:avLst/>
            <a:gdLst/>
            <a:ahLst/>
            <a:cxnLst/>
            <a:rect l="l" t="t" r="r" b="b"/>
            <a:pathLst>
              <a:path w="129211" h="147670">
                <a:moveTo>
                  <a:pt x="83064" y="0"/>
                </a:moveTo>
                <a:lnTo>
                  <a:pt x="36917" y="0"/>
                </a:lnTo>
                <a:cubicBezTo>
                  <a:pt x="31812" y="0"/>
                  <a:pt x="27688" y="4124"/>
                  <a:pt x="27688" y="9229"/>
                </a:cubicBezTo>
                <a:cubicBezTo>
                  <a:pt x="27688" y="14334"/>
                  <a:pt x="31812" y="18459"/>
                  <a:pt x="36917" y="18459"/>
                </a:cubicBezTo>
                <a:lnTo>
                  <a:pt x="36917" y="62154"/>
                </a:lnTo>
                <a:lnTo>
                  <a:pt x="2163" y="122953"/>
                </a:lnTo>
                <a:cubicBezTo>
                  <a:pt x="750" y="125462"/>
                  <a:pt x="0" y="128259"/>
                  <a:pt x="0" y="131144"/>
                </a:cubicBezTo>
                <a:cubicBezTo>
                  <a:pt x="0" y="140286"/>
                  <a:pt x="7383" y="147670"/>
                  <a:pt x="16526" y="147670"/>
                </a:cubicBezTo>
                <a:lnTo>
                  <a:pt x="112685" y="147670"/>
                </a:lnTo>
                <a:cubicBezTo>
                  <a:pt x="121799" y="147670"/>
                  <a:pt x="129211" y="140286"/>
                  <a:pt x="129211" y="131144"/>
                </a:cubicBezTo>
                <a:cubicBezTo>
                  <a:pt x="129211" y="128259"/>
                  <a:pt x="128461" y="125433"/>
                  <a:pt x="127048" y="122953"/>
                </a:cubicBezTo>
                <a:lnTo>
                  <a:pt x="92294" y="62154"/>
                </a:lnTo>
                <a:lnTo>
                  <a:pt x="92294" y="18459"/>
                </a:lnTo>
                <a:cubicBezTo>
                  <a:pt x="97399" y="18459"/>
                  <a:pt x="101523" y="14334"/>
                  <a:pt x="101523" y="9229"/>
                </a:cubicBezTo>
                <a:cubicBezTo>
                  <a:pt x="101523" y="4124"/>
                  <a:pt x="97399" y="0"/>
                  <a:pt x="92294" y="0"/>
                </a:cubicBezTo>
                <a:lnTo>
                  <a:pt x="83064" y="0"/>
                </a:lnTo>
                <a:close/>
                <a:moveTo>
                  <a:pt x="55376" y="62154"/>
                </a:moveTo>
                <a:lnTo>
                  <a:pt x="55376" y="18459"/>
                </a:lnTo>
                <a:lnTo>
                  <a:pt x="73835" y="18459"/>
                </a:lnTo>
                <a:lnTo>
                  <a:pt x="73835" y="62154"/>
                </a:lnTo>
                <a:cubicBezTo>
                  <a:pt x="73835" y="65355"/>
                  <a:pt x="74671" y="68528"/>
                  <a:pt x="76258" y="71326"/>
                </a:cubicBezTo>
                <a:lnTo>
                  <a:pt x="88256" y="92294"/>
                </a:lnTo>
                <a:lnTo>
                  <a:pt x="40955" y="92294"/>
                </a:lnTo>
                <a:lnTo>
                  <a:pt x="52954" y="71326"/>
                </a:lnTo>
                <a:cubicBezTo>
                  <a:pt x="54540" y="68528"/>
                  <a:pt x="55376" y="65384"/>
                  <a:pt x="55376" y="62154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0" name="Text 27"/>
          <p:cNvSpPr/>
          <p:nvPr/>
        </p:nvSpPr>
        <p:spPr>
          <a:xfrm>
            <a:off x="3017774" y="5153681"/>
            <a:ext cx="1504388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Естественные науки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98063" y="5559774"/>
            <a:ext cx="1938168" cy="369175"/>
          </a:xfrm>
          <a:custGeom>
            <a:avLst/>
            <a:gdLst/>
            <a:ahLst/>
            <a:cxnLst/>
            <a:rect l="l" t="t" r="r" b="b"/>
            <a:pathLst>
              <a:path w="1938168" h="369175">
                <a:moveTo>
                  <a:pt x="73835" y="0"/>
                </a:moveTo>
                <a:lnTo>
                  <a:pt x="1864333" y="0"/>
                </a:lnTo>
                <a:cubicBezTo>
                  <a:pt x="1905111" y="0"/>
                  <a:pt x="1938168" y="33057"/>
                  <a:pt x="1938168" y="73835"/>
                </a:cubicBezTo>
                <a:lnTo>
                  <a:pt x="1938168" y="295340"/>
                </a:lnTo>
                <a:cubicBezTo>
                  <a:pt x="1938168" y="336118"/>
                  <a:pt x="1905111" y="369175"/>
                  <a:pt x="1864333" y="369175"/>
                </a:cubicBezTo>
                <a:lnTo>
                  <a:pt x="73835" y="369175"/>
                </a:lnTo>
                <a:cubicBezTo>
                  <a:pt x="33084" y="369175"/>
                  <a:pt x="0" y="336091"/>
                  <a:pt x="0" y="295340"/>
                </a:cubicBezTo>
                <a:lnTo>
                  <a:pt x="0" y="73835"/>
                </a:lnTo>
                <a:cubicBezTo>
                  <a:pt x="0" y="33084"/>
                  <a:pt x="33084" y="0"/>
                  <a:pt x="73835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32" name="Shape 29"/>
          <p:cNvSpPr/>
          <p:nvPr/>
        </p:nvSpPr>
        <p:spPr>
          <a:xfrm>
            <a:off x="708816" y="5670526"/>
            <a:ext cx="184587" cy="147670"/>
          </a:xfrm>
          <a:custGeom>
            <a:avLst/>
            <a:gdLst/>
            <a:ahLst/>
            <a:cxnLst/>
            <a:rect l="l" t="t" r="r" b="b"/>
            <a:pathLst>
              <a:path w="184587" h="147670">
                <a:moveTo>
                  <a:pt x="101523" y="0"/>
                </a:moveTo>
                <a:cubicBezTo>
                  <a:pt x="101523" y="-5105"/>
                  <a:pt x="97399" y="-9229"/>
                  <a:pt x="92294" y="-9229"/>
                </a:cubicBezTo>
                <a:cubicBezTo>
                  <a:pt x="87189" y="-9229"/>
                  <a:pt x="83064" y="-5105"/>
                  <a:pt x="83064" y="0"/>
                </a:cubicBezTo>
                <a:lnTo>
                  <a:pt x="83064" y="18459"/>
                </a:lnTo>
                <a:lnTo>
                  <a:pt x="55376" y="18459"/>
                </a:lnTo>
                <a:cubicBezTo>
                  <a:pt x="40090" y="18459"/>
                  <a:pt x="27688" y="30861"/>
                  <a:pt x="27688" y="46147"/>
                </a:cubicBezTo>
                <a:lnTo>
                  <a:pt x="27688" y="110752"/>
                </a:lnTo>
                <a:cubicBezTo>
                  <a:pt x="27688" y="126039"/>
                  <a:pt x="40090" y="138441"/>
                  <a:pt x="55376" y="138441"/>
                </a:cubicBezTo>
                <a:lnTo>
                  <a:pt x="129211" y="138441"/>
                </a:lnTo>
                <a:cubicBezTo>
                  <a:pt x="144497" y="138441"/>
                  <a:pt x="156899" y="126039"/>
                  <a:pt x="156899" y="110752"/>
                </a:cubicBezTo>
                <a:lnTo>
                  <a:pt x="156899" y="46147"/>
                </a:lnTo>
                <a:cubicBezTo>
                  <a:pt x="156899" y="30861"/>
                  <a:pt x="144497" y="18459"/>
                  <a:pt x="129211" y="18459"/>
                </a:cubicBezTo>
                <a:lnTo>
                  <a:pt x="101523" y="18459"/>
                </a:lnTo>
                <a:lnTo>
                  <a:pt x="101523" y="0"/>
                </a:lnTo>
                <a:close/>
                <a:moveTo>
                  <a:pt x="46147" y="106138"/>
                </a:moveTo>
                <a:cubicBezTo>
                  <a:pt x="46147" y="102302"/>
                  <a:pt x="49233" y="99216"/>
                  <a:pt x="53069" y="99216"/>
                </a:cubicBezTo>
                <a:lnTo>
                  <a:pt x="62298" y="99216"/>
                </a:lnTo>
                <a:cubicBezTo>
                  <a:pt x="66134" y="99216"/>
                  <a:pt x="69220" y="102302"/>
                  <a:pt x="69220" y="106138"/>
                </a:cubicBezTo>
                <a:cubicBezTo>
                  <a:pt x="69220" y="109974"/>
                  <a:pt x="66134" y="113060"/>
                  <a:pt x="62298" y="113060"/>
                </a:cubicBezTo>
                <a:lnTo>
                  <a:pt x="53069" y="113060"/>
                </a:lnTo>
                <a:cubicBezTo>
                  <a:pt x="49233" y="113060"/>
                  <a:pt x="46147" y="109974"/>
                  <a:pt x="46147" y="106138"/>
                </a:cubicBezTo>
                <a:close/>
                <a:moveTo>
                  <a:pt x="80757" y="106138"/>
                </a:moveTo>
                <a:cubicBezTo>
                  <a:pt x="80757" y="102302"/>
                  <a:pt x="83843" y="99216"/>
                  <a:pt x="87679" y="99216"/>
                </a:cubicBezTo>
                <a:lnTo>
                  <a:pt x="96908" y="99216"/>
                </a:lnTo>
                <a:cubicBezTo>
                  <a:pt x="100744" y="99216"/>
                  <a:pt x="103830" y="102302"/>
                  <a:pt x="103830" y="106138"/>
                </a:cubicBezTo>
                <a:cubicBezTo>
                  <a:pt x="103830" y="109974"/>
                  <a:pt x="100744" y="113060"/>
                  <a:pt x="96908" y="113060"/>
                </a:cubicBezTo>
                <a:lnTo>
                  <a:pt x="87679" y="113060"/>
                </a:lnTo>
                <a:cubicBezTo>
                  <a:pt x="83843" y="113060"/>
                  <a:pt x="80757" y="109974"/>
                  <a:pt x="80757" y="106138"/>
                </a:cubicBezTo>
                <a:close/>
                <a:moveTo>
                  <a:pt x="115367" y="106138"/>
                </a:moveTo>
                <a:cubicBezTo>
                  <a:pt x="115367" y="102302"/>
                  <a:pt x="118453" y="99216"/>
                  <a:pt x="122289" y="99216"/>
                </a:cubicBezTo>
                <a:lnTo>
                  <a:pt x="131519" y="99216"/>
                </a:lnTo>
                <a:cubicBezTo>
                  <a:pt x="135355" y="99216"/>
                  <a:pt x="138441" y="102302"/>
                  <a:pt x="138441" y="106138"/>
                </a:cubicBezTo>
                <a:cubicBezTo>
                  <a:pt x="138441" y="109974"/>
                  <a:pt x="135355" y="113060"/>
                  <a:pt x="131519" y="113060"/>
                </a:cubicBezTo>
                <a:lnTo>
                  <a:pt x="122289" y="113060"/>
                </a:lnTo>
                <a:cubicBezTo>
                  <a:pt x="118453" y="113060"/>
                  <a:pt x="115367" y="109974"/>
                  <a:pt x="115367" y="106138"/>
                </a:cubicBezTo>
                <a:close/>
                <a:moveTo>
                  <a:pt x="64606" y="50762"/>
                </a:moveTo>
                <a:cubicBezTo>
                  <a:pt x="72246" y="50762"/>
                  <a:pt x="78450" y="56965"/>
                  <a:pt x="78450" y="64606"/>
                </a:cubicBezTo>
                <a:cubicBezTo>
                  <a:pt x="78450" y="72246"/>
                  <a:pt x="72246" y="78450"/>
                  <a:pt x="64606" y="78450"/>
                </a:cubicBezTo>
                <a:cubicBezTo>
                  <a:pt x="56965" y="78450"/>
                  <a:pt x="50762" y="72246"/>
                  <a:pt x="50762" y="64606"/>
                </a:cubicBezTo>
                <a:cubicBezTo>
                  <a:pt x="50762" y="56965"/>
                  <a:pt x="56965" y="50762"/>
                  <a:pt x="64606" y="50762"/>
                </a:cubicBezTo>
                <a:close/>
                <a:moveTo>
                  <a:pt x="106138" y="64606"/>
                </a:moveTo>
                <a:cubicBezTo>
                  <a:pt x="106138" y="56965"/>
                  <a:pt x="112341" y="50762"/>
                  <a:pt x="119982" y="50762"/>
                </a:cubicBezTo>
                <a:cubicBezTo>
                  <a:pt x="127623" y="50762"/>
                  <a:pt x="133826" y="56965"/>
                  <a:pt x="133826" y="64606"/>
                </a:cubicBezTo>
                <a:cubicBezTo>
                  <a:pt x="133826" y="72246"/>
                  <a:pt x="127623" y="78450"/>
                  <a:pt x="119982" y="78450"/>
                </a:cubicBezTo>
                <a:cubicBezTo>
                  <a:pt x="112341" y="78450"/>
                  <a:pt x="106138" y="72246"/>
                  <a:pt x="106138" y="64606"/>
                </a:cubicBezTo>
                <a:close/>
                <a:moveTo>
                  <a:pt x="18459" y="64606"/>
                </a:moveTo>
                <a:cubicBezTo>
                  <a:pt x="18459" y="59501"/>
                  <a:pt x="14334" y="55376"/>
                  <a:pt x="9229" y="55376"/>
                </a:cubicBezTo>
                <a:cubicBezTo>
                  <a:pt x="4124" y="55376"/>
                  <a:pt x="0" y="59501"/>
                  <a:pt x="0" y="64606"/>
                </a:cubicBezTo>
                <a:lnTo>
                  <a:pt x="0" y="92294"/>
                </a:lnTo>
                <a:cubicBezTo>
                  <a:pt x="0" y="97399"/>
                  <a:pt x="4124" y="101523"/>
                  <a:pt x="9229" y="101523"/>
                </a:cubicBezTo>
                <a:cubicBezTo>
                  <a:pt x="14334" y="101523"/>
                  <a:pt x="18459" y="97399"/>
                  <a:pt x="18459" y="92294"/>
                </a:cubicBezTo>
                <a:lnTo>
                  <a:pt x="18459" y="64606"/>
                </a:lnTo>
                <a:close/>
                <a:moveTo>
                  <a:pt x="175358" y="55376"/>
                </a:moveTo>
                <a:cubicBezTo>
                  <a:pt x="170253" y="55376"/>
                  <a:pt x="166129" y="59501"/>
                  <a:pt x="166129" y="64606"/>
                </a:cubicBezTo>
                <a:lnTo>
                  <a:pt x="166129" y="92294"/>
                </a:lnTo>
                <a:cubicBezTo>
                  <a:pt x="166129" y="97399"/>
                  <a:pt x="170253" y="101523"/>
                  <a:pt x="175358" y="101523"/>
                </a:cubicBezTo>
                <a:cubicBezTo>
                  <a:pt x="180463" y="101523"/>
                  <a:pt x="184587" y="97399"/>
                  <a:pt x="184587" y="92294"/>
                </a:cubicBezTo>
                <a:lnTo>
                  <a:pt x="184587" y="64606"/>
                </a:lnTo>
                <a:cubicBezTo>
                  <a:pt x="184587" y="59501"/>
                  <a:pt x="180463" y="55376"/>
                  <a:pt x="175358" y="55376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3" name="Text 30"/>
          <p:cNvSpPr/>
          <p:nvPr/>
        </p:nvSpPr>
        <p:spPr>
          <a:xfrm>
            <a:off x="967238" y="5633609"/>
            <a:ext cx="1125983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Робототехника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2648599" y="5559774"/>
            <a:ext cx="1938168" cy="369175"/>
          </a:xfrm>
          <a:custGeom>
            <a:avLst/>
            <a:gdLst/>
            <a:ahLst/>
            <a:cxnLst/>
            <a:rect l="l" t="t" r="r" b="b"/>
            <a:pathLst>
              <a:path w="1938168" h="369175">
                <a:moveTo>
                  <a:pt x="73835" y="0"/>
                </a:moveTo>
                <a:lnTo>
                  <a:pt x="1864333" y="0"/>
                </a:lnTo>
                <a:cubicBezTo>
                  <a:pt x="1905111" y="0"/>
                  <a:pt x="1938168" y="33057"/>
                  <a:pt x="1938168" y="73835"/>
                </a:cubicBezTo>
                <a:lnTo>
                  <a:pt x="1938168" y="295340"/>
                </a:lnTo>
                <a:cubicBezTo>
                  <a:pt x="1938168" y="336118"/>
                  <a:pt x="1905111" y="369175"/>
                  <a:pt x="1864333" y="369175"/>
                </a:cubicBezTo>
                <a:lnTo>
                  <a:pt x="73835" y="369175"/>
                </a:lnTo>
                <a:cubicBezTo>
                  <a:pt x="33084" y="369175"/>
                  <a:pt x="0" y="336091"/>
                  <a:pt x="0" y="295340"/>
                </a:cubicBezTo>
                <a:lnTo>
                  <a:pt x="0" y="73835"/>
                </a:lnTo>
                <a:cubicBezTo>
                  <a:pt x="0" y="33084"/>
                  <a:pt x="33084" y="0"/>
                  <a:pt x="73835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35" name="Shape 32"/>
          <p:cNvSpPr/>
          <p:nvPr/>
        </p:nvSpPr>
        <p:spPr>
          <a:xfrm>
            <a:off x="2768581" y="5670526"/>
            <a:ext cx="166129" cy="147670"/>
          </a:xfrm>
          <a:custGeom>
            <a:avLst/>
            <a:gdLst/>
            <a:ahLst/>
            <a:cxnLst/>
            <a:rect l="l" t="t" r="r" b="b"/>
            <a:pathLst>
              <a:path w="166129" h="147670">
                <a:moveTo>
                  <a:pt x="149977" y="57684"/>
                </a:moveTo>
                <a:cubicBezTo>
                  <a:pt x="158889" y="57684"/>
                  <a:pt x="166129" y="64923"/>
                  <a:pt x="166129" y="73835"/>
                </a:cubicBezTo>
                <a:cubicBezTo>
                  <a:pt x="166129" y="82747"/>
                  <a:pt x="158889" y="89986"/>
                  <a:pt x="149977" y="89986"/>
                </a:cubicBezTo>
                <a:lnTo>
                  <a:pt x="113262" y="89986"/>
                </a:lnTo>
                <a:lnTo>
                  <a:pt x="67346" y="140056"/>
                </a:lnTo>
                <a:cubicBezTo>
                  <a:pt x="65586" y="141959"/>
                  <a:pt x="63135" y="143055"/>
                  <a:pt x="60539" y="143055"/>
                </a:cubicBezTo>
                <a:lnTo>
                  <a:pt x="47935" y="143055"/>
                </a:lnTo>
                <a:cubicBezTo>
                  <a:pt x="44791" y="143055"/>
                  <a:pt x="42570" y="139969"/>
                  <a:pt x="43551" y="136970"/>
                </a:cubicBezTo>
                <a:lnTo>
                  <a:pt x="59212" y="89986"/>
                </a:lnTo>
                <a:lnTo>
                  <a:pt x="30457" y="89986"/>
                </a:lnTo>
                <a:lnTo>
                  <a:pt x="15228" y="109022"/>
                </a:lnTo>
                <a:cubicBezTo>
                  <a:pt x="14363" y="110118"/>
                  <a:pt x="13036" y="110752"/>
                  <a:pt x="11623" y="110752"/>
                </a:cubicBezTo>
                <a:lnTo>
                  <a:pt x="5913" y="110752"/>
                </a:lnTo>
                <a:cubicBezTo>
                  <a:pt x="2913" y="110752"/>
                  <a:pt x="721" y="107926"/>
                  <a:pt x="1442" y="105013"/>
                </a:cubicBezTo>
                <a:lnTo>
                  <a:pt x="9229" y="73835"/>
                </a:lnTo>
                <a:lnTo>
                  <a:pt x="1442" y="42657"/>
                </a:lnTo>
                <a:cubicBezTo>
                  <a:pt x="692" y="39744"/>
                  <a:pt x="2913" y="36917"/>
                  <a:pt x="5913" y="36917"/>
                </a:cubicBezTo>
                <a:lnTo>
                  <a:pt x="11623" y="36917"/>
                </a:lnTo>
                <a:cubicBezTo>
                  <a:pt x="13036" y="36917"/>
                  <a:pt x="14363" y="37552"/>
                  <a:pt x="15228" y="38648"/>
                </a:cubicBezTo>
                <a:lnTo>
                  <a:pt x="30457" y="57684"/>
                </a:lnTo>
                <a:lnTo>
                  <a:pt x="59212" y="57684"/>
                </a:lnTo>
                <a:lnTo>
                  <a:pt x="43551" y="10700"/>
                </a:lnTo>
                <a:cubicBezTo>
                  <a:pt x="42570" y="7701"/>
                  <a:pt x="44791" y="4615"/>
                  <a:pt x="47935" y="4615"/>
                </a:cubicBezTo>
                <a:lnTo>
                  <a:pt x="60539" y="4615"/>
                </a:lnTo>
                <a:cubicBezTo>
                  <a:pt x="63135" y="4615"/>
                  <a:pt x="65586" y="5711"/>
                  <a:pt x="67346" y="7614"/>
                </a:cubicBezTo>
                <a:lnTo>
                  <a:pt x="113262" y="57684"/>
                </a:lnTo>
                <a:lnTo>
                  <a:pt x="149977" y="57684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6" name="Text 33"/>
          <p:cNvSpPr/>
          <p:nvPr/>
        </p:nvSpPr>
        <p:spPr>
          <a:xfrm>
            <a:off x="3017774" y="5633609"/>
            <a:ext cx="664515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Авиация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598063" y="6039701"/>
            <a:ext cx="3987089" cy="369175"/>
          </a:xfrm>
          <a:custGeom>
            <a:avLst/>
            <a:gdLst/>
            <a:ahLst/>
            <a:cxnLst/>
            <a:rect l="l" t="t" r="r" b="b"/>
            <a:pathLst>
              <a:path w="3987089" h="369175">
                <a:moveTo>
                  <a:pt x="73835" y="0"/>
                </a:moveTo>
                <a:lnTo>
                  <a:pt x="3913254" y="0"/>
                </a:lnTo>
                <a:cubicBezTo>
                  <a:pt x="3954032" y="0"/>
                  <a:pt x="3987089" y="33057"/>
                  <a:pt x="3987089" y="73835"/>
                </a:cubicBezTo>
                <a:lnTo>
                  <a:pt x="3987089" y="295340"/>
                </a:lnTo>
                <a:cubicBezTo>
                  <a:pt x="3987089" y="336118"/>
                  <a:pt x="3954032" y="369175"/>
                  <a:pt x="3913254" y="369175"/>
                </a:cubicBezTo>
                <a:lnTo>
                  <a:pt x="73835" y="369175"/>
                </a:lnTo>
                <a:cubicBezTo>
                  <a:pt x="33084" y="369175"/>
                  <a:pt x="0" y="336091"/>
                  <a:pt x="0" y="295340"/>
                </a:cubicBezTo>
                <a:lnTo>
                  <a:pt x="0" y="73835"/>
                </a:lnTo>
                <a:cubicBezTo>
                  <a:pt x="0" y="33084"/>
                  <a:pt x="33084" y="0"/>
                  <a:pt x="73835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38" name="Shape 35"/>
          <p:cNvSpPr/>
          <p:nvPr/>
        </p:nvSpPr>
        <p:spPr>
          <a:xfrm>
            <a:off x="727275" y="6150454"/>
            <a:ext cx="147670" cy="147670"/>
          </a:xfrm>
          <a:custGeom>
            <a:avLst/>
            <a:gdLst/>
            <a:ahLst/>
            <a:cxnLst/>
            <a:rect l="l" t="t" r="r" b="b"/>
            <a:pathLst>
              <a:path w="147670" h="147670">
                <a:moveTo>
                  <a:pt x="50762" y="6922"/>
                </a:moveTo>
                <a:cubicBezTo>
                  <a:pt x="50762" y="3086"/>
                  <a:pt x="47675" y="0"/>
                  <a:pt x="43840" y="0"/>
                </a:cubicBezTo>
                <a:cubicBezTo>
                  <a:pt x="40004" y="0"/>
                  <a:pt x="36917" y="3086"/>
                  <a:pt x="36917" y="6922"/>
                </a:cubicBezTo>
                <a:lnTo>
                  <a:pt x="36917" y="18459"/>
                </a:lnTo>
                <a:cubicBezTo>
                  <a:pt x="26736" y="18459"/>
                  <a:pt x="18459" y="26736"/>
                  <a:pt x="18459" y="36917"/>
                </a:cubicBezTo>
                <a:lnTo>
                  <a:pt x="6922" y="36917"/>
                </a:lnTo>
                <a:cubicBezTo>
                  <a:pt x="3086" y="36917"/>
                  <a:pt x="0" y="40004"/>
                  <a:pt x="0" y="43840"/>
                </a:cubicBezTo>
                <a:cubicBezTo>
                  <a:pt x="0" y="47675"/>
                  <a:pt x="3086" y="50762"/>
                  <a:pt x="6922" y="50762"/>
                </a:cubicBezTo>
                <a:lnTo>
                  <a:pt x="18459" y="50762"/>
                </a:lnTo>
                <a:lnTo>
                  <a:pt x="18459" y="66913"/>
                </a:lnTo>
                <a:lnTo>
                  <a:pt x="6922" y="66913"/>
                </a:lnTo>
                <a:cubicBezTo>
                  <a:pt x="3086" y="66913"/>
                  <a:pt x="0" y="69999"/>
                  <a:pt x="0" y="73835"/>
                </a:cubicBezTo>
                <a:cubicBezTo>
                  <a:pt x="0" y="77671"/>
                  <a:pt x="3086" y="80757"/>
                  <a:pt x="6922" y="80757"/>
                </a:cubicBezTo>
                <a:lnTo>
                  <a:pt x="18459" y="80757"/>
                </a:lnTo>
                <a:lnTo>
                  <a:pt x="18459" y="96908"/>
                </a:lnTo>
                <a:lnTo>
                  <a:pt x="6922" y="96908"/>
                </a:lnTo>
                <a:cubicBezTo>
                  <a:pt x="3086" y="96908"/>
                  <a:pt x="0" y="99994"/>
                  <a:pt x="0" y="103830"/>
                </a:cubicBezTo>
                <a:cubicBezTo>
                  <a:pt x="0" y="107666"/>
                  <a:pt x="3086" y="110752"/>
                  <a:pt x="6922" y="110752"/>
                </a:cubicBezTo>
                <a:lnTo>
                  <a:pt x="18459" y="110752"/>
                </a:lnTo>
                <a:cubicBezTo>
                  <a:pt x="18459" y="120934"/>
                  <a:pt x="26736" y="129211"/>
                  <a:pt x="36917" y="129211"/>
                </a:cubicBezTo>
                <a:lnTo>
                  <a:pt x="36917" y="140748"/>
                </a:lnTo>
                <a:cubicBezTo>
                  <a:pt x="36917" y="144584"/>
                  <a:pt x="40004" y="147670"/>
                  <a:pt x="43840" y="147670"/>
                </a:cubicBezTo>
                <a:cubicBezTo>
                  <a:pt x="47675" y="147670"/>
                  <a:pt x="50762" y="144584"/>
                  <a:pt x="50762" y="140748"/>
                </a:cubicBezTo>
                <a:lnTo>
                  <a:pt x="50762" y="129211"/>
                </a:lnTo>
                <a:lnTo>
                  <a:pt x="66913" y="129211"/>
                </a:lnTo>
                <a:lnTo>
                  <a:pt x="66913" y="140748"/>
                </a:lnTo>
                <a:cubicBezTo>
                  <a:pt x="66913" y="144584"/>
                  <a:pt x="69999" y="147670"/>
                  <a:pt x="73835" y="147670"/>
                </a:cubicBezTo>
                <a:cubicBezTo>
                  <a:pt x="77671" y="147670"/>
                  <a:pt x="80757" y="144584"/>
                  <a:pt x="80757" y="140748"/>
                </a:cubicBezTo>
                <a:lnTo>
                  <a:pt x="80757" y="129211"/>
                </a:lnTo>
                <a:lnTo>
                  <a:pt x="96908" y="129211"/>
                </a:lnTo>
                <a:lnTo>
                  <a:pt x="96908" y="140748"/>
                </a:lnTo>
                <a:cubicBezTo>
                  <a:pt x="96908" y="144584"/>
                  <a:pt x="99994" y="147670"/>
                  <a:pt x="103830" y="147670"/>
                </a:cubicBezTo>
                <a:cubicBezTo>
                  <a:pt x="107666" y="147670"/>
                  <a:pt x="110752" y="144584"/>
                  <a:pt x="110752" y="140748"/>
                </a:cubicBezTo>
                <a:lnTo>
                  <a:pt x="110752" y="129211"/>
                </a:lnTo>
                <a:cubicBezTo>
                  <a:pt x="120934" y="129211"/>
                  <a:pt x="129211" y="120934"/>
                  <a:pt x="129211" y="110752"/>
                </a:cubicBezTo>
                <a:lnTo>
                  <a:pt x="140748" y="110752"/>
                </a:lnTo>
                <a:cubicBezTo>
                  <a:pt x="144584" y="110752"/>
                  <a:pt x="147670" y="107666"/>
                  <a:pt x="147670" y="103830"/>
                </a:cubicBezTo>
                <a:cubicBezTo>
                  <a:pt x="147670" y="99994"/>
                  <a:pt x="144584" y="96908"/>
                  <a:pt x="140748" y="96908"/>
                </a:cubicBezTo>
                <a:lnTo>
                  <a:pt x="129211" y="96908"/>
                </a:lnTo>
                <a:lnTo>
                  <a:pt x="129211" y="80757"/>
                </a:lnTo>
                <a:lnTo>
                  <a:pt x="140748" y="80757"/>
                </a:lnTo>
                <a:cubicBezTo>
                  <a:pt x="144584" y="80757"/>
                  <a:pt x="147670" y="77671"/>
                  <a:pt x="147670" y="73835"/>
                </a:cubicBezTo>
                <a:cubicBezTo>
                  <a:pt x="147670" y="69999"/>
                  <a:pt x="144584" y="66913"/>
                  <a:pt x="140748" y="66913"/>
                </a:cubicBezTo>
                <a:lnTo>
                  <a:pt x="129211" y="66913"/>
                </a:lnTo>
                <a:lnTo>
                  <a:pt x="129211" y="50762"/>
                </a:lnTo>
                <a:lnTo>
                  <a:pt x="140748" y="50762"/>
                </a:lnTo>
                <a:cubicBezTo>
                  <a:pt x="144584" y="50762"/>
                  <a:pt x="147670" y="47675"/>
                  <a:pt x="147670" y="43840"/>
                </a:cubicBezTo>
                <a:cubicBezTo>
                  <a:pt x="147670" y="40004"/>
                  <a:pt x="144584" y="36917"/>
                  <a:pt x="140748" y="36917"/>
                </a:cubicBezTo>
                <a:lnTo>
                  <a:pt x="129211" y="36917"/>
                </a:lnTo>
                <a:cubicBezTo>
                  <a:pt x="129211" y="26736"/>
                  <a:pt x="120934" y="18459"/>
                  <a:pt x="110752" y="18459"/>
                </a:cubicBezTo>
                <a:lnTo>
                  <a:pt x="110752" y="6922"/>
                </a:lnTo>
                <a:cubicBezTo>
                  <a:pt x="110752" y="3086"/>
                  <a:pt x="107666" y="0"/>
                  <a:pt x="103830" y="0"/>
                </a:cubicBezTo>
                <a:cubicBezTo>
                  <a:pt x="99994" y="0"/>
                  <a:pt x="96908" y="3086"/>
                  <a:pt x="96908" y="6922"/>
                </a:cubicBezTo>
                <a:lnTo>
                  <a:pt x="96908" y="18459"/>
                </a:lnTo>
                <a:lnTo>
                  <a:pt x="80757" y="18459"/>
                </a:lnTo>
                <a:lnTo>
                  <a:pt x="80757" y="6922"/>
                </a:lnTo>
                <a:cubicBezTo>
                  <a:pt x="80757" y="3086"/>
                  <a:pt x="77671" y="0"/>
                  <a:pt x="73835" y="0"/>
                </a:cubicBezTo>
                <a:cubicBezTo>
                  <a:pt x="69999" y="0"/>
                  <a:pt x="66913" y="3086"/>
                  <a:pt x="66913" y="6922"/>
                </a:cubicBezTo>
                <a:lnTo>
                  <a:pt x="66913" y="18459"/>
                </a:lnTo>
                <a:lnTo>
                  <a:pt x="50762" y="18459"/>
                </a:lnTo>
                <a:lnTo>
                  <a:pt x="50762" y="6922"/>
                </a:lnTo>
                <a:close/>
                <a:moveTo>
                  <a:pt x="46147" y="36917"/>
                </a:moveTo>
                <a:lnTo>
                  <a:pt x="101523" y="36917"/>
                </a:lnTo>
                <a:cubicBezTo>
                  <a:pt x="106628" y="36917"/>
                  <a:pt x="110752" y="41042"/>
                  <a:pt x="110752" y="46147"/>
                </a:cubicBezTo>
                <a:lnTo>
                  <a:pt x="110752" y="101523"/>
                </a:lnTo>
                <a:cubicBezTo>
                  <a:pt x="110752" y="106628"/>
                  <a:pt x="106628" y="110752"/>
                  <a:pt x="101523" y="110752"/>
                </a:cubicBezTo>
                <a:lnTo>
                  <a:pt x="46147" y="110752"/>
                </a:lnTo>
                <a:cubicBezTo>
                  <a:pt x="41042" y="110752"/>
                  <a:pt x="36917" y="106628"/>
                  <a:pt x="36917" y="101523"/>
                </a:cubicBezTo>
                <a:lnTo>
                  <a:pt x="36917" y="46147"/>
                </a:lnTo>
                <a:cubicBezTo>
                  <a:pt x="36917" y="41042"/>
                  <a:pt x="41042" y="36917"/>
                  <a:pt x="46147" y="36917"/>
                </a:cubicBezTo>
                <a:close/>
                <a:moveTo>
                  <a:pt x="50762" y="50762"/>
                </a:moveTo>
                <a:lnTo>
                  <a:pt x="50762" y="96908"/>
                </a:lnTo>
                <a:lnTo>
                  <a:pt x="96908" y="96908"/>
                </a:lnTo>
                <a:lnTo>
                  <a:pt x="96908" y="50762"/>
                </a:lnTo>
                <a:lnTo>
                  <a:pt x="50762" y="50762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9" name="Text 36"/>
          <p:cNvSpPr/>
          <p:nvPr/>
        </p:nvSpPr>
        <p:spPr>
          <a:xfrm>
            <a:off x="967238" y="6113536"/>
            <a:ext cx="1661287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Беспилотные системы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5042467" y="1258886"/>
            <a:ext cx="6772513" cy="5378878"/>
          </a:xfrm>
          <a:custGeom>
            <a:avLst/>
            <a:gdLst/>
            <a:ahLst/>
            <a:cxnLst/>
            <a:rect l="l" t="t" r="r" b="b"/>
            <a:pathLst>
              <a:path w="6772513" h="5378878">
                <a:moveTo>
                  <a:pt x="110751" y="0"/>
                </a:moveTo>
                <a:lnTo>
                  <a:pt x="6661762" y="0"/>
                </a:lnTo>
                <a:cubicBezTo>
                  <a:pt x="6722928" y="0"/>
                  <a:pt x="6772513" y="49585"/>
                  <a:pt x="6772513" y="110751"/>
                </a:cubicBezTo>
                <a:lnTo>
                  <a:pt x="6772513" y="5268127"/>
                </a:lnTo>
                <a:cubicBezTo>
                  <a:pt x="6772513" y="5329293"/>
                  <a:pt x="6722928" y="5378878"/>
                  <a:pt x="6661762" y="5378878"/>
                </a:cubicBezTo>
                <a:lnTo>
                  <a:pt x="110751" y="5378878"/>
                </a:lnTo>
                <a:cubicBezTo>
                  <a:pt x="49585" y="5378878"/>
                  <a:pt x="0" y="5329293"/>
                  <a:pt x="0" y="5268127"/>
                </a:cubicBezTo>
                <a:lnTo>
                  <a:pt x="0" y="110751"/>
                </a:lnTo>
                <a:cubicBezTo>
                  <a:pt x="0" y="49585"/>
                  <a:pt x="49585" y="0"/>
                  <a:pt x="110751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267664" y="1484083"/>
            <a:ext cx="443010" cy="443010"/>
          </a:xfrm>
          <a:custGeom>
            <a:avLst/>
            <a:gdLst/>
            <a:ahLst/>
            <a:cxnLst/>
            <a:rect l="l" t="t" r="r" b="b"/>
            <a:pathLst>
              <a:path w="443010" h="443010">
                <a:moveTo>
                  <a:pt x="221505" y="0"/>
                </a:moveTo>
                <a:lnTo>
                  <a:pt x="221505" y="0"/>
                </a:lnTo>
                <a:cubicBezTo>
                  <a:pt x="343757" y="0"/>
                  <a:pt x="443010" y="99253"/>
                  <a:pt x="443010" y="221505"/>
                </a:cubicBezTo>
                <a:lnTo>
                  <a:pt x="443010" y="221505"/>
                </a:lnTo>
                <a:cubicBezTo>
                  <a:pt x="443010" y="343757"/>
                  <a:pt x="343757" y="443010"/>
                  <a:pt x="221505" y="443010"/>
                </a:cubicBezTo>
                <a:lnTo>
                  <a:pt x="221505" y="443010"/>
                </a:lnTo>
                <a:cubicBezTo>
                  <a:pt x="99253" y="443010"/>
                  <a:pt x="0" y="343757"/>
                  <a:pt x="0" y="221505"/>
                </a:cubicBezTo>
                <a:lnTo>
                  <a:pt x="0" y="221505"/>
                </a:lnTo>
                <a:cubicBezTo>
                  <a:pt x="0" y="99253"/>
                  <a:pt x="99253" y="0"/>
                  <a:pt x="221505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2" name="Shape 39"/>
          <p:cNvSpPr/>
          <p:nvPr/>
        </p:nvSpPr>
        <p:spPr>
          <a:xfrm>
            <a:off x="5408412" y="1613294"/>
            <a:ext cx="161514" cy="184587"/>
          </a:xfrm>
          <a:custGeom>
            <a:avLst/>
            <a:gdLst/>
            <a:ahLst/>
            <a:cxnLst/>
            <a:rect l="l" t="t" r="r" b="b"/>
            <a:pathLst>
              <a:path w="161514" h="184587">
                <a:moveTo>
                  <a:pt x="0" y="77873"/>
                </a:moveTo>
                <a:cubicBezTo>
                  <a:pt x="0" y="53970"/>
                  <a:pt x="19360" y="34610"/>
                  <a:pt x="43263" y="34610"/>
                </a:cubicBezTo>
                <a:lnTo>
                  <a:pt x="46147" y="34610"/>
                </a:lnTo>
                <a:cubicBezTo>
                  <a:pt x="52528" y="34610"/>
                  <a:pt x="57684" y="39766"/>
                  <a:pt x="57684" y="46147"/>
                </a:cubicBezTo>
                <a:cubicBezTo>
                  <a:pt x="57684" y="52528"/>
                  <a:pt x="52528" y="57684"/>
                  <a:pt x="46147" y="57684"/>
                </a:cubicBezTo>
                <a:lnTo>
                  <a:pt x="43263" y="57684"/>
                </a:lnTo>
                <a:cubicBezTo>
                  <a:pt x="32123" y="57684"/>
                  <a:pt x="23073" y="66733"/>
                  <a:pt x="23073" y="77873"/>
                </a:cubicBezTo>
                <a:lnTo>
                  <a:pt x="23073" y="80757"/>
                </a:lnTo>
                <a:lnTo>
                  <a:pt x="46147" y="80757"/>
                </a:lnTo>
                <a:cubicBezTo>
                  <a:pt x="58873" y="80757"/>
                  <a:pt x="69220" y="91104"/>
                  <a:pt x="69220" y="103830"/>
                </a:cubicBezTo>
                <a:lnTo>
                  <a:pt x="69220" y="126904"/>
                </a:lnTo>
                <a:cubicBezTo>
                  <a:pt x="69220" y="139630"/>
                  <a:pt x="58873" y="149977"/>
                  <a:pt x="46147" y="149977"/>
                </a:cubicBezTo>
                <a:lnTo>
                  <a:pt x="23073" y="149977"/>
                </a:lnTo>
                <a:cubicBezTo>
                  <a:pt x="10347" y="149977"/>
                  <a:pt x="0" y="139630"/>
                  <a:pt x="0" y="126904"/>
                </a:cubicBezTo>
                <a:lnTo>
                  <a:pt x="0" y="77873"/>
                </a:lnTo>
                <a:close/>
                <a:moveTo>
                  <a:pt x="92294" y="77873"/>
                </a:moveTo>
                <a:cubicBezTo>
                  <a:pt x="92294" y="53970"/>
                  <a:pt x="111654" y="34610"/>
                  <a:pt x="135556" y="34610"/>
                </a:cubicBezTo>
                <a:lnTo>
                  <a:pt x="138441" y="34610"/>
                </a:lnTo>
                <a:cubicBezTo>
                  <a:pt x="144822" y="34610"/>
                  <a:pt x="149977" y="39766"/>
                  <a:pt x="149977" y="46147"/>
                </a:cubicBezTo>
                <a:cubicBezTo>
                  <a:pt x="149977" y="52528"/>
                  <a:pt x="144822" y="57684"/>
                  <a:pt x="138441" y="57684"/>
                </a:cubicBezTo>
                <a:lnTo>
                  <a:pt x="135556" y="57684"/>
                </a:lnTo>
                <a:cubicBezTo>
                  <a:pt x="124416" y="57684"/>
                  <a:pt x="115367" y="66733"/>
                  <a:pt x="115367" y="77873"/>
                </a:cubicBezTo>
                <a:lnTo>
                  <a:pt x="115367" y="80757"/>
                </a:lnTo>
                <a:lnTo>
                  <a:pt x="138441" y="80757"/>
                </a:lnTo>
                <a:cubicBezTo>
                  <a:pt x="151167" y="80757"/>
                  <a:pt x="161514" y="91104"/>
                  <a:pt x="161514" y="103830"/>
                </a:cubicBezTo>
                <a:lnTo>
                  <a:pt x="161514" y="126904"/>
                </a:lnTo>
                <a:cubicBezTo>
                  <a:pt x="161514" y="139630"/>
                  <a:pt x="151167" y="149977"/>
                  <a:pt x="138441" y="149977"/>
                </a:cubicBezTo>
                <a:lnTo>
                  <a:pt x="115367" y="149977"/>
                </a:lnTo>
                <a:cubicBezTo>
                  <a:pt x="102641" y="149977"/>
                  <a:pt x="92294" y="139630"/>
                  <a:pt x="92294" y="126904"/>
                </a:cubicBezTo>
                <a:lnTo>
                  <a:pt x="92294" y="77873"/>
                </a:ln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43" name="Text 40"/>
          <p:cNvSpPr/>
          <p:nvPr/>
        </p:nvSpPr>
        <p:spPr>
          <a:xfrm>
            <a:off x="5821426" y="1557918"/>
            <a:ext cx="1329030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4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Моя миссия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5267664" y="2296729"/>
            <a:ext cx="6414413" cy="9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3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Я активно развиваюсь в сфере высоких технологий,</a:t>
            </a:r>
            <a:pPr>
              <a:lnSpc>
                <a:spcPct val="140000"/>
              </a:lnSpc>
            </a:pPr>
            <a:r>
              <a:rPr lang="en-US" sz="1453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сочетая академические достижения с практической работой над инженерными проектами.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5286123" y="3640641"/>
            <a:ext cx="6303661" cy="1181360"/>
          </a:xfrm>
          <a:custGeom>
            <a:avLst/>
            <a:gdLst/>
            <a:ahLst/>
            <a:cxnLst/>
            <a:rect l="l" t="t" r="r" b="b"/>
            <a:pathLst>
              <a:path w="6303661" h="1181360">
                <a:moveTo>
                  <a:pt x="36917" y="0"/>
                </a:moveTo>
                <a:lnTo>
                  <a:pt x="6192908" y="0"/>
                </a:lnTo>
                <a:cubicBezTo>
                  <a:pt x="6254075" y="0"/>
                  <a:pt x="6303661" y="49586"/>
                  <a:pt x="6303661" y="110752"/>
                </a:cubicBezTo>
                <a:lnTo>
                  <a:pt x="6303661" y="1070607"/>
                </a:lnTo>
                <a:cubicBezTo>
                  <a:pt x="6303661" y="1131774"/>
                  <a:pt x="6254075" y="1181360"/>
                  <a:pt x="6192908" y="1181360"/>
                </a:cubicBezTo>
                <a:lnTo>
                  <a:pt x="36917" y="1181360"/>
                </a:lnTo>
                <a:cubicBezTo>
                  <a:pt x="16529" y="1181360"/>
                  <a:pt x="0" y="1164831"/>
                  <a:pt x="0" y="1144442"/>
                </a:cubicBezTo>
                <a:lnTo>
                  <a:pt x="0" y="36917"/>
                </a:lnTo>
                <a:cubicBezTo>
                  <a:pt x="0" y="16542"/>
                  <a:pt x="16542" y="0"/>
                  <a:pt x="36917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46" name="Shape 43"/>
          <p:cNvSpPr/>
          <p:nvPr/>
        </p:nvSpPr>
        <p:spPr>
          <a:xfrm>
            <a:off x="5286123" y="3640641"/>
            <a:ext cx="36917" cy="1181360"/>
          </a:xfrm>
          <a:custGeom>
            <a:avLst/>
            <a:gdLst/>
            <a:ahLst/>
            <a:cxnLst/>
            <a:rect l="l" t="t" r="r" b="b"/>
            <a:pathLst>
              <a:path w="36917" h="1181360">
                <a:moveTo>
                  <a:pt x="36917" y="0"/>
                </a:moveTo>
                <a:lnTo>
                  <a:pt x="36917" y="0"/>
                </a:lnTo>
                <a:lnTo>
                  <a:pt x="36917" y="1181360"/>
                </a:lnTo>
                <a:lnTo>
                  <a:pt x="36917" y="1181360"/>
                </a:lnTo>
                <a:cubicBezTo>
                  <a:pt x="16529" y="1181360"/>
                  <a:pt x="0" y="1164831"/>
                  <a:pt x="0" y="1144442"/>
                </a:cubicBezTo>
                <a:lnTo>
                  <a:pt x="0" y="36917"/>
                </a:lnTo>
                <a:cubicBezTo>
                  <a:pt x="0" y="16542"/>
                  <a:pt x="16542" y="0"/>
                  <a:pt x="36917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7" name="Text 44"/>
          <p:cNvSpPr/>
          <p:nvPr/>
        </p:nvSpPr>
        <p:spPr>
          <a:xfrm>
            <a:off x="5489169" y="3825229"/>
            <a:ext cx="5999092" cy="812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8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Меня увлекает </a:t>
            </a:r>
            <a:pPr>
              <a:lnSpc>
                <a:spcPct val="140000"/>
              </a:lnSpc>
            </a:pPr>
            <a:r>
              <a:rPr lang="en-US" sz="1308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всё, что связано с инновациями</a:t>
            </a:r>
            <a:pPr>
              <a:lnSpc>
                <a:spcPct val="140000"/>
              </a:lnSpc>
            </a:pPr>
            <a:r>
              <a:rPr lang="en-US" sz="1308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от математических олимпиад до создания собственных беспилотников. Я верю, что </a:t>
            </a:r>
            <a:pPr>
              <a:lnSpc>
                <a:spcPct val="140000"/>
              </a:lnSpc>
            </a:pPr>
            <a:r>
              <a:rPr lang="en-US" sz="1308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будущее принадлежит тем, кто создаёт технологии сегодня</a:t>
            </a:r>
            <a:pPr>
              <a:lnSpc>
                <a:spcPct val="140000"/>
              </a:lnSpc>
            </a:pPr>
            <a:r>
              <a:rPr lang="en-US" sz="1308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.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5267664" y="5263857"/>
            <a:ext cx="2012003" cy="922937"/>
          </a:xfrm>
          <a:custGeom>
            <a:avLst/>
            <a:gdLst/>
            <a:ahLst/>
            <a:cxnLst/>
            <a:rect l="l" t="t" r="r" b="b"/>
            <a:pathLst>
              <a:path w="2012003" h="922937">
                <a:moveTo>
                  <a:pt x="110752" y="0"/>
                </a:moveTo>
                <a:lnTo>
                  <a:pt x="1901251" y="0"/>
                </a:lnTo>
                <a:cubicBezTo>
                  <a:pt x="1962417" y="0"/>
                  <a:pt x="2012003" y="49586"/>
                  <a:pt x="2012003" y="110752"/>
                </a:cubicBezTo>
                <a:lnTo>
                  <a:pt x="2012003" y="812185"/>
                </a:lnTo>
                <a:cubicBezTo>
                  <a:pt x="2012003" y="873352"/>
                  <a:pt x="1962417" y="922937"/>
                  <a:pt x="1901251" y="922937"/>
                </a:cubicBezTo>
                <a:lnTo>
                  <a:pt x="110752" y="922937"/>
                </a:lnTo>
                <a:cubicBezTo>
                  <a:pt x="49586" y="922937"/>
                  <a:pt x="0" y="873352"/>
                  <a:pt x="0" y="812185"/>
                </a:cubicBezTo>
                <a:lnTo>
                  <a:pt x="0" y="110752"/>
                </a:lnTo>
                <a:cubicBezTo>
                  <a:pt x="0" y="49586"/>
                  <a:pt x="49586" y="0"/>
                  <a:pt x="110752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49" name="Text 46"/>
          <p:cNvSpPr/>
          <p:nvPr/>
        </p:nvSpPr>
        <p:spPr>
          <a:xfrm>
            <a:off x="5332269" y="5411527"/>
            <a:ext cx="1882792" cy="369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16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4+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5378416" y="5817619"/>
            <a:ext cx="1790498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3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Олимпиады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7425260" y="5263857"/>
            <a:ext cx="2012003" cy="922937"/>
          </a:xfrm>
          <a:custGeom>
            <a:avLst/>
            <a:gdLst/>
            <a:ahLst/>
            <a:cxnLst/>
            <a:rect l="l" t="t" r="r" b="b"/>
            <a:pathLst>
              <a:path w="2012003" h="922937">
                <a:moveTo>
                  <a:pt x="110752" y="0"/>
                </a:moveTo>
                <a:lnTo>
                  <a:pt x="1901251" y="0"/>
                </a:lnTo>
                <a:cubicBezTo>
                  <a:pt x="1962417" y="0"/>
                  <a:pt x="2012003" y="49586"/>
                  <a:pt x="2012003" y="110752"/>
                </a:cubicBezTo>
                <a:lnTo>
                  <a:pt x="2012003" y="812185"/>
                </a:lnTo>
                <a:cubicBezTo>
                  <a:pt x="2012003" y="873352"/>
                  <a:pt x="1962417" y="922937"/>
                  <a:pt x="1901251" y="922937"/>
                </a:cubicBezTo>
                <a:lnTo>
                  <a:pt x="110752" y="922937"/>
                </a:lnTo>
                <a:cubicBezTo>
                  <a:pt x="49586" y="922937"/>
                  <a:pt x="0" y="873352"/>
                  <a:pt x="0" y="812185"/>
                </a:cubicBezTo>
                <a:lnTo>
                  <a:pt x="0" y="110752"/>
                </a:lnTo>
                <a:cubicBezTo>
                  <a:pt x="0" y="49586"/>
                  <a:pt x="49586" y="0"/>
                  <a:pt x="110752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52" name="Text 49"/>
          <p:cNvSpPr/>
          <p:nvPr/>
        </p:nvSpPr>
        <p:spPr>
          <a:xfrm>
            <a:off x="7489866" y="5411527"/>
            <a:ext cx="1882792" cy="369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16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∞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536013" y="5817619"/>
            <a:ext cx="1790498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3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Проекты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9582857" y="5263857"/>
            <a:ext cx="2012003" cy="922937"/>
          </a:xfrm>
          <a:custGeom>
            <a:avLst/>
            <a:gdLst/>
            <a:ahLst/>
            <a:cxnLst/>
            <a:rect l="l" t="t" r="r" b="b"/>
            <a:pathLst>
              <a:path w="2012003" h="922937">
                <a:moveTo>
                  <a:pt x="110752" y="0"/>
                </a:moveTo>
                <a:lnTo>
                  <a:pt x="1901251" y="0"/>
                </a:lnTo>
                <a:cubicBezTo>
                  <a:pt x="1962417" y="0"/>
                  <a:pt x="2012003" y="49586"/>
                  <a:pt x="2012003" y="110752"/>
                </a:cubicBezTo>
                <a:lnTo>
                  <a:pt x="2012003" y="812185"/>
                </a:lnTo>
                <a:cubicBezTo>
                  <a:pt x="2012003" y="873352"/>
                  <a:pt x="1962417" y="922937"/>
                  <a:pt x="1901251" y="922937"/>
                </a:cubicBezTo>
                <a:lnTo>
                  <a:pt x="110752" y="922937"/>
                </a:lnTo>
                <a:cubicBezTo>
                  <a:pt x="49586" y="922937"/>
                  <a:pt x="0" y="873352"/>
                  <a:pt x="0" y="812185"/>
                </a:cubicBezTo>
                <a:lnTo>
                  <a:pt x="0" y="110752"/>
                </a:lnTo>
                <a:cubicBezTo>
                  <a:pt x="0" y="49586"/>
                  <a:pt x="49586" y="0"/>
                  <a:pt x="110752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55" name="Text 52"/>
          <p:cNvSpPr/>
          <p:nvPr/>
        </p:nvSpPr>
        <p:spPr>
          <a:xfrm>
            <a:off x="9647463" y="5411527"/>
            <a:ext cx="1882792" cy="369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16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9693610" y="5817619"/>
            <a:ext cx="1790498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3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Мотивация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2.depositphotos.com/7fa711ab3d2efecc6db5bd901aa148c74ae205f7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823" b="7823"/>
          <a:stretch/>
        </p:blipFill>
        <p:spPr>
          <a:xfrm>
            <a:off x="0" y="0"/>
            <a:ext cx="12192000" cy="6856251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6251"/>
          </a:xfrm>
          <a:custGeom>
            <a:avLst/>
            <a:gdLst/>
            <a:ahLst/>
            <a:cxnLst/>
            <a:rect l="l" t="t" r="r" b="b"/>
            <a:pathLst>
              <a:path w="12192000" h="6856251">
                <a:moveTo>
                  <a:pt x="0" y="0"/>
                </a:moveTo>
                <a:lnTo>
                  <a:pt x="12192000" y="0"/>
                </a:lnTo>
                <a:lnTo>
                  <a:pt x="12192000" y="6856251"/>
                </a:lnTo>
                <a:lnTo>
                  <a:pt x="0" y="685625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E17">
                  <a:alpha val="95000"/>
                </a:srgbClr>
              </a:gs>
              <a:gs pos="100000">
                <a:srgbClr val="1E3A5F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73129" y="447755"/>
            <a:ext cx="522381" cy="522381"/>
          </a:xfrm>
          <a:custGeom>
            <a:avLst/>
            <a:gdLst/>
            <a:ahLst/>
            <a:cxnLst/>
            <a:rect l="l" t="t" r="r" b="b"/>
            <a:pathLst>
              <a:path w="522381" h="522381">
                <a:moveTo>
                  <a:pt x="111941" y="0"/>
                </a:moveTo>
                <a:lnTo>
                  <a:pt x="410440" y="0"/>
                </a:lnTo>
                <a:cubicBezTo>
                  <a:pt x="472263" y="0"/>
                  <a:pt x="522381" y="50118"/>
                  <a:pt x="522381" y="111941"/>
                </a:cubicBezTo>
                <a:lnTo>
                  <a:pt x="522381" y="410440"/>
                </a:lnTo>
                <a:cubicBezTo>
                  <a:pt x="522381" y="472263"/>
                  <a:pt x="472263" y="522381"/>
                  <a:pt x="410440" y="522381"/>
                </a:cubicBezTo>
                <a:lnTo>
                  <a:pt x="111941" y="522381"/>
                </a:lnTo>
                <a:cubicBezTo>
                  <a:pt x="50118" y="522381"/>
                  <a:pt x="0" y="472263"/>
                  <a:pt x="0" y="410440"/>
                </a:cubicBezTo>
                <a:lnTo>
                  <a:pt x="0" y="111941"/>
                </a:lnTo>
                <a:cubicBezTo>
                  <a:pt x="0" y="50118"/>
                  <a:pt x="50118" y="0"/>
                  <a:pt x="111941" y="0"/>
                </a:cubicBezTo>
                <a:close/>
              </a:path>
            </a:pathLst>
          </a:custGeom>
          <a:solidFill>
            <a:srgbClr val="00D4FF"/>
          </a:solidFill>
          <a:ln/>
          <a:effectLst>
            <a:outerShdw sx="100000" sy="100000" kx="0" ky="0" algn="bl" rotWithShape="0" blurRad="373129" dist="50800" dir="2700000">
              <a:srgbClr val="00d4ff">
                <a:alpha val="1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22381" y="597007"/>
            <a:ext cx="223878" cy="223878"/>
          </a:xfrm>
          <a:custGeom>
            <a:avLst/>
            <a:gdLst/>
            <a:ahLst/>
            <a:cxnLst/>
            <a:rect l="l" t="t" r="r" b="b"/>
            <a:pathLst>
              <a:path w="223878" h="223878">
                <a:moveTo>
                  <a:pt x="63097" y="0"/>
                </a:moveTo>
                <a:lnTo>
                  <a:pt x="161043" y="0"/>
                </a:lnTo>
                <a:cubicBezTo>
                  <a:pt x="172631" y="0"/>
                  <a:pt x="182075" y="9532"/>
                  <a:pt x="181638" y="21076"/>
                </a:cubicBezTo>
                <a:cubicBezTo>
                  <a:pt x="181551" y="23393"/>
                  <a:pt x="181463" y="25711"/>
                  <a:pt x="181332" y="27985"/>
                </a:cubicBezTo>
                <a:lnTo>
                  <a:pt x="203020" y="27985"/>
                </a:lnTo>
                <a:cubicBezTo>
                  <a:pt x="214433" y="27985"/>
                  <a:pt x="224490" y="37430"/>
                  <a:pt x="223615" y="49760"/>
                </a:cubicBezTo>
                <a:cubicBezTo>
                  <a:pt x="220336" y="95104"/>
                  <a:pt x="197161" y="120028"/>
                  <a:pt x="172018" y="133058"/>
                </a:cubicBezTo>
                <a:cubicBezTo>
                  <a:pt x="165110" y="136644"/>
                  <a:pt x="158070" y="139311"/>
                  <a:pt x="151380" y="141279"/>
                </a:cubicBezTo>
                <a:cubicBezTo>
                  <a:pt x="142547" y="153785"/>
                  <a:pt x="133365" y="160387"/>
                  <a:pt x="126062" y="163929"/>
                </a:cubicBezTo>
                <a:lnTo>
                  <a:pt x="126062" y="195893"/>
                </a:lnTo>
                <a:lnTo>
                  <a:pt x="154047" y="195893"/>
                </a:lnTo>
                <a:cubicBezTo>
                  <a:pt x="161787" y="195893"/>
                  <a:pt x="168039" y="202146"/>
                  <a:pt x="168039" y="209885"/>
                </a:cubicBezTo>
                <a:cubicBezTo>
                  <a:pt x="168039" y="217625"/>
                  <a:pt x="161787" y="223878"/>
                  <a:pt x="154047" y="223878"/>
                </a:cubicBezTo>
                <a:lnTo>
                  <a:pt x="70093" y="223878"/>
                </a:lnTo>
                <a:cubicBezTo>
                  <a:pt x="62353" y="223878"/>
                  <a:pt x="56101" y="217625"/>
                  <a:pt x="56101" y="209885"/>
                </a:cubicBezTo>
                <a:cubicBezTo>
                  <a:pt x="56101" y="202146"/>
                  <a:pt x="62353" y="195893"/>
                  <a:pt x="70093" y="195893"/>
                </a:cubicBezTo>
                <a:lnTo>
                  <a:pt x="98078" y="195893"/>
                </a:lnTo>
                <a:lnTo>
                  <a:pt x="98078" y="163929"/>
                </a:lnTo>
                <a:cubicBezTo>
                  <a:pt x="91081" y="160562"/>
                  <a:pt x="82380" y="154309"/>
                  <a:pt x="73897" y="142809"/>
                </a:cubicBezTo>
                <a:cubicBezTo>
                  <a:pt x="65851" y="140711"/>
                  <a:pt x="57106" y="137519"/>
                  <a:pt x="48580" y="132709"/>
                </a:cubicBezTo>
                <a:cubicBezTo>
                  <a:pt x="24924" y="119460"/>
                  <a:pt x="3586" y="94492"/>
                  <a:pt x="525" y="49673"/>
                </a:cubicBezTo>
                <a:cubicBezTo>
                  <a:pt x="-306" y="37386"/>
                  <a:pt x="9707" y="27941"/>
                  <a:pt x="21120" y="27941"/>
                </a:cubicBezTo>
                <a:lnTo>
                  <a:pt x="42808" y="27941"/>
                </a:lnTo>
                <a:cubicBezTo>
                  <a:pt x="42677" y="25667"/>
                  <a:pt x="42589" y="23393"/>
                  <a:pt x="42502" y="21032"/>
                </a:cubicBezTo>
                <a:cubicBezTo>
                  <a:pt x="42064" y="9445"/>
                  <a:pt x="51509" y="-44"/>
                  <a:pt x="63097" y="-44"/>
                </a:cubicBezTo>
                <a:close/>
                <a:moveTo>
                  <a:pt x="44382" y="48973"/>
                </a:moveTo>
                <a:lnTo>
                  <a:pt x="21470" y="48973"/>
                </a:lnTo>
                <a:cubicBezTo>
                  <a:pt x="24181" y="86009"/>
                  <a:pt x="41190" y="104549"/>
                  <a:pt x="58724" y="114387"/>
                </a:cubicBezTo>
                <a:cubicBezTo>
                  <a:pt x="52428" y="98078"/>
                  <a:pt x="47224" y="76783"/>
                  <a:pt x="44382" y="48973"/>
                </a:cubicBezTo>
                <a:close/>
                <a:moveTo>
                  <a:pt x="166159" y="112289"/>
                </a:moveTo>
                <a:cubicBezTo>
                  <a:pt x="183868" y="101882"/>
                  <a:pt x="199872" y="83386"/>
                  <a:pt x="202583" y="48973"/>
                </a:cubicBezTo>
                <a:lnTo>
                  <a:pt x="179714" y="48973"/>
                </a:lnTo>
                <a:cubicBezTo>
                  <a:pt x="177003" y="75602"/>
                  <a:pt x="172106" y="96285"/>
                  <a:pt x="166159" y="112289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6" name="Text 3"/>
          <p:cNvSpPr/>
          <p:nvPr/>
        </p:nvSpPr>
        <p:spPr>
          <a:xfrm>
            <a:off x="1044762" y="373129"/>
            <a:ext cx="6473793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spc="59" kern="0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ДОСТИЖЕНИЯ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44762" y="597007"/>
            <a:ext cx="6623045" cy="447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26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Мои олимпиадные достижения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76861" y="1235058"/>
            <a:ext cx="5623059" cy="2246238"/>
          </a:xfrm>
          <a:custGeom>
            <a:avLst/>
            <a:gdLst/>
            <a:ahLst/>
            <a:cxnLst/>
            <a:rect l="l" t="t" r="r" b="b"/>
            <a:pathLst>
              <a:path w="5623059" h="2246238">
                <a:moveTo>
                  <a:pt x="111930" y="0"/>
                </a:moveTo>
                <a:lnTo>
                  <a:pt x="5511129" y="0"/>
                </a:lnTo>
                <a:cubicBezTo>
                  <a:pt x="5572946" y="0"/>
                  <a:pt x="5623059" y="50113"/>
                  <a:pt x="5623059" y="111930"/>
                </a:cubicBezTo>
                <a:lnTo>
                  <a:pt x="5623059" y="2134308"/>
                </a:lnTo>
                <a:cubicBezTo>
                  <a:pt x="5623059" y="2196126"/>
                  <a:pt x="5572946" y="2246238"/>
                  <a:pt x="5511129" y="2246238"/>
                </a:cubicBezTo>
                <a:lnTo>
                  <a:pt x="111930" y="2246238"/>
                </a:lnTo>
                <a:cubicBezTo>
                  <a:pt x="50113" y="2246238"/>
                  <a:pt x="0" y="2196126"/>
                  <a:pt x="0" y="2134308"/>
                </a:cubicBezTo>
                <a:lnTo>
                  <a:pt x="0" y="111930"/>
                </a:lnTo>
                <a:cubicBezTo>
                  <a:pt x="0" y="50154"/>
                  <a:pt x="50154" y="0"/>
                  <a:pt x="111930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7157" y="1444011"/>
            <a:ext cx="447755" cy="447755"/>
          </a:xfrm>
          <a:custGeom>
            <a:avLst/>
            <a:gdLst/>
            <a:ahLst/>
            <a:cxnLst/>
            <a:rect l="l" t="t" r="r" b="b"/>
            <a:pathLst>
              <a:path w="447755" h="447755">
                <a:moveTo>
                  <a:pt x="223878" y="0"/>
                </a:moveTo>
                <a:lnTo>
                  <a:pt x="223878" y="0"/>
                </a:lnTo>
                <a:cubicBezTo>
                  <a:pt x="347439" y="0"/>
                  <a:pt x="447755" y="100316"/>
                  <a:pt x="447755" y="223878"/>
                </a:cubicBezTo>
                <a:lnTo>
                  <a:pt x="447755" y="223878"/>
                </a:lnTo>
                <a:cubicBezTo>
                  <a:pt x="447755" y="347439"/>
                  <a:pt x="347439" y="447755"/>
                  <a:pt x="223878" y="447755"/>
                </a:cubicBezTo>
                <a:lnTo>
                  <a:pt x="223878" y="447755"/>
                </a:lnTo>
                <a:cubicBezTo>
                  <a:pt x="100316" y="447755"/>
                  <a:pt x="0" y="347439"/>
                  <a:pt x="0" y="223878"/>
                </a:cubicBezTo>
                <a:lnTo>
                  <a:pt x="0" y="223878"/>
                </a:lnTo>
                <a:cubicBezTo>
                  <a:pt x="0" y="100316"/>
                  <a:pt x="100316" y="0"/>
                  <a:pt x="223878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0" name="Shape 7"/>
          <p:cNvSpPr/>
          <p:nvPr/>
        </p:nvSpPr>
        <p:spPr>
          <a:xfrm>
            <a:off x="709412" y="1574606"/>
            <a:ext cx="163244" cy="186565"/>
          </a:xfrm>
          <a:custGeom>
            <a:avLst/>
            <a:gdLst/>
            <a:ahLst/>
            <a:cxnLst/>
            <a:rect l="l" t="t" r="r" b="b"/>
            <a:pathLst>
              <a:path w="163244" h="186565">
                <a:moveTo>
                  <a:pt x="81731" y="46641"/>
                </a:moveTo>
                <a:lnTo>
                  <a:pt x="50904" y="-4701"/>
                </a:lnTo>
                <a:cubicBezTo>
                  <a:pt x="48536" y="-8636"/>
                  <a:pt x="43580" y="-10057"/>
                  <a:pt x="39499" y="-8016"/>
                </a:cubicBezTo>
                <a:lnTo>
                  <a:pt x="7944" y="7761"/>
                </a:lnTo>
                <a:cubicBezTo>
                  <a:pt x="3607" y="9911"/>
                  <a:pt x="1858" y="15158"/>
                  <a:pt x="4008" y="19495"/>
                </a:cubicBezTo>
                <a:lnTo>
                  <a:pt x="29369" y="70180"/>
                </a:lnTo>
                <a:cubicBezTo>
                  <a:pt x="18401" y="82533"/>
                  <a:pt x="11770" y="98785"/>
                  <a:pt x="11770" y="116603"/>
                </a:cubicBezTo>
                <a:cubicBezTo>
                  <a:pt x="11770" y="155228"/>
                  <a:pt x="43107" y="186565"/>
                  <a:pt x="81731" y="186565"/>
                </a:cubicBezTo>
                <a:cubicBezTo>
                  <a:pt x="120356" y="186565"/>
                  <a:pt x="151693" y="155228"/>
                  <a:pt x="151693" y="116603"/>
                </a:cubicBezTo>
                <a:cubicBezTo>
                  <a:pt x="151693" y="98785"/>
                  <a:pt x="145025" y="82533"/>
                  <a:pt x="134093" y="70180"/>
                </a:cubicBezTo>
                <a:lnTo>
                  <a:pt x="159454" y="19495"/>
                </a:lnTo>
                <a:cubicBezTo>
                  <a:pt x="161604" y="15158"/>
                  <a:pt x="159855" y="9911"/>
                  <a:pt x="155556" y="7761"/>
                </a:cubicBezTo>
                <a:lnTo>
                  <a:pt x="123963" y="-8053"/>
                </a:lnTo>
                <a:cubicBezTo>
                  <a:pt x="119882" y="-10093"/>
                  <a:pt x="114890" y="-8636"/>
                  <a:pt x="112558" y="-4737"/>
                </a:cubicBezTo>
                <a:lnTo>
                  <a:pt x="81731" y="46641"/>
                </a:lnTo>
                <a:close/>
                <a:moveTo>
                  <a:pt x="92954" y="98566"/>
                </a:moveTo>
                <a:cubicBezTo>
                  <a:pt x="93465" y="99586"/>
                  <a:pt x="94412" y="100279"/>
                  <a:pt x="95505" y="100424"/>
                </a:cubicBezTo>
                <a:lnTo>
                  <a:pt x="113761" y="103084"/>
                </a:lnTo>
                <a:cubicBezTo>
                  <a:pt x="116566" y="103485"/>
                  <a:pt x="117660" y="106910"/>
                  <a:pt x="115656" y="108914"/>
                </a:cubicBezTo>
                <a:lnTo>
                  <a:pt x="102428" y="121814"/>
                </a:lnTo>
                <a:cubicBezTo>
                  <a:pt x="101627" y="122615"/>
                  <a:pt x="101262" y="123708"/>
                  <a:pt x="101445" y="124838"/>
                </a:cubicBezTo>
                <a:lnTo>
                  <a:pt x="104578" y="143021"/>
                </a:lnTo>
                <a:cubicBezTo>
                  <a:pt x="105052" y="145790"/>
                  <a:pt x="102137" y="147940"/>
                  <a:pt x="99623" y="146628"/>
                </a:cubicBezTo>
                <a:lnTo>
                  <a:pt x="83298" y="138029"/>
                </a:lnTo>
                <a:cubicBezTo>
                  <a:pt x="82314" y="137519"/>
                  <a:pt x="81112" y="137519"/>
                  <a:pt x="80128" y="138029"/>
                </a:cubicBezTo>
                <a:lnTo>
                  <a:pt x="63804" y="146628"/>
                </a:lnTo>
                <a:cubicBezTo>
                  <a:pt x="61289" y="147940"/>
                  <a:pt x="58374" y="145827"/>
                  <a:pt x="58848" y="143021"/>
                </a:cubicBezTo>
                <a:lnTo>
                  <a:pt x="61982" y="124838"/>
                </a:lnTo>
                <a:cubicBezTo>
                  <a:pt x="62164" y="123745"/>
                  <a:pt x="61800" y="122615"/>
                  <a:pt x="60998" y="121814"/>
                </a:cubicBezTo>
                <a:lnTo>
                  <a:pt x="47771" y="108914"/>
                </a:lnTo>
                <a:cubicBezTo>
                  <a:pt x="45730" y="106947"/>
                  <a:pt x="46860" y="103522"/>
                  <a:pt x="49666" y="103084"/>
                </a:cubicBezTo>
                <a:lnTo>
                  <a:pt x="67921" y="100424"/>
                </a:lnTo>
                <a:cubicBezTo>
                  <a:pt x="69014" y="100279"/>
                  <a:pt x="69998" y="99550"/>
                  <a:pt x="70472" y="98566"/>
                </a:cubicBezTo>
                <a:lnTo>
                  <a:pt x="78634" y="82023"/>
                </a:lnTo>
                <a:cubicBezTo>
                  <a:pt x="79873" y="79472"/>
                  <a:pt x="83480" y="79472"/>
                  <a:pt x="84756" y="82023"/>
                </a:cubicBezTo>
                <a:lnTo>
                  <a:pt x="92918" y="98566"/>
                </a:ln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1" name="Text 8"/>
          <p:cNvSpPr/>
          <p:nvPr/>
        </p:nvSpPr>
        <p:spPr>
          <a:xfrm>
            <a:off x="1126851" y="1425354"/>
            <a:ext cx="3684652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9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ОРМО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26851" y="1686545"/>
            <a:ext cx="3665995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Открытая региональная межвузовская олимпиада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67157" y="2022361"/>
            <a:ext cx="5242467" cy="373129"/>
          </a:xfrm>
          <a:custGeom>
            <a:avLst/>
            <a:gdLst/>
            <a:ahLst/>
            <a:cxnLst/>
            <a:rect l="l" t="t" r="r" b="b"/>
            <a:pathLst>
              <a:path w="5242467" h="373129">
                <a:moveTo>
                  <a:pt x="74626" y="0"/>
                </a:moveTo>
                <a:lnTo>
                  <a:pt x="5167841" y="0"/>
                </a:lnTo>
                <a:cubicBezTo>
                  <a:pt x="5209056" y="0"/>
                  <a:pt x="5242467" y="33411"/>
                  <a:pt x="5242467" y="74626"/>
                </a:cubicBezTo>
                <a:lnTo>
                  <a:pt x="5242467" y="298503"/>
                </a:lnTo>
                <a:cubicBezTo>
                  <a:pt x="5242467" y="339718"/>
                  <a:pt x="5209056" y="373129"/>
                  <a:pt x="5167841" y="373129"/>
                </a:cubicBezTo>
                <a:lnTo>
                  <a:pt x="74626" y="373129"/>
                </a:lnTo>
                <a:cubicBezTo>
                  <a:pt x="33411" y="373129"/>
                  <a:pt x="0" y="339718"/>
                  <a:pt x="0" y="298503"/>
                </a:cubicBezTo>
                <a:lnTo>
                  <a:pt x="0" y="74626"/>
                </a:lnTo>
                <a:cubicBezTo>
                  <a:pt x="0" y="33411"/>
                  <a:pt x="33411" y="0"/>
                  <a:pt x="74626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4" name="Text 11"/>
          <p:cNvSpPr/>
          <p:nvPr/>
        </p:nvSpPr>
        <p:spPr>
          <a:xfrm>
            <a:off x="716408" y="2096987"/>
            <a:ext cx="802228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Предметы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191175" y="2096987"/>
            <a:ext cx="1539158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Физика, Математика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67157" y="2470116"/>
            <a:ext cx="5242467" cy="373129"/>
          </a:xfrm>
          <a:custGeom>
            <a:avLst/>
            <a:gdLst/>
            <a:ahLst/>
            <a:cxnLst/>
            <a:rect l="l" t="t" r="r" b="b"/>
            <a:pathLst>
              <a:path w="5242467" h="373129">
                <a:moveTo>
                  <a:pt x="74626" y="0"/>
                </a:moveTo>
                <a:lnTo>
                  <a:pt x="5167841" y="0"/>
                </a:lnTo>
                <a:cubicBezTo>
                  <a:pt x="5209056" y="0"/>
                  <a:pt x="5242467" y="33411"/>
                  <a:pt x="5242467" y="74626"/>
                </a:cubicBezTo>
                <a:lnTo>
                  <a:pt x="5242467" y="298503"/>
                </a:lnTo>
                <a:cubicBezTo>
                  <a:pt x="5242467" y="339718"/>
                  <a:pt x="5209056" y="373129"/>
                  <a:pt x="5167841" y="373129"/>
                </a:cubicBezTo>
                <a:lnTo>
                  <a:pt x="74626" y="373129"/>
                </a:lnTo>
                <a:cubicBezTo>
                  <a:pt x="33411" y="373129"/>
                  <a:pt x="0" y="339718"/>
                  <a:pt x="0" y="298503"/>
                </a:cubicBezTo>
                <a:lnTo>
                  <a:pt x="0" y="74626"/>
                </a:lnTo>
                <a:cubicBezTo>
                  <a:pt x="0" y="33411"/>
                  <a:pt x="33411" y="0"/>
                  <a:pt x="74626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7" name="Text 14"/>
          <p:cNvSpPr/>
          <p:nvPr/>
        </p:nvSpPr>
        <p:spPr>
          <a:xfrm>
            <a:off x="716408" y="2544742"/>
            <a:ext cx="671633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Уровень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28552" y="2544742"/>
            <a:ext cx="1100731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Региональный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85813" y="2917872"/>
            <a:ext cx="5223810" cy="373129"/>
          </a:xfrm>
          <a:custGeom>
            <a:avLst/>
            <a:gdLst/>
            <a:ahLst/>
            <a:cxnLst/>
            <a:rect l="l" t="t" r="r" b="b"/>
            <a:pathLst>
              <a:path w="5223810" h="373129">
                <a:moveTo>
                  <a:pt x="37313" y="0"/>
                </a:moveTo>
                <a:lnTo>
                  <a:pt x="5149184" y="0"/>
                </a:lnTo>
                <a:cubicBezTo>
                  <a:pt x="5190399" y="0"/>
                  <a:pt x="5223810" y="33411"/>
                  <a:pt x="5223810" y="74626"/>
                </a:cubicBezTo>
                <a:lnTo>
                  <a:pt x="5223810" y="298503"/>
                </a:lnTo>
                <a:cubicBezTo>
                  <a:pt x="5223810" y="339718"/>
                  <a:pt x="5190399" y="373129"/>
                  <a:pt x="5149184" y="373129"/>
                </a:cubicBezTo>
                <a:lnTo>
                  <a:pt x="37313" y="373129"/>
                </a:lnTo>
                <a:cubicBezTo>
                  <a:pt x="16719" y="373129"/>
                  <a:pt x="0" y="356410"/>
                  <a:pt x="0" y="335816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0" name="Shape 17"/>
          <p:cNvSpPr/>
          <p:nvPr/>
        </p:nvSpPr>
        <p:spPr>
          <a:xfrm>
            <a:off x="585813" y="2917872"/>
            <a:ext cx="37313" cy="373129"/>
          </a:xfrm>
          <a:custGeom>
            <a:avLst/>
            <a:gdLst/>
            <a:ahLst/>
            <a:cxnLst/>
            <a:rect l="l" t="t" r="r" b="b"/>
            <a:pathLst>
              <a:path w="37313" h="373129">
                <a:moveTo>
                  <a:pt x="37313" y="0"/>
                </a:moveTo>
                <a:lnTo>
                  <a:pt x="37313" y="0"/>
                </a:lnTo>
                <a:lnTo>
                  <a:pt x="37313" y="373129"/>
                </a:lnTo>
                <a:lnTo>
                  <a:pt x="37313" y="373129"/>
                </a:lnTo>
                <a:cubicBezTo>
                  <a:pt x="16719" y="373129"/>
                  <a:pt x="0" y="356410"/>
                  <a:pt x="0" y="335816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1" name="Shape 18"/>
          <p:cNvSpPr/>
          <p:nvPr/>
        </p:nvSpPr>
        <p:spPr>
          <a:xfrm>
            <a:off x="763049" y="3029810"/>
            <a:ext cx="167908" cy="149252"/>
          </a:xfrm>
          <a:custGeom>
            <a:avLst/>
            <a:gdLst/>
            <a:ahLst/>
            <a:cxnLst/>
            <a:rect l="l" t="t" r="r" b="b"/>
            <a:pathLst>
              <a:path w="167908" h="149252">
                <a:moveTo>
                  <a:pt x="90221" y="-5509"/>
                </a:moveTo>
                <a:cubicBezTo>
                  <a:pt x="89026" y="-7842"/>
                  <a:pt x="86607" y="-9328"/>
                  <a:pt x="83983" y="-9328"/>
                </a:cubicBezTo>
                <a:cubicBezTo>
                  <a:pt x="81360" y="-9328"/>
                  <a:pt x="78940" y="-7842"/>
                  <a:pt x="77745" y="-5509"/>
                </a:cubicBezTo>
                <a:lnTo>
                  <a:pt x="56290" y="36526"/>
                </a:lnTo>
                <a:lnTo>
                  <a:pt x="9678" y="43930"/>
                </a:lnTo>
                <a:cubicBezTo>
                  <a:pt x="7084" y="44338"/>
                  <a:pt x="4926" y="46175"/>
                  <a:pt x="4110" y="48682"/>
                </a:cubicBezTo>
                <a:cubicBezTo>
                  <a:pt x="3294" y="51189"/>
                  <a:pt x="3964" y="53929"/>
                  <a:pt x="5801" y="55794"/>
                </a:cubicBezTo>
                <a:lnTo>
                  <a:pt x="39149" y="89172"/>
                </a:lnTo>
                <a:lnTo>
                  <a:pt x="31803" y="135784"/>
                </a:lnTo>
                <a:cubicBezTo>
                  <a:pt x="31395" y="138379"/>
                  <a:pt x="32474" y="141002"/>
                  <a:pt x="34602" y="142547"/>
                </a:cubicBezTo>
                <a:cubicBezTo>
                  <a:pt x="36730" y="144092"/>
                  <a:pt x="39528" y="144325"/>
                  <a:pt x="41890" y="143130"/>
                </a:cubicBezTo>
                <a:lnTo>
                  <a:pt x="83983" y="121733"/>
                </a:lnTo>
                <a:lnTo>
                  <a:pt x="126048" y="143130"/>
                </a:lnTo>
                <a:cubicBezTo>
                  <a:pt x="128380" y="144325"/>
                  <a:pt x="131207" y="144092"/>
                  <a:pt x="133335" y="142547"/>
                </a:cubicBezTo>
                <a:cubicBezTo>
                  <a:pt x="135463" y="141002"/>
                  <a:pt x="136542" y="138408"/>
                  <a:pt x="136134" y="135784"/>
                </a:cubicBezTo>
                <a:lnTo>
                  <a:pt x="128759" y="89172"/>
                </a:lnTo>
                <a:lnTo>
                  <a:pt x="162107" y="55794"/>
                </a:lnTo>
                <a:cubicBezTo>
                  <a:pt x="163973" y="53929"/>
                  <a:pt x="164614" y="51189"/>
                  <a:pt x="163798" y="48682"/>
                </a:cubicBezTo>
                <a:cubicBezTo>
                  <a:pt x="162982" y="46175"/>
                  <a:pt x="160854" y="44338"/>
                  <a:pt x="158230" y="43930"/>
                </a:cubicBezTo>
                <a:lnTo>
                  <a:pt x="111647" y="36526"/>
                </a:lnTo>
                <a:lnTo>
                  <a:pt x="90221" y="-5509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2" name="Text 19"/>
          <p:cNvSpPr/>
          <p:nvPr/>
        </p:nvSpPr>
        <p:spPr>
          <a:xfrm>
            <a:off x="1058055" y="2999959"/>
            <a:ext cx="2642572" cy="201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Дает льготы при поступлении в ТГУ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76861" y="3638010"/>
            <a:ext cx="5623059" cy="2246238"/>
          </a:xfrm>
          <a:custGeom>
            <a:avLst/>
            <a:gdLst/>
            <a:ahLst/>
            <a:cxnLst/>
            <a:rect l="l" t="t" r="r" b="b"/>
            <a:pathLst>
              <a:path w="5623059" h="2246238">
                <a:moveTo>
                  <a:pt x="111930" y="0"/>
                </a:moveTo>
                <a:lnTo>
                  <a:pt x="5511129" y="0"/>
                </a:lnTo>
                <a:cubicBezTo>
                  <a:pt x="5572946" y="0"/>
                  <a:pt x="5623059" y="50113"/>
                  <a:pt x="5623059" y="111930"/>
                </a:cubicBezTo>
                <a:lnTo>
                  <a:pt x="5623059" y="2134308"/>
                </a:lnTo>
                <a:cubicBezTo>
                  <a:pt x="5623059" y="2196126"/>
                  <a:pt x="5572946" y="2246238"/>
                  <a:pt x="5511129" y="2246238"/>
                </a:cubicBezTo>
                <a:lnTo>
                  <a:pt x="111930" y="2246238"/>
                </a:lnTo>
                <a:cubicBezTo>
                  <a:pt x="50113" y="2246238"/>
                  <a:pt x="0" y="2196126"/>
                  <a:pt x="0" y="2134308"/>
                </a:cubicBezTo>
                <a:lnTo>
                  <a:pt x="0" y="111930"/>
                </a:lnTo>
                <a:cubicBezTo>
                  <a:pt x="0" y="50154"/>
                  <a:pt x="50154" y="0"/>
                  <a:pt x="111930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7157" y="3846963"/>
            <a:ext cx="447755" cy="447755"/>
          </a:xfrm>
          <a:custGeom>
            <a:avLst/>
            <a:gdLst/>
            <a:ahLst/>
            <a:cxnLst/>
            <a:rect l="l" t="t" r="r" b="b"/>
            <a:pathLst>
              <a:path w="447755" h="447755">
                <a:moveTo>
                  <a:pt x="223878" y="0"/>
                </a:moveTo>
                <a:lnTo>
                  <a:pt x="223878" y="0"/>
                </a:lnTo>
                <a:cubicBezTo>
                  <a:pt x="347439" y="0"/>
                  <a:pt x="447755" y="100316"/>
                  <a:pt x="447755" y="223878"/>
                </a:cubicBezTo>
                <a:lnTo>
                  <a:pt x="447755" y="223878"/>
                </a:lnTo>
                <a:cubicBezTo>
                  <a:pt x="447755" y="347439"/>
                  <a:pt x="347439" y="447755"/>
                  <a:pt x="223878" y="447755"/>
                </a:cubicBezTo>
                <a:lnTo>
                  <a:pt x="223878" y="447755"/>
                </a:lnTo>
                <a:cubicBezTo>
                  <a:pt x="100316" y="447755"/>
                  <a:pt x="0" y="347439"/>
                  <a:pt x="0" y="223878"/>
                </a:cubicBezTo>
                <a:lnTo>
                  <a:pt x="0" y="223878"/>
                </a:lnTo>
                <a:cubicBezTo>
                  <a:pt x="0" y="100316"/>
                  <a:pt x="100316" y="0"/>
                  <a:pt x="223878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5" name="Shape 22"/>
          <p:cNvSpPr/>
          <p:nvPr/>
        </p:nvSpPr>
        <p:spPr>
          <a:xfrm>
            <a:off x="709412" y="3977559"/>
            <a:ext cx="163244" cy="186565"/>
          </a:xfrm>
          <a:custGeom>
            <a:avLst/>
            <a:gdLst/>
            <a:ahLst/>
            <a:cxnLst/>
            <a:rect l="l" t="t" r="r" b="b"/>
            <a:pathLst>
              <a:path w="163244" h="186565">
                <a:moveTo>
                  <a:pt x="89602" y="-9438"/>
                </a:moveTo>
                <a:cubicBezTo>
                  <a:pt x="84719" y="-12425"/>
                  <a:pt x="78561" y="-12425"/>
                  <a:pt x="73678" y="-9438"/>
                </a:cubicBezTo>
                <a:cubicBezTo>
                  <a:pt x="64787" y="-4008"/>
                  <a:pt x="59285" y="-2551"/>
                  <a:pt x="48864" y="-2769"/>
                </a:cubicBezTo>
                <a:cubicBezTo>
                  <a:pt x="43143" y="-2915"/>
                  <a:pt x="37823" y="182"/>
                  <a:pt x="35054" y="5211"/>
                </a:cubicBezTo>
                <a:cubicBezTo>
                  <a:pt x="30062" y="14357"/>
                  <a:pt x="26017" y="18401"/>
                  <a:pt x="16871" y="23393"/>
                </a:cubicBezTo>
                <a:cubicBezTo>
                  <a:pt x="11842" y="26126"/>
                  <a:pt x="8782" y="31483"/>
                  <a:pt x="8891" y="37204"/>
                </a:cubicBezTo>
                <a:cubicBezTo>
                  <a:pt x="9146" y="47625"/>
                  <a:pt x="7652" y="53127"/>
                  <a:pt x="2223" y="62018"/>
                </a:cubicBezTo>
                <a:cubicBezTo>
                  <a:pt x="-765" y="66901"/>
                  <a:pt x="-765" y="73059"/>
                  <a:pt x="2223" y="77942"/>
                </a:cubicBezTo>
                <a:cubicBezTo>
                  <a:pt x="7652" y="86833"/>
                  <a:pt x="9110" y="92335"/>
                  <a:pt x="8891" y="102756"/>
                </a:cubicBezTo>
                <a:cubicBezTo>
                  <a:pt x="8745" y="108477"/>
                  <a:pt x="11842" y="113797"/>
                  <a:pt x="16871" y="116566"/>
                </a:cubicBezTo>
                <a:cubicBezTo>
                  <a:pt x="24924" y="120976"/>
                  <a:pt x="29005" y="124619"/>
                  <a:pt x="33305" y="131688"/>
                </a:cubicBezTo>
                <a:lnTo>
                  <a:pt x="15559" y="167070"/>
                </a:lnTo>
                <a:cubicBezTo>
                  <a:pt x="13409" y="171406"/>
                  <a:pt x="15158" y="176653"/>
                  <a:pt x="19458" y="178803"/>
                </a:cubicBezTo>
                <a:lnTo>
                  <a:pt x="50795" y="194472"/>
                </a:lnTo>
                <a:cubicBezTo>
                  <a:pt x="54986" y="196549"/>
                  <a:pt x="60087" y="194982"/>
                  <a:pt x="62346" y="190901"/>
                </a:cubicBezTo>
                <a:lnTo>
                  <a:pt x="81586" y="156248"/>
                </a:lnTo>
                <a:lnTo>
                  <a:pt x="100825" y="190901"/>
                </a:lnTo>
                <a:cubicBezTo>
                  <a:pt x="103084" y="194982"/>
                  <a:pt x="108186" y="196585"/>
                  <a:pt x="112376" y="194472"/>
                </a:cubicBezTo>
                <a:lnTo>
                  <a:pt x="143713" y="178803"/>
                </a:lnTo>
                <a:cubicBezTo>
                  <a:pt x="148049" y="176653"/>
                  <a:pt x="149798" y="171406"/>
                  <a:pt x="147612" y="167070"/>
                </a:cubicBezTo>
                <a:lnTo>
                  <a:pt x="129903" y="131652"/>
                </a:lnTo>
                <a:cubicBezTo>
                  <a:pt x="134166" y="124583"/>
                  <a:pt x="138284" y="120939"/>
                  <a:pt x="146337" y="116530"/>
                </a:cubicBezTo>
                <a:cubicBezTo>
                  <a:pt x="151365" y="113797"/>
                  <a:pt x="154426" y="108441"/>
                  <a:pt x="154317" y="102720"/>
                </a:cubicBezTo>
                <a:cubicBezTo>
                  <a:pt x="154062" y="92298"/>
                  <a:pt x="155556" y="86796"/>
                  <a:pt x="160985" y="77905"/>
                </a:cubicBezTo>
                <a:cubicBezTo>
                  <a:pt x="163973" y="73023"/>
                  <a:pt x="163973" y="66864"/>
                  <a:pt x="160985" y="61982"/>
                </a:cubicBezTo>
                <a:cubicBezTo>
                  <a:pt x="155556" y="53091"/>
                  <a:pt x="154098" y="47589"/>
                  <a:pt x="154317" y="37167"/>
                </a:cubicBezTo>
                <a:cubicBezTo>
                  <a:pt x="154462" y="31446"/>
                  <a:pt x="151365" y="26126"/>
                  <a:pt x="146337" y="23357"/>
                </a:cubicBezTo>
                <a:cubicBezTo>
                  <a:pt x="137191" y="18365"/>
                  <a:pt x="133146" y="14320"/>
                  <a:pt x="128154" y="5174"/>
                </a:cubicBezTo>
                <a:cubicBezTo>
                  <a:pt x="125421" y="146"/>
                  <a:pt x="120065" y="-2915"/>
                  <a:pt x="114344" y="-2806"/>
                </a:cubicBezTo>
                <a:cubicBezTo>
                  <a:pt x="103922" y="-2551"/>
                  <a:pt x="98420" y="-4045"/>
                  <a:pt x="89529" y="-9474"/>
                </a:cubicBezTo>
                <a:close/>
                <a:moveTo>
                  <a:pt x="81622" y="34981"/>
                </a:moveTo>
                <a:cubicBezTo>
                  <a:pt x="100929" y="34981"/>
                  <a:pt x="116603" y="50655"/>
                  <a:pt x="116603" y="69962"/>
                </a:cubicBezTo>
                <a:cubicBezTo>
                  <a:pt x="116603" y="89268"/>
                  <a:pt x="100929" y="104943"/>
                  <a:pt x="81622" y="104943"/>
                </a:cubicBezTo>
                <a:cubicBezTo>
                  <a:pt x="62316" y="104943"/>
                  <a:pt x="46641" y="89268"/>
                  <a:pt x="46641" y="69962"/>
                </a:cubicBezTo>
                <a:cubicBezTo>
                  <a:pt x="46641" y="50655"/>
                  <a:pt x="62316" y="34981"/>
                  <a:pt x="81622" y="34981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6" name="Text 23"/>
          <p:cNvSpPr/>
          <p:nvPr/>
        </p:nvSpPr>
        <p:spPr>
          <a:xfrm>
            <a:off x="1126851" y="3828307"/>
            <a:ext cx="3078317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9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БИНБ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26851" y="4089497"/>
            <a:ext cx="3059660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Будущие исследователи – будущее науки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67157" y="4425315"/>
            <a:ext cx="5242467" cy="373129"/>
          </a:xfrm>
          <a:custGeom>
            <a:avLst/>
            <a:gdLst/>
            <a:ahLst/>
            <a:cxnLst/>
            <a:rect l="l" t="t" r="r" b="b"/>
            <a:pathLst>
              <a:path w="5242467" h="373129">
                <a:moveTo>
                  <a:pt x="74626" y="0"/>
                </a:moveTo>
                <a:lnTo>
                  <a:pt x="5167841" y="0"/>
                </a:lnTo>
                <a:cubicBezTo>
                  <a:pt x="5209056" y="0"/>
                  <a:pt x="5242467" y="33411"/>
                  <a:pt x="5242467" y="74626"/>
                </a:cubicBezTo>
                <a:lnTo>
                  <a:pt x="5242467" y="298503"/>
                </a:lnTo>
                <a:cubicBezTo>
                  <a:pt x="5242467" y="339718"/>
                  <a:pt x="5209056" y="373129"/>
                  <a:pt x="5167841" y="373129"/>
                </a:cubicBezTo>
                <a:lnTo>
                  <a:pt x="74626" y="373129"/>
                </a:lnTo>
                <a:cubicBezTo>
                  <a:pt x="33411" y="373129"/>
                  <a:pt x="0" y="339718"/>
                  <a:pt x="0" y="298503"/>
                </a:cubicBezTo>
                <a:lnTo>
                  <a:pt x="0" y="74626"/>
                </a:lnTo>
                <a:cubicBezTo>
                  <a:pt x="0" y="33411"/>
                  <a:pt x="33411" y="0"/>
                  <a:pt x="74626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9" name="Text 26"/>
          <p:cNvSpPr/>
          <p:nvPr/>
        </p:nvSpPr>
        <p:spPr>
          <a:xfrm>
            <a:off x="716408" y="4499941"/>
            <a:ext cx="802228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Предметы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460178" y="4499941"/>
            <a:ext cx="1268640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Биология, Химия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67157" y="4873070"/>
            <a:ext cx="5242467" cy="373129"/>
          </a:xfrm>
          <a:custGeom>
            <a:avLst/>
            <a:gdLst/>
            <a:ahLst/>
            <a:cxnLst/>
            <a:rect l="l" t="t" r="r" b="b"/>
            <a:pathLst>
              <a:path w="5242467" h="373129">
                <a:moveTo>
                  <a:pt x="74626" y="0"/>
                </a:moveTo>
                <a:lnTo>
                  <a:pt x="5167841" y="0"/>
                </a:lnTo>
                <a:cubicBezTo>
                  <a:pt x="5209056" y="0"/>
                  <a:pt x="5242467" y="33411"/>
                  <a:pt x="5242467" y="74626"/>
                </a:cubicBezTo>
                <a:lnTo>
                  <a:pt x="5242467" y="298503"/>
                </a:lnTo>
                <a:cubicBezTo>
                  <a:pt x="5242467" y="339718"/>
                  <a:pt x="5209056" y="373129"/>
                  <a:pt x="5167841" y="373129"/>
                </a:cubicBezTo>
                <a:lnTo>
                  <a:pt x="74626" y="373129"/>
                </a:lnTo>
                <a:cubicBezTo>
                  <a:pt x="33411" y="373129"/>
                  <a:pt x="0" y="339718"/>
                  <a:pt x="0" y="298503"/>
                </a:cubicBezTo>
                <a:lnTo>
                  <a:pt x="0" y="74626"/>
                </a:lnTo>
                <a:cubicBezTo>
                  <a:pt x="0" y="33411"/>
                  <a:pt x="33411" y="0"/>
                  <a:pt x="74626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32" name="Text 29"/>
          <p:cNvSpPr/>
          <p:nvPr/>
        </p:nvSpPr>
        <p:spPr>
          <a:xfrm>
            <a:off x="716408" y="4947696"/>
            <a:ext cx="671633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Уровень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305096" y="4947696"/>
            <a:ext cx="1427220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Межрегиональный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85813" y="5320825"/>
            <a:ext cx="5223810" cy="373129"/>
          </a:xfrm>
          <a:custGeom>
            <a:avLst/>
            <a:gdLst/>
            <a:ahLst/>
            <a:cxnLst/>
            <a:rect l="l" t="t" r="r" b="b"/>
            <a:pathLst>
              <a:path w="5223810" h="373129">
                <a:moveTo>
                  <a:pt x="37313" y="0"/>
                </a:moveTo>
                <a:lnTo>
                  <a:pt x="5149184" y="0"/>
                </a:lnTo>
                <a:cubicBezTo>
                  <a:pt x="5190399" y="0"/>
                  <a:pt x="5223810" y="33411"/>
                  <a:pt x="5223810" y="74626"/>
                </a:cubicBezTo>
                <a:lnTo>
                  <a:pt x="5223810" y="298503"/>
                </a:lnTo>
                <a:cubicBezTo>
                  <a:pt x="5223810" y="339718"/>
                  <a:pt x="5190399" y="373129"/>
                  <a:pt x="5149184" y="373129"/>
                </a:cubicBezTo>
                <a:lnTo>
                  <a:pt x="37313" y="373129"/>
                </a:lnTo>
                <a:cubicBezTo>
                  <a:pt x="16719" y="373129"/>
                  <a:pt x="0" y="356410"/>
                  <a:pt x="0" y="335816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5" name="Shape 32"/>
          <p:cNvSpPr/>
          <p:nvPr/>
        </p:nvSpPr>
        <p:spPr>
          <a:xfrm>
            <a:off x="585813" y="5320825"/>
            <a:ext cx="37313" cy="373129"/>
          </a:xfrm>
          <a:custGeom>
            <a:avLst/>
            <a:gdLst/>
            <a:ahLst/>
            <a:cxnLst/>
            <a:rect l="l" t="t" r="r" b="b"/>
            <a:pathLst>
              <a:path w="37313" h="373129">
                <a:moveTo>
                  <a:pt x="37313" y="0"/>
                </a:moveTo>
                <a:lnTo>
                  <a:pt x="37313" y="0"/>
                </a:lnTo>
                <a:lnTo>
                  <a:pt x="37313" y="373129"/>
                </a:lnTo>
                <a:lnTo>
                  <a:pt x="37313" y="373129"/>
                </a:lnTo>
                <a:cubicBezTo>
                  <a:pt x="16719" y="373129"/>
                  <a:pt x="0" y="356410"/>
                  <a:pt x="0" y="335816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6" name="Shape 33"/>
          <p:cNvSpPr/>
          <p:nvPr/>
        </p:nvSpPr>
        <p:spPr>
          <a:xfrm>
            <a:off x="763049" y="5432764"/>
            <a:ext cx="167908" cy="149252"/>
          </a:xfrm>
          <a:custGeom>
            <a:avLst/>
            <a:gdLst/>
            <a:ahLst/>
            <a:cxnLst/>
            <a:rect l="l" t="t" r="r" b="b"/>
            <a:pathLst>
              <a:path w="167908" h="149252">
                <a:moveTo>
                  <a:pt x="90221" y="-5509"/>
                </a:moveTo>
                <a:cubicBezTo>
                  <a:pt x="89026" y="-7842"/>
                  <a:pt x="86607" y="-9328"/>
                  <a:pt x="83983" y="-9328"/>
                </a:cubicBezTo>
                <a:cubicBezTo>
                  <a:pt x="81360" y="-9328"/>
                  <a:pt x="78940" y="-7842"/>
                  <a:pt x="77745" y="-5509"/>
                </a:cubicBezTo>
                <a:lnTo>
                  <a:pt x="56290" y="36526"/>
                </a:lnTo>
                <a:lnTo>
                  <a:pt x="9678" y="43930"/>
                </a:lnTo>
                <a:cubicBezTo>
                  <a:pt x="7084" y="44338"/>
                  <a:pt x="4926" y="46175"/>
                  <a:pt x="4110" y="48682"/>
                </a:cubicBezTo>
                <a:cubicBezTo>
                  <a:pt x="3294" y="51189"/>
                  <a:pt x="3964" y="53929"/>
                  <a:pt x="5801" y="55794"/>
                </a:cubicBezTo>
                <a:lnTo>
                  <a:pt x="39149" y="89172"/>
                </a:lnTo>
                <a:lnTo>
                  <a:pt x="31803" y="135784"/>
                </a:lnTo>
                <a:cubicBezTo>
                  <a:pt x="31395" y="138379"/>
                  <a:pt x="32474" y="141002"/>
                  <a:pt x="34602" y="142547"/>
                </a:cubicBezTo>
                <a:cubicBezTo>
                  <a:pt x="36730" y="144092"/>
                  <a:pt x="39528" y="144325"/>
                  <a:pt x="41890" y="143130"/>
                </a:cubicBezTo>
                <a:lnTo>
                  <a:pt x="83983" y="121733"/>
                </a:lnTo>
                <a:lnTo>
                  <a:pt x="126048" y="143130"/>
                </a:lnTo>
                <a:cubicBezTo>
                  <a:pt x="128380" y="144325"/>
                  <a:pt x="131207" y="144092"/>
                  <a:pt x="133335" y="142547"/>
                </a:cubicBezTo>
                <a:cubicBezTo>
                  <a:pt x="135463" y="141002"/>
                  <a:pt x="136542" y="138408"/>
                  <a:pt x="136134" y="135784"/>
                </a:cubicBezTo>
                <a:lnTo>
                  <a:pt x="128759" y="89172"/>
                </a:lnTo>
                <a:lnTo>
                  <a:pt x="162107" y="55794"/>
                </a:lnTo>
                <a:cubicBezTo>
                  <a:pt x="163973" y="53929"/>
                  <a:pt x="164614" y="51189"/>
                  <a:pt x="163798" y="48682"/>
                </a:cubicBezTo>
                <a:cubicBezTo>
                  <a:pt x="162982" y="46175"/>
                  <a:pt x="160854" y="44338"/>
                  <a:pt x="158230" y="43930"/>
                </a:cubicBezTo>
                <a:lnTo>
                  <a:pt x="111647" y="36526"/>
                </a:lnTo>
                <a:lnTo>
                  <a:pt x="90221" y="-5509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7" name="Text 34"/>
          <p:cNvSpPr/>
          <p:nvPr/>
        </p:nvSpPr>
        <p:spPr>
          <a:xfrm>
            <a:off x="1058055" y="5402912"/>
            <a:ext cx="3068989" cy="201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 баллов по предмету при поступлении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191381" y="1235058"/>
            <a:ext cx="5623059" cy="2246238"/>
          </a:xfrm>
          <a:custGeom>
            <a:avLst/>
            <a:gdLst/>
            <a:ahLst/>
            <a:cxnLst/>
            <a:rect l="l" t="t" r="r" b="b"/>
            <a:pathLst>
              <a:path w="5623059" h="2246238">
                <a:moveTo>
                  <a:pt x="111930" y="0"/>
                </a:moveTo>
                <a:lnTo>
                  <a:pt x="5511129" y="0"/>
                </a:lnTo>
                <a:cubicBezTo>
                  <a:pt x="5572946" y="0"/>
                  <a:pt x="5623059" y="50113"/>
                  <a:pt x="5623059" y="111930"/>
                </a:cubicBezTo>
                <a:lnTo>
                  <a:pt x="5623059" y="2134308"/>
                </a:lnTo>
                <a:cubicBezTo>
                  <a:pt x="5623059" y="2196126"/>
                  <a:pt x="5572946" y="2246238"/>
                  <a:pt x="5511129" y="2246238"/>
                </a:cubicBezTo>
                <a:lnTo>
                  <a:pt x="111930" y="2246238"/>
                </a:lnTo>
                <a:cubicBezTo>
                  <a:pt x="50113" y="2246238"/>
                  <a:pt x="0" y="2196126"/>
                  <a:pt x="0" y="2134308"/>
                </a:cubicBezTo>
                <a:lnTo>
                  <a:pt x="0" y="111930"/>
                </a:lnTo>
                <a:cubicBezTo>
                  <a:pt x="0" y="50154"/>
                  <a:pt x="50154" y="0"/>
                  <a:pt x="111930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381677" y="1444011"/>
            <a:ext cx="447755" cy="447755"/>
          </a:xfrm>
          <a:custGeom>
            <a:avLst/>
            <a:gdLst/>
            <a:ahLst/>
            <a:cxnLst/>
            <a:rect l="l" t="t" r="r" b="b"/>
            <a:pathLst>
              <a:path w="447755" h="447755">
                <a:moveTo>
                  <a:pt x="223878" y="0"/>
                </a:moveTo>
                <a:lnTo>
                  <a:pt x="223878" y="0"/>
                </a:lnTo>
                <a:cubicBezTo>
                  <a:pt x="347439" y="0"/>
                  <a:pt x="447755" y="100316"/>
                  <a:pt x="447755" y="223878"/>
                </a:cubicBezTo>
                <a:lnTo>
                  <a:pt x="447755" y="223878"/>
                </a:lnTo>
                <a:cubicBezTo>
                  <a:pt x="447755" y="347439"/>
                  <a:pt x="347439" y="447755"/>
                  <a:pt x="223878" y="447755"/>
                </a:cubicBezTo>
                <a:lnTo>
                  <a:pt x="223878" y="447755"/>
                </a:lnTo>
                <a:cubicBezTo>
                  <a:pt x="100316" y="447755"/>
                  <a:pt x="0" y="347439"/>
                  <a:pt x="0" y="223878"/>
                </a:cubicBezTo>
                <a:lnTo>
                  <a:pt x="0" y="223878"/>
                </a:lnTo>
                <a:cubicBezTo>
                  <a:pt x="0" y="100316"/>
                  <a:pt x="100316" y="0"/>
                  <a:pt x="223878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0" name="Shape 37"/>
          <p:cNvSpPr/>
          <p:nvPr/>
        </p:nvSpPr>
        <p:spPr>
          <a:xfrm>
            <a:off x="6500612" y="1574606"/>
            <a:ext cx="209885" cy="186565"/>
          </a:xfrm>
          <a:custGeom>
            <a:avLst/>
            <a:gdLst/>
            <a:ahLst/>
            <a:cxnLst/>
            <a:rect l="l" t="t" r="r" b="b"/>
            <a:pathLst>
              <a:path w="209885" h="186565">
                <a:moveTo>
                  <a:pt x="87161" y="-2915"/>
                </a:moveTo>
                <a:cubicBezTo>
                  <a:pt x="84938" y="-5174"/>
                  <a:pt x="81695" y="-6085"/>
                  <a:pt x="78634" y="-5247"/>
                </a:cubicBezTo>
                <a:cubicBezTo>
                  <a:pt x="75573" y="-4409"/>
                  <a:pt x="73205" y="-2041"/>
                  <a:pt x="72440" y="1020"/>
                </a:cubicBezTo>
                <a:lnTo>
                  <a:pt x="66864" y="22956"/>
                </a:lnTo>
                <a:cubicBezTo>
                  <a:pt x="66464" y="24559"/>
                  <a:pt x="64824" y="25507"/>
                  <a:pt x="63257" y="25033"/>
                </a:cubicBezTo>
                <a:lnTo>
                  <a:pt x="41467" y="18912"/>
                </a:lnTo>
                <a:cubicBezTo>
                  <a:pt x="38406" y="18037"/>
                  <a:pt x="35127" y="18912"/>
                  <a:pt x="32904" y="21134"/>
                </a:cubicBezTo>
                <a:cubicBezTo>
                  <a:pt x="30681" y="23357"/>
                  <a:pt x="29807" y="26636"/>
                  <a:pt x="30681" y="29697"/>
                </a:cubicBezTo>
                <a:lnTo>
                  <a:pt x="36839" y="51487"/>
                </a:lnTo>
                <a:cubicBezTo>
                  <a:pt x="37276" y="53054"/>
                  <a:pt x="36329" y="54694"/>
                  <a:pt x="34762" y="55095"/>
                </a:cubicBezTo>
                <a:lnTo>
                  <a:pt x="12790" y="60670"/>
                </a:lnTo>
                <a:cubicBezTo>
                  <a:pt x="9729" y="61435"/>
                  <a:pt x="7324" y="63840"/>
                  <a:pt x="6486" y="66901"/>
                </a:cubicBezTo>
                <a:cubicBezTo>
                  <a:pt x="5648" y="69962"/>
                  <a:pt x="6559" y="73205"/>
                  <a:pt x="8818" y="75428"/>
                </a:cubicBezTo>
                <a:lnTo>
                  <a:pt x="25033" y="91205"/>
                </a:lnTo>
                <a:cubicBezTo>
                  <a:pt x="26199" y="92335"/>
                  <a:pt x="26199" y="94230"/>
                  <a:pt x="25033" y="95396"/>
                </a:cubicBezTo>
                <a:lnTo>
                  <a:pt x="8855" y="111174"/>
                </a:lnTo>
                <a:cubicBezTo>
                  <a:pt x="6595" y="113396"/>
                  <a:pt x="5684" y="116639"/>
                  <a:pt x="6522" y="119700"/>
                </a:cubicBezTo>
                <a:cubicBezTo>
                  <a:pt x="7361" y="122761"/>
                  <a:pt x="9765" y="125129"/>
                  <a:pt x="12826" y="125931"/>
                </a:cubicBezTo>
                <a:lnTo>
                  <a:pt x="34762" y="131506"/>
                </a:lnTo>
                <a:cubicBezTo>
                  <a:pt x="36366" y="131907"/>
                  <a:pt x="37313" y="133547"/>
                  <a:pt x="36839" y="135114"/>
                </a:cubicBezTo>
                <a:lnTo>
                  <a:pt x="30681" y="156867"/>
                </a:lnTo>
                <a:cubicBezTo>
                  <a:pt x="29807" y="159928"/>
                  <a:pt x="30681" y="163208"/>
                  <a:pt x="32904" y="165430"/>
                </a:cubicBezTo>
                <a:cubicBezTo>
                  <a:pt x="35127" y="167653"/>
                  <a:pt x="38406" y="168528"/>
                  <a:pt x="41467" y="167653"/>
                </a:cubicBezTo>
                <a:lnTo>
                  <a:pt x="63257" y="161495"/>
                </a:lnTo>
                <a:cubicBezTo>
                  <a:pt x="64824" y="161058"/>
                  <a:pt x="66464" y="162005"/>
                  <a:pt x="66864" y="163572"/>
                </a:cubicBezTo>
                <a:lnTo>
                  <a:pt x="72440" y="185508"/>
                </a:lnTo>
                <a:cubicBezTo>
                  <a:pt x="73205" y="188569"/>
                  <a:pt x="75610" y="190974"/>
                  <a:pt x="78671" y="191812"/>
                </a:cubicBezTo>
                <a:cubicBezTo>
                  <a:pt x="81731" y="192650"/>
                  <a:pt x="84974" y="191739"/>
                  <a:pt x="87197" y="189480"/>
                </a:cubicBezTo>
                <a:lnTo>
                  <a:pt x="102975" y="173265"/>
                </a:lnTo>
                <a:cubicBezTo>
                  <a:pt x="104105" y="172099"/>
                  <a:pt x="105999" y="172099"/>
                  <a:pt x="107165" y="173265"/>
                </a:cubicBezTo>
                <a:lnTo>
                  <a:pt x="122907" y="189480"/>
                </a:lnTo>
                <a:cubicBezTo>
                  <a:pt x="125129" y="191739"/>
                  <a:pt x="128373" y="192650"/>
                  <a:pt x="131433" y="191812"/>
                </a:cubicBezTo>
                <a:cubicBezTo>
                  <a:pt x="134494" y="190974"/>
                  <a:pt x="136863" y="188569"/>
                  <a:pt x="137664" y="185508"/>
                </a:cubicBezTo>
                <a:lnTo>
                  <a:pt x="143239" y="163608"/>
                </a:lnTo>
                <a:cubicBezTo>
                  <a:pt x="143640" y="162005"/>
                  <a:pt x="145280" y="161058"/>
                  <a:pt x="146847" y="161531"/>
                </a:cubicBezTo>
                <a:lnTo>
                  <a:pt x="168637" y="167690"/>
                </a:lnTo>
                <a:cubicBezTo>
                  <a:pt x="171698" y="168564"/>
                  <a:pt x="174977" y="167690"/>
                  <a:pt x="177200" y="165467"/>
                </a:cubicBezTo>
                <a:cubicBezTo>
                  <a:pt x="179423" y="163244"/>
                  <a:pt x="180297" y="159965"/>
                  <a:pt x="179423" y="156904"/>
                </a:cubicBezTo>
                <a:lnTo>
                  <a:pt x="173265" y="135114"/>
                </a:lnTo>
                <a:cubicBezTo>
                  <a:pt x="172827" y="133547"/>
                  <a:pt x="173775" y="131907"/>
                  <a:pt x="175342" y="131506"/>
                </a:cubicBezTo>
                <a:lnTo>
                  <a:pt x="197278" y="125931"/>
                </a:lnTo>
                <a:cubicBezTo>
                  <a:pt x="200338" y="125166"/>
                  <a:pt x="202743" y="122761"/>
                  <a:pt x="203581" y="119700"/>
                </a:cubicBezTo>
                <a:cubicBezTo>
                  <a:pt x="204419" y="116639"/>
                  <a:pt x="203509" y="113360"/>
                  <a:pt x="201249" y="111174"/>
                </a:cubicBezTo>
                <a:lnTo>
                  <a:pt x="185034" y="95396"/>
                </a:lnTo>
                <a:cubicBezTo>
                  <a:pt x="183868" y="94266"/>
                  <a:pt x="183868" y="92371"/>
                  <a:pt x="185034" y="91205"/>
                </a:cubicBezTo>
                <a:lnTo>
                  <a:pt x="201249" y="75428"/>
                </a:lnTo>
                <a:cubicBezTo>
                  <a:pt x="203509" y="73205"/>
                  <a:pt x="204419" y="69962"/>
                  <a:pt x="203581" y="66901"/>
                </a:cubicBezTo>
                <a:cubicBezTo>
                  <a:pt x="202743" y="63840"/>
                  <a:pt x="200338" y="61472"/>
                  <a:pt x="197278" y="60670"/>
                </a:cubicBezTo>
                <a:lnTo>
                  <a:pt x="175342" y="55095"/>
                </a:lnTo>
                <a:cubicBezTo>
                  <a:pt x="173738" y="54694"/>
                  <a:pt x="172791" y="53054"/>
                  <a:pt x="173265" y="51487"/>
                </a:cubicBezTo>
                <a:lnTo>
                  <a:pt x="179423" y="29697"/>
                </a:lnTo>
                <a:cubicBezTo>
                  <a:pt x="180297" y="26636"/>
                  <a:pt x="179423" y="23357"/>
                  <a:pt x="177200" y="21134"/>
                </a:cubicBezTo>
                <a:cubicBezTo>
                  <a:pt x="174977" y="18912"/>
                  <a:pt x="171698" y="18037"/>
                  <a:pt x="168637" y="18912"/>
                </a:cubicBezTo>
                <a:lnTo>
                  <a:pt x="146847" y="25070"/>
                </a:lnTo>
                <a:cubicBezTo>
                  <a:pt x="145280" y="25507"/>
                  <a:pt x="143640" y="24559"/>
                  <a:pt x="143239" y="22993"/>
                </a:cubicBezTo>
                <a:lnTo>
                  <a:pt x="137664" y="1020"/>
                </a:lnTo>
                <a:cubicBezTo>
                  <a:pt x="136899" y="-2041"/>
                  <a:pt x="134494" y="-4445"/>
                  <a:pt x="131433" y="-5284"/>
                </a:cubicBezTo>
                <a:cubicBezTo>
                  <a:pt x="128373" y="-6122"/>
                  <a:pt x="125129" y="-5211"/>
                  <a:pt x="122907" y="-2952"/>
                </a:cubicBezTo>
                <a:lnTo>
                  <a:pt x="107129" y="13300"/>
                </a:lnTo>
                <a:cubicBezTo>
                  <a:pt x="105999" y="14466"/>
                  <a:pt x="104105" y="14466"/>
                  <a:pt x="102939" y="13300"/>
                </a:cubicBezTo>
                <a:lnTo>
                  <a:pt x="87161" y="-2915"/>
                </a:ln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41" name="Text 38"/>
          <p:cNvSpPr/>
          <p:nvPr/>
        </p:nvSpPr>
        <p:spPr>
          <a:xfrm>
            <a:off x="6941371" y="1425354"/>
            <a:ext cx="1688410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9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САММАТ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941371" y="1686545"/>
            <a:ext cx="1669754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Сибирская олимпиада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381677" y="2022361"/>
            <a:ext cx="5242467" cy="373129"/>
          </a:xfrm>
          <a:custGeom>
            <a:avLst/>
            <a:gdLst/>
            <a:ahLst/>
            <a:cxnLst/>
            <a:rect l="l" t="t" r="r" b="b"/>
            <a:pathLst>
              <a:path w="5242467" h="373129">
                <a:moveTo>
                  <a:pt x="74626" y="0"/>
                </a:moveTo>
                <a:lnTo>
                  <a:pt x="5167841" y="0"/>
                </a:lnTo>
                <a:cubicBezTo>
                  <a:pt x="5209056" y="0"/>
                  <a:pt x="5242467" y="33411"/>
                  <a:pt x="5242467" y="74626"/>
                </a:cubicBezTo>
                <a:lnTo>
                  <a:pt x="5242467" y="298503"/>
                </a:lnTo>
                <a:cubicBezTo>
                  <a:pt x="5242467" y="339718"/>
                  <a:pt x="5209056" y="373129"/>
                  <a:pt x="5167841" y="373129"/>
                </a:cubicBezTo>
                <a:lnTo>
                  <a:pt x="74626" y="373129"/>
                </a:lnTo>
                <a:cubicBezTo>
                  <a:pt x="33411" y="373129"/>
                  <a:pt x="0" y="339718"/>
                  <a:pt x="0" y="298503"/>
                </a:cubicBezTo>
                <a:lnTo>
                  <a:pt x="0" y="74626"/>
                </a:lnTo>
                <a:cubicBezTo>
                  <a:pt x="0" y="33411"/>
                  <a:pt x="33411" y="0"/>
                  <a:pt x="74626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44" name="Text 41"/>
          <p:cNvSpPr/>
          <p:nvPr/>
        </p:nvSpPr>
        <p:spPr>
          <a:xfrm>
            <a:off x="6530929" y="2096987"/>
            <a:ext cx="802228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Предметы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0614013" y="2096987"/>
            <a:ext cx="932823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Математика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381677" y="2470116"/>
            <a:ext cx="5242467" cy="373129"/>
          </a:xfrm>
          <a:custGeom>
            <a:avLst/>
            <a:gdLst/>
            <a:ahLst/>
            <a:cxnLst/>
            <a:rect l="l" t="t" r="r" b="b"/>
            <a:pathLst>
              <a:path w="5242467" h="373129">
                <a:moveTo>
                  <a:pt x="74626" y="0"/>
                </a:moveTo>
                <a:lnTo>
                  <a:pt x="5167841" y="0"/>
                </a:lnTo>
                <a:cubicBezTo>
                  <a:pt x="5209056" y="0"/>
                  <a:pt x="5242467" y="33411"/>
                  <a:pt x="5242467" y="74626"/>
                </a:cubicBezTo>
                <a:lnTo>
                  <a:pt x="5242467" y="298503"/>
                </a:lnTo>
                <a:cubicBezTo>
                  <a:pt x="5242467" y="339718"/>
                  <a:pt x="5209056" y="373129"/>
                  <a:pt x="5167841" y="373129"/>
                </a:cubicBezTo>
                <a:lnTo>
                  <a:pt x="74626" y="373129"/>
                </a:lnTo>
                <a:cubicBezTo>
                  <a:pt x="33411" y="373129"/>
                  <a:pt x="0" y="339718"/>
                  <a:pt x="0" y="298503"/>
                </a:cubicBezTo>
                <a:lnTo>
                  <a:pt x="0" y="74626"/>
                </a:lnTo>
                <a:cubicBezTo>
                  <a:pt x="0" y="33411"/>
                  <a:pt x="33411" y="0"/>
                  <a:pt x="74626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47" name="Text 44"/>
          <p:cNvSpPr/>
          <p:nvPr/>
        </p:nvSpPr>
        <p:spPr>
          <a:xfrm>
            <a:off x="6530929" y="2544742"/>
            <a:ext cx="671633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Уровень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10119733" y="2544742"/>
            <a:ext cx="1427220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Межрегиональный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400334" y="2917872"/>
            <a:ext cx="5223810" cy="373129"/>
          </a:xfrm>
          <a:custGeom>
            <a:avLst/>
            <a:gdLst/>
            <a:ahLst/>
            <a:cxnLst/>
            <a:rect l="l" t="t" r="r" b="b"/>
            <a:pathLst>
              <a:path w="5223810" h="373129">
                <a:moveTo>
                  <a:pt x="37313" y="0"/>
                </a:moveTo>
                <a:lnTo>
                  <a:pt x="5149184" y="0"/>
                </a:lnTo>
                <a:cubicBezTo>
                  <a:pt x="5190399" y="0"/>
                  <a:pt x="5223810" y="33411"/>
                  <a:pt x="5223810" y="74626"/>
                </a:cubicBezTo>
                <a:lnTo>
                  <a:pt x="5223810" y="298503"/>
                </a:lnTo>
                <a:cubicBezTo>
                  <a:pt x="5223810" y="339718"/>
                  <a:pt x="5190399" y="373129"/>
                  <a:pt x="5149184" y="373129"/>
                </a:cubicBezTo>
                <a:lnTo>
                  <a:pt x="37313" y="373129"/>
                </a:lnTo>
                <a:cubicBezTo>
                  <a:pt x="16719" y="373129"/>
                  <a:pt x="0" y="356410"/>
                  <a:pt x="0" y="335816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0" name="Shape 47"/>
          <p:cNvSpPr/>
          <p:nvPr/>
        </p:nvSpPr>
        <p:spPr>
          <a:xfrm>
            <a:off x="6400334" y="2917872"/>
            <a:ext cx="37313" cy="373129"/>
          </a:xfrm>
          <a:custGeom>
            <a:avLst/>
            <a:gdLst/>
            <a:ahLst/>
            <a:cxnLst/>
            <a:rect l="l" t="t" r="r" b="b"/>
            <a:pathLst>
              <a:path w="37313" h="373129">
                <a:moveTo>
                  <a:pt x="37313" y="0"/>
                </a:moveTo>
                <a:lnTo>
                  <a:pt x="37313" y="0"/>
                </a:lnTo>
                <a:lnTo>
                  <a:pt x="37313" y="373129"/>
                </a:lnTo>
                <a:lnTo>
                  <a:pt x="37313" y="373129"/>
                </a:lnTo>
                <a:cubicBezTo>
                  <a:pt x="16719" y="373129"/>
                  <a:pt x="0" y="356410"/>
                  <a:pt x="0" y="335816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1" name="Shape 48"/>
          <p:cNvSpPr/>
          <p:nvPr/>
        </p:nvSpPr>
        <p:spPr>
          <a:xfrm>
            <a:off x="6577570" y="3029810"/>
            <a:ext cx="167908" cy="149252"/>
          </a:xfrm>
          <a:custGeom>
            <a:avLst/>
            <a:gdLst/>
            <a:ahLst/>
            <a:cxnLst/>
            <a:rect l="l" t="t" r="r" b="b"/>
            <a:pathLst>
              <a:path w="167908" h="149252">
                <a:moveTo>
                  <a:pt x="90221" y="-5509"/>
                </a:moveTo>
                <a:cubicBezTo>
                  <a:pt x="89026" y="-7842"/>
                  <a:pt x="86607" y="-9328"/>
                  <a:pt x="83983" y="-9328"/>
                </a:cubicBezTo>
                <a:cubicBezTo>
                  <a:pt x="81360" y="-9328"/>
                  <a:pt x="78940" y="-7842"/>
                  <a:pt x="77745" y="-5509"/>
                </a:cubicBezTo>
                <a:lnTo>
                  <a:pt x="56290" y="36526"/>
                </a:lnTo>
                <a:lnTo>
                  <a:pt x="9678" y="43930"/>
                </a:lnTo>
                <a:cubicBezTo>
                  <a:pt x="7084" y="44338"/>
                  <a:pt x="4926" y="46175"/>
                  <a:pt x="4110" y="48682"/>
                </a:cubicBezTo>
                <a:cubicBezTo>
                  <a:pt x="3294" y="51189"/>
                  <a:pt x="3964" y="53929"/>
                  <a:pt x="5801" y="55794"/>
                </a:cubicBezTo>
                <a:lnTo>
                  <a:pt x="39149" y="89172"/>
                </a:lnTo>
                <a:lnTo>
                  <a:pt x="31803" y="135784"/>
                </a:lnTo>
                <a:cubicBezTo>
                  <a:pt x="31395" y="138379"/>
                  <a:pt x="32474" y="141002"/>
                  <a:pt x="34602" y="142547"/>
                </a:cubicBezTo>
                <a:cubicBezTo>
                  <a:pt x="36730" y="144092"/>
                  <a:pt x="39528" y="144325"/>
                  <a:pt x="41890" y="143130"/>
                </a:cubicBezTo>
                <a:lnTo>
                  <a:pt x="83983" y="121733"/>
                </a:lnTo>
                <a:lnTo>
                  <a:pt x="126048" y="143130"/>
                </a:lnTo>
                <a:cubicBezTo>
                  <a:pt x="128380" y="144325"/>
                  <a:pt x="131207" y="144092"/>
                  <a:pt x="133335" y="142547"/>
                </a:cubicBezTo>
                <a:cubicBezTo>
                  <a:pt x="135463" y="141002"/>
                  <a:pt x="136542" y="138408"/>
                  <a:pt x="136134" y="135784"/>
                </a:cubicBezTo>
                <a:lnTo>
                  <a:pt x="128759" y="89172"/>
                </a:lnTo>
                <a:lnTo>
                  <a:pt x="162107" y="55794"/>
                </a:lnTo>
                <a:cubicBezTo>
                  <a:pt x="163973" y="53929"/>
                  <a:pt x="164614" y="51189"/>
                  <a:pt x="163798" y="48682"/>
                </a:cubicBezTo>
                <a:cubicBezTo>
                  <a:pt x="162982" y="46175"/>
                  <a:pt x="160854" y="44338"/>
                  <a:pt x="158230" y="43930"/>
                </a:cubicBezTo>
                <a:lnTo>
                  <a:pt x="111647" y="36526"/>
                </a:lnTo>
                <a:lnTo>
                  <a:pt x="90221" y="-5509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2" name="Text 49"/>
          <p:cNvSpPr/>
          <p:nvPr/>
        </p:nvSpPr>
        <p:spPr>
          <a:xfrm>
            <a:off x="6872575" y="2999959"/>
            <a:ext cx="1977002" cy="201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Признание в вузах Сибири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6191381" y="3638010"/>
            <a:ext cx="5623059" cy="2246238"/>
          </a:xfrm>
          <a:custGeom>
            <a:avLst/>
            <a:gdLst/>
            <a:ahLst/>
            <a:cxnLst/>
            <a:rect l="l" t="t" r="r" b="b"/>
            <a:pathLst>
              <a:path w="5623059" h="2246238">
                <a:moveTo>
                  <a:pt x="111930" y="0"/>
                </a:moveTo>
                <a:lnTo>
                  <a:pt x="5511129" y="0"/>
                </a:lnTo>
                <a:cubicBezTo>
                  <a:pt x="5572946" y="0"/>
                  <a:pt x="5623059" y="50113"/>
                  <a:pt x="5623059" y="111930"/>
                </a:cubicBezTo>
                <a:lnTo>
                  <a:pt x="5623059" y="2134308"/>
                </a:lnTo>
                <a:cubicBezTo>
                  <a:pt x="5623059" y="2196126"/>
                  <a:pt x="5572946" y="2246238"/>
                  <a:pt x="5511129" y="2246238"/>
                </a:cubicBezTo>
                <a:lnTo>
                  <a:pt x="111930" y="2246238"/>
                </a:lnTo>
                <a:cubicBezTo>
                  <a:pt x="50113" y="2246238"/>
                  <a:pt x="0" y="2196126"/>
                  <a:pt x="0" y="2134308"/>
                </a:cubicBezTo>
                <a:lnTo>
                  <a:pt x="0" y="111930"/>
                </a:lnTo>
                <a:cubicBezTo>
                  <a:pt x="0" y="50154"/>
                  <a:pt x="50154" y="0"/>
                  <a:pt x="111930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381677" y="3846963"/>
            <a:ext cx="447755" cy="447755"/>
          </a:xfrm>
          <a:custGeom>
            <a:avLst/>
            <a:gdLst/>
            <a:ahLst/>
            <a:cxnLst/>
            <a:rect l="l" t="t" r="r" b="b"/>
            <a:pathLst>
              <a:path w="447755" h="447755">
                <a:moveTo>
                  <a:pt x="223878" y="0"/>
                </a:moveTo>
                <a:lnTo>
                  <a:pt x="223878" y="0"/>
                </a:lnTo>
                <a:cubicBezTo>
                  <a:pt x="347439" y="0"/>
                  <a:pt x="447755" y="100316"/>
                  <a:pt x="447755" y="223878"/>
                </a:cubicBezTo>
                <a:lnTo>
                  <a:pt x="447755" y="223878"/>
                </a:lnTo>
                <a:cubicBezTo>
                  <a:pt x="447755" y="347439"/>
                  <a:pt x="347439" y="447755"/>
                  <a:pt x="223878" y="447755"/>
                </a:cubicBezTo>
                <a:lnTo>
                  <a:pt x="223878" y="447755"/>
                </a:lnTo>
                <a:cubicBezTo>
                  <a:pt x="100316" y="447755"/>
                  <a:pt x="0" y="347439"/>
                  <a:pt x="0" y="223878"/>
                </a:cubicBezTo>
                <a:lnTo>
                  <a:pt x="0" y="223878"/>
                </a:lnTo>
                <a:cubicBezTo>
                  <a:pt x="0" y="100316"/>
                  <a:pt x="100316" y="0"/>
                  <a:pt x="223878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5" name="Shape 52"/>
          <p:cNvSpPr/>
          <p:nvPr/>
        </p:nvSpPr>
        <p:spPr>
          <a:xfrm>
            <a:off x="6512272" y="3977559"/>
            <a:ext cx="186565" cy="186565"/>
          </a:xfrm>
          <a:custGeom>
            <a:avLst/>
            <a:gdLst/>
            <a:ahLst/>
            <a:cxnLst/>
            <a:rect l="l" t="t" r="r" b="b"/>
            <a:pathLst>
              <a:path w="186565" h="186565">
                <a:moveTo>
                  <a:pt x="128227" y="102028"/>
                </a:moveTo>
                <a:lnTo>
                  <a:pt x="58666" y="102028"/>
                </a:lnTo>
                <a:cubicBezTo>
                  <a:pt x="59723" y="125530"/>
                  <a:pt x="64933" y="147175"/>
                  <a:pt x="72330" y="163025"/>
                </a:cubicBezTo>
                <a:cubicBezTo>
                  <a:pt x="76484" y="171953"/>
                  <a:pt x="80966" y="178257"/>
                  <a:pt x="85120" y="182119"/>
                </a:cubicBezTo>
                <a:cubicBezTo>
                  <a:pt x="89201" y="185945"/>
                  <a:pt x="92007" y="186565"/>
                  <a:pt x="93465" y="186565"/>
                </a:cubicBezTo>
                <a:cubicBezTo>
                  <a:pt x="94922" y="186565"/>
                  <a:pt x="97728" y="185945"/>
                  <a:pt x="101809" y="182119"/>
                </a:cubicBezTo>
                <a:cubicBezTo>
                  <a:pt x="105963" y="178257"/>
                  <a:pt x="110445" y="171916"/>
                  <a:pt x="114599" y="163025"/>
                </a:cubicBezTo>
                <a:cubicBezTo>
                  <a:pt x="121996" y="147175"/>
                  <a:pt x="127206" y="125530"/>
                  <a:pt x="128263" y="102028"/>
                </a:cubicBezTo>
                <a:close/>
                <a:moveTo>
                  <a:pt x="58629" y="84537"/>
                </a:moveTo>
                <a:lnTo>
                  <a:pt x="128190" y="84537"/>
                </a:lnTo>
                <a:cubicBezTo>
                  <a:pt x="127170" y="61034"/>
                  <a:pt x="121959" y="39390"/>
                  <a:pt x="114562" y="23539"/>
                </a:cubicBezTo>
                <a:cubicBezTo>
                  <a:pt x="110408" y="14648"/>
                  <a:pt x="105926" y="8308"/>
                  <a:pt x="101772" y="4445"/>
                </a:cubicBezTo>
                <a:cubicBezTo>
                  <a:pt x="97691" y="619"/>
                  <a:pt x="94886" y="0"/>
                  <a:pt x="93428" y="0"/>
                </a:cubicBezTo>
                <a:cubicBezTo>
                  <a:pt x="91971" y="0"/>
                  <a:pt x="89165" y="619"/>
                  <a:pt x="85084" y="4445"/>
                </a:cubicBezTo>
                <a:cubicBezTo>
                  <a:pt x="80930" y="8308"/>
                  <a:pt x="76448" y="14648"/>
                  <a:pt x="72294" y="23539"/>
                </a:cubicBezTo>
                <a:cubicBezTo>
                  <a:pt x="64897" y="39390"/>
                  <a:pt x="59686" y="61034"/>
                  <a:pt x="58629" y="84537"/>
                </a:cubicBezTo>
                <a:close/>
                <a:moveTo>
                  <a:pt x="41139" y="84537"/>
                </a:moveTo>
                <a:cubicBezTo>
                  <a:pt x="42414" y="53346"/>
                  <a:pt x="50467" y="24377"/>
                  <a:pt x="62237" y="5356"/>
                </a:cubicBezTo>
                <a:cubicBezTo>
                  <a:pt x="28677" y="17235"/>
                  <a:pt x="3972" y="47807"/>
                  <a:pt x="547" y="84537"/>
                </a:cubicBezTo>
                <a:lnTo>
                  <a:pt x="41139" y="84537"/>
                </a:lnTo>
                <a:close/>
                <a:moveTo>
                  <a:pt x="547" y="102028"/>
                </a:moveTo>
                <a:cubicBezTo>
                  <a:pt x="3972" y="138757"/>
                  <a:pt x="28677" y="169329"/>
                  <a:pt x="62237" y="181208"/>
                </a:cubicBezTo>
                <a:cubicBezTo>
                  <a:pt x="50467" y="162187"/>
                  <a:pt x="42414" y="133219"/>
                  <a:pt x="41139" y="102028"/>
                </a:cubicBezTo>
                <a:lnTo>
                  <a:pt x="547" y="102028"/>
                </a:lnTo>
                <a:close/>
                <a:moveTo>
                  <a:pt x="145717" y="102028"/>
                </a:moveTo>
                <a:cubicBezTo>
                  <a:pt x="144442" y="133219"/>
                  <a:pt x="136389" y="162187"/>
                  <a:pt x="124619" y="181208"/>
                </a:cubicBezTo>
                <a:cubicBezTo>
                  <a:pt x="158179" y="169293"/>
                  <a:pt x="182884" y="138757"/>
                  <a:pt x="186310" y="102028"/>
                </a:cubicBezTo>
                <a:lnTo>
                  <a:pt x="145717" y="102028"/>
                </a:lnTo>
                <a:close/>
                <a:moveTo>
                  <a:pt x="186310" y="84537"/>
                </a:moveTo>
                <a:cubicBezTo>
                  <a:pt x="182884" y="47807"/>
                  <a:pt x="158179" y="17235"/>
                  <a:pt x="124619" y="5356"/>
                </a:cubicBezTo>
                <a:cubicBezTo>
                  <a:pt x="136389" y="24377"/>
                  <a:pt x="144442" y="53346"/>
                  <a:pt x="145717" y="84537"/>
                </a:cubicBezTo>
                <a:lnTo>
                  <a:pt x="186310" y="84537"/>
                </a:ln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56" name="Text 53"/>
          <p:cNvSpPr/>
          <p:nvPr/>
        </p:nvSpPr>
        <p:spPr>
          <a:xfrm>
            <a:off x="6941371" y="3828307"/>
            <a:ext cx="2341386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9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«Будущее Сибири»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6941371" y="4089497"/>
            <a:ext cx="2322730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Межвузовская олимпиада СФО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6381677" y="4425315"/>
            <a:ext cx="5242467" cy="373129"/>
          </a:xfrm>
          <a:custGeom>
            <a:avLst/>
            <a:gdLst/>
            <a:ahLst/>
            <a:cxnLst/>
            <a:rect l="l" t="t" r="r" b="b"/>
            <a:pathLst>
              <a:path w="5242467" h="373129">
                <a:moveTo>
                  <a:pt x="74626" y="0"/>
                </a:moveTo>
                <a:lnTo>
                  <a:pt x="5167841" y="0"/>
                </a:lnTo>
                <a:cubicBezTo>
                  <a:pt x="5209056" y="0"/>
                  <a:pt x="5242467" y="33411"/>
                  <a:pt x="5242467" y="74626"/>
                </a:cubicBezTo>
                <a:lnTo>
                  <a:pt x="5242467" y="298503"/>
                </a:lnTo>
                <a:cubicBezTo>
                  <a:pt x="5242467" y="339718"/>
                  <a:pt x="5209056" y="373129"/>
                  <a:pt x="5167841" y="373129"/>
                </a:cubicBezTo>
                <a:lnTo>
                  <a:pt x="74626" y="373129"/>
                </a:lnTo>
                <a:cubicBezTo>
                  <a:pt x="33411" y="373129"/>
                  <a:pt x="0" y="339718"/>
                  <a:pt x="0" y="298503"/>
                </a:cubicBezTo>
                <a:lnTo>
                  <a:pt x="0" y="74626"/>
                </a:lnTo>
                <a:cubicBezTo>
                  <a:pt x="0" y="33411"/>
                  <a:pt x="33411" y="0"/>
                  <a:pt x="74626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59" name="Text 56"/>
          <p:cNvSpPr/>
          <p:nvPr/>
        </p:nvSpPr>
        <p:spPr>
          <a:xfrm>
            <a:off x="6530929" y="4499941"/>
            <a:ext cx="802228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Предметы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10417887" y="4499941"/>
            <a:ext cx="1128716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Физика, Химия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6381677" y="4873070"/>
            <a:ext cx="5242467" cy="373129"/>
          </a:xfrm>
          <a:custGeom>
            <a:avLst/>
            <a:gdLst/>
            <a:ahLst/>
            <a:cxnLst/>
            <a:rect l="l" t="t" r="r" b="b"/>
            <a:pathLst>
              <a:path w="5242467" h="373129">
                <a:moveTo>
                  <a:pt x="74626" y="0"/>
                </a:moveTo>
                <a:lnTo>
                  <a:pt x="5167841" y="0"/>
                </a:lnTo>
                <a:cubicBezTo>
                  <a:pt x="5209056" y="0"/>
                  <a:pt x="5242467" y="33411"/>
                  <a:pt x="5242467" y="74626"/>
                </a:cubicBezTo>
                <a:lnTo>
                  <a:pt x="5242467" y="298503"/>
                </a:lnTo>
                <a:cubicBezTo>
                  <a:pt x="5242467" y="339718"/>
                  <a:pt x="5209056" y="373129"/>
                  <a:pt x="5167841" y="373129"/>
                </a:cubicBezTo>
                <a:lnTo>
                  <a:pt x="74626" y="373129"/>
                </a:lnTo>
                <a:cubicBezTo>
                  <a:pt x="33411" y="373129"/>
                  <a:pt x="0" y="339718"/>
                  <a:pt x="0" y="298503"/>
                </a:cubicBezTo>
                <a:lnTo>
                  <a:pt x="0" y="74626"/>
                </a:lnTo>
                <a:cubicBezTo>
                  <a:pt x="0" y="33411"/>
                  <a:pt x="33411" y="0"/>
                  <a:pt x="74626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62" name="Text 59"/>
          <p:cNvSpPr/>
          <p:nvPr/>
        </p:nvSpPr>
        <p:spPr>
          <a:xfrm>
            <a:off x="6530929" y="4947696"/>
            <a:ext cx="671633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Уровень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10037761" y="4947696"/>
            <a:ext cx="1511174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Федеральный округ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6400334" y="5320825"/>
            <a:ext cx="5223810" cy="373129"/>
          </a:xfrm>
          <a:custGeom>
            <a:avLst/>
            <a:gdLst/>
            <a:ahLst/>
            <a:cxnLst/>
            <a:rect l="l" t="t" r="r" b="b"/>
            <a:pathLst>
              <a:path w="5223810" h="373129">
                <a:moveTo>
                  <a:pt x="37313" y="0"/>
                </a:moveTo>
                <a:lnTo>
                  <a:pt x="5149184" y="0"/>
                </a:lnTo>
                <a:cubicBezTo>
                  <a:pt x="5190399" y="0"/>
                  <a:pt x="5223810" y="33411"/>
                  <a:pt x="5223810" y="74626"/>
                </a:cubicBezTo>
                <a:lnTo>
                  <a:pt x="5223810" y="298503"/>
                </a:lnTo>
                <a:cubicBezTo>
                  <a:pt x="5223810" y="339718"/>
                  <a:pt x="5190399" y="373129"/>
                  <a:pt x="5149184" y="373129"/>
                </a:cubicBezTo>
                <a:lnTo>
                  <a:pt x="37313" y="373129"/>
                </a:lnTo>
                <a:cubicBezTo>
                  <a:pt x="16719" y="373129"/>
                  <a:pt x="0" y="356410"/>
                  <a:pt x="0" y="335816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65" name="Shape 62"/>
          <p:cNvSpPr/>
          <p:nvPr/>
        </p:nvSpPr>
        <p:spPr>
          <a:xfrm>
            <a:off x="6400334" y="5320825"/>
            <a:ext cx="37313" cy="373129"/>
          </a:xfrm>
          <a:custGeom>
            <a:avLst/>
            <a:gdLst/>
            <a:ahLst/>
            <a:cxnLst/>
            <a:rect l="l" t="t" r="r" b="b"/>
            <a:pathLst>
              <a:path w="37313" h="373129">
                <a:moveTo>
                  <a:pt x="37313" y="0"/>
                </a:moveTo>
                <a:lnTo>
                  <a:pt x="37313" y="0"/>
                </a:lnTo>
                <a:lnTo>
                  <a:pt x="37313" y="373129"/>
                </a:lnTo>
                <a:lnTo>
                  <a:pt x="37313" y="373129"/>
                </a:lnTo>
                <a:cubicBezTo>
                  <a:pt x="16719" y="373129"/>
                  <a:pt x="0" y="356410"/>
                  <a:pt x="0" y="335816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66" name="Shape 63"/>
          <p:cNvSpPr/>
          <p:nvPr/>
        </p:nvSpPr>
        <p:spPr>
          <a:xfrm>
            <a:off x="6577570" y="5432764"/>
            <a:ext cx="167908" cy="149252"/>
          </a:xfrm>
          <a:custGeom>
            <a:avLst/>
            <a:gdLst/>
            <a:ahLst/>
            <a:cxnLst/>
            <a:rect l="l" t="t" r="r" b="b"/>
            <a:pathLst>
              <a:path w="167908" h="149252">
                <a:moveTo>
                  <a:pt x="90221" y="-5509"/>
                </a:moveTo>
                <a:cubicBezTo>
                  <a:pt x="89026" y="-7842"/>
                  <a:pt x="86607" y="-9328"/>
                  <a:pt x="83983" y="-9328"/>
                </a:cubicBezTo>
                <a:cubicBezTo>
                  <a:pt x="81360" y="-9328"/>
                  <a:pt x="78940" y="-7842"/>
                  <a:pt x="77745" y="-5509"/>
                </a:cubicBezTo>
                <a:lnTo>
                  <a:pt x="56290" y="36526"/>
                </a:lnTo>
                <a:lnTo>
                  <a:pt x="9678" y="43930"/>
                </a:lnTo>
                <a:cubicBezTo>
                  <a:pt x="7084" y="44338"/>
                  <a:pt x="4926" y="46175"/>
                  <a:pt x="4110" y="48682"/>
                </a:cubicBezTo>
                <a:cubicBezTo>
                  <a:pt x="3294" y="51189"/>
                  <a:pt x="3964" y="53929"/>
                  <a:pt x="5801" y="55794"/>
                </a:cubicBezTo>
                <a:lnTo>
                  <a:pt x="39149" y="89172"/>
                </a:lnTo>
                <a:lnTo>
                  <a:pt x="31803" y="135784"/>
                </a:lnTo>
                <a:cubicBezTo>
                  <a:pt x="31395" y="138379"/>
                  <a:pt x="32474" y="141002"/>
                  <a:pt x="34602" y="142547"/>
                </a:cubicBezTo>
                <a:cubicBezTo>
                  <a:pt x="36730" y="144092"/>
                  <a:pt x="39528" y="144325"/>
                  <a:pt x="41890" y="143130"/>
                </a:cubicBezTo>
                <a:lnTo>
                  <a:pt x="83983" y="121733"/>
                </a:lnTo>
                <a:lnTo>
                  <a:pt x="126048" y="143130"/>
                </a:lnTo>
                <a:cubicBezTo>
                  <a:pt x="128380" y="144325"/>
                  <a:pt x="131207" y="144092"/>
                  <a:pt x="133335" y="142547"/>
                </a:cubicBezTo>
                <a:cubicBezTo>
                  <a:pt x="135463" y="141002"/>
                  <a:pt x="136542" y="138408"/>
                  <a:pt x="136134" y="135784"/>
                </a:cubicBezTo>
                <a:lnTo>
                  <a:pt x="128759" y="89172"/>
                </a:lnTo>
                <a:lnTo>
                  <a:pt x="162107" y="55794"/>
                </a:lnTo>
                <a:cubicBezTo>
                  <a:pt x="163973" y="53929"/>
                  <a:pt x="164614" y="51189"/>
                  <a:pt x="163798" y="48682"/>
                </a:cubicBezTo>
                <a:cubicBezTo>
                  <a:pt x="162982" y="46175"/>
                  <a:pt x="160854" y="44338"/>
                  <a:pt x="158230" y="43930"/>
                </a:cubicBezTo>
                <a:lnTo>
                  <a:pt x="111647" y="36526"/>
                </a:lnTo>
                <a:lnTo>
                  <a:pt x="90221" y="-5509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67" name="Text 64"/>
          <p:cNvSpPr/>
          <p:nvPr/>
        </p:nvSpPr>
        <p:spPr>
          <a:xfrm>
            <a:off x="6872575" y="5402912"/>
            <a:ext cx="2411815" cy="201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Зачисление без экзаменов в ТГУ</a:t>
            </a:r>
            <a:endParaRPr lang="en-US" sz="1600" dirty="0"/>
          </a:p>
        </p:txBody>
      </p:sp>
      <p:sp>
        <p:nvSpPr>
          <p:cNvPr id="68" name="Shape 65"/>
          <p:cNvSpPr/>
          <p:nvPr/>
        </p:nvSpPr>
        <p:spPr>
          <a:xfrm>
            <a:off x="391786" y="6037232"/>
            <a:ext cx="11427085" cy="820884"/>
          </a:xfrm>
          <a:custGeom>
            <a:avLst/>
            <a:gdLst/>
            <a:ahLst/>
            <a:cxnLst/>
            <a:rect l="l" t="t" r="r" b="b"/>
            <a:pathLst>
              <a:path w="11427085" h="820884">
                <a:moveTo>
                  <a:pt x="37313" y="0"/>
                </a:moveTo>
                <a:lnTo>
                  <a:pt x="11315149" y="0"/>
                </a:lnTo>
                <a:cubicBezTo>
                  <a:pt x="11376970" y="0"/>
                  <a:pt x="11427085" y="50115"/>
                  <a:pt x="11427085" y="111936"/>
                </a:cubicBezTo>
                <a:lnTo>
                  <a:pt x="11427085" y="708949"/>
                </a:lnTo>
                <a:cubicBezTo>
                  <a:pt x="11427085" y="770769"/>
                  <a:pt x="11376970" y="820884"/>
                  <a:pt x="11315149" y="820884"/>
                </a:cubicBezTo>
                <a:lnTo>
                  <a:pt x="37313" y="820884"/>
                </a:lnTo>
                <a:cubicBezTo>
                  <a:pt x="16706" y="820884"/>
                  <a:pt x="0" y="804179"/>
                  <a:pt x="0" y="783572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69" name="Shape 66"/>
          <p:cNvSpPr/>
          <p:nvPr/>
        </p:nvSpPr>
        <p:spPr>
          <a:xfrm>
            <a:off x="391786" y="6037232"/>
            <a:ext cx="37313" cy="820884"/>
          </a:xfrm>
          <a:custGeom>
            <a:avLst/>
            <a:gdLst/>
            <a:ahLst/>
            <a:cxnLst/>
            <a:rect l="l" t="t" r="r" b="b"/>
            <a:pathLst>
              <a:path w="37313" h="820884">
                <a:moveTo>
                  <a:pt x="37313" y="0"/>
                </a:moveTo>
                <a:lnTo>
                  <a:pt x="37313" y="0"/>
                </a:lnTo>
                <a:lnTo>
                  <a:pt x="37313" y="820884"/>
                </a:lnTo>
                <a:lnTo>
                  <a:pt x="37313" y="820884"/>
                </a:lnTo>
                <a:cubicBezTo>
                  <a:pt x="16719" y="820884"/>
                  <a:pt x="0" y="804165"/>
                  <a:pt x="0" y="783572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70" name="Shape 67"/>
          <p:cNvSpPr/>
          <p:nvPr/>
        </p:nvSpPr>
        <p:spPr>
          <a:xfrm>
            <a:off x="1005817" y="6246185"/>
            <a:ext cx="125931" cy="167908"/>
          </a:xfrm>
          <a:custGeom>
            <a:avLst/>
            <a:gdLst/>
            <a:ahLst/>
            <a:cxnLst/>
            <a:rect l="l" t="t" r="r" b="b"/>
            <a:pathLst>
              <a:path w="125931" h="167908">
                <a:moveTo>
                  <a:pt x="96055" y="125931"/>
                </a:moveTo>
                <a:cubicBezTo>
                  <a:pt x="98449" y="118618"/>
                  <a:pt x="103237" y="111993"/>
                  <a:pt x="108648" y="106287"/>
                </a:cubicBezTo>
                <a:cubicBezTo>
                  <a:pt x="119372" y="95006"/>
                  <a:pt x="125931" y="79756"/>
                  <a:pt x="125931" y="62966"/>
                </a:cubicBezTo>
                <a:cubicBezTo>
                  <a:pt x="125931" y="28203"/>
                  <a:pt x="97728" y="0"/>
                  <a:pt x="62966" y="0"/>
                </a:cubicBezTo>
                <a:cubicBezTo>
                  <a:pt x="28203" y="0"/>
                  <a:pt x="0" y="28203"/>
                  <a:pt x="0" y="62966"/>
                </a:cubicBezTo>
                <a:cubicBezTo>
                  <a:pt x="0" y="79756"/>
                  <a:pt x="6559" y="95006"/>
                  <a:pt x="17283" y="106287"/>
                </a:cubicBezTo>
                <a:cubicBezTo>
                  <a:pt x="22694" y="111993"/>
                  <a:pt x="27515" y="118618"/>
                  <a:pt x="29876" y="125931"/>
                </a:cubicBezTo>
                <a:lnTo>
                  <a:pt x="96022" y="125931"/>
                </a:lnTo>
                <a:close/>
                <a:moveTo>
                  <a:pt x="94448" y="141673"/>
                </a:moveTo>
                <a:lnTo>
                  <a:pt x="31483" y="141673"/>
                </a:lnTo>
                <a:lnTo>
                  <a:pt x="31483" y="146920"/>
                </a:lnTo>
                <a:cubicBezTo>
                  <a:pt x="31483" y="161415"/>
                  <a:pt x="43223" y="173155"/>
                  <a:pt x="57718" y="173155"/>
                </a:cubicBezTo>
                <a:lnTo>
                  <a:pt x="68213" y="173155"/>
                </a:lnTo>
                <a:cubicBezTo>
                  <a:pt x="82708" y="173155"/>
                  <a:pt x="94448" y="161415"/>
                  <a:pt x="94448" y="146920"/>
                </a:cubicBezTo>
                <a:lnTo>
                  <a:pt x="94448" y="141673"/>
                </a:lnTo>
                <a:close/>
                <a:moveTo>
                  <a:pt x="60342" y="36730"/>
                </a:moveTo>
                <a:cubicBezTo>
                  <a:pt x="47290" y="36730"/>
                  <a:pt x="36730" y="47290"/>
                  <a:pt x="36730" y="60342"/>
                </a:cubicBezTo>
                <a:cubicBezTo>
                  <a:pt x="36730" y="64704"/>
                  <a:pt x="33221" y="68213"/>
                  <a:pt x="28859" y="68213"/>
                </a:cubicBezTo>
                <a:cubicBezTo>
                  <a:pt x="24498" y="68213"/>
                  <a:pt x="20989" y="64704"/>
                  <a:pt x="20989" y="60342"/>
                </a:cubicBezTo>
                <a:cubicBezTo>
                  <a:pt x="20989" y="38599"/>
                  <a:pt x="38599" y="20989"/>
                  <a:pt x="60342" y="20989"/>
                </a:cubicBezTo>
                <a:cubicBezTo>
                  <a:pt x="64704" y="20989"/>
                  <a:pt x="68213" y="24498"/>
                  <a:pt x="68213" y="28859"/>
                </a:cubicBezTo>
                <a:cubicBezTo>
                  <a:pt x="68213" y="33221"/>
                  <a:pt x="64704" y="36730"/>
                  <a:pt x="60342" y="3673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71" name="Text 68"/>
          <p:cNvSpPr/>
          <p:nvPr/>
        </p:nvSpPr>
        <p:spPr>
          <a:xfrm>
            <a:off x="787079" y="6186483"/>
            <a:ext cx="10924517" cy="522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2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Олимпиады открывают двери в лучшие вузы страны</a:t>
            </a:r>
            <a:pPr algn="ctr">
              <a:lnSpc>
                <a:spcPct val="130000"/>
              </a:lnSpc>
            </a:pPr>
            <a:r>
              <a:rPr lang="en-US" sz="1322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победители и призеры получают льготы при поступлении, включая зачисление без вступительных испытаний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.ytimg.com/687a1628d1749ad64a48ffdebced3e21bb147620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E17">
                  <a:alpha val="95000"/>
                </a:srgbClr>
              </a:gs>
              <a:gs pos="100000">
                <a:srgbClr val="1E3A5F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457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D4FF"/>
          </a:solidFill>
          <a:ln/>
          <a:effectLst>
            <a:outerShdw sx="100000" sy="100000" kx="0" ky="0" algn="bl" rotWithShape="0" blurRad="381000" dist="50800" dir="2700000">
              <a:srgbClr val="00d4ff">
                <a:alpha val="1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33400" y="609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6" name="Text 3"/>
          <p:cNvSpPr/>
          <p:nvPr/>
        </p:nvSpPr>
        <p:spPr>
          <a:xfrm>
            <a:off x="1066800" y="38100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ПРАКТИКА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66800" y="609600"/>
            <a:ext cx="5429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Проектная деятельность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4810" y="1261110"/>
            <a:ext cx="3703320" cy="4150995"/>
          </a:xfrm>
          <a:custGeom>
            <a:avLst/>
            <a:gdLst/>
            <a:ahLst/>
            <a:cxnLst/>
            <a:rect l="l" t="t" r="r" b="b"/>
            <a:pathLst>
              <a:path w="3703320" h="4150995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4036711"/>
                </a:lnTo>
                <a:cubicBezTo>
                  <a:pt x="3703320" y="4099828"/>
                  <a:pt x="3652153" y="4150995"/>
                  <a:pt x="3589036" y="4150995"/>
                </a:cubicBezTo>
                <a:lnTo>
                  <a:pt x="114284" y="4150995"/>
                </a:lnTo>
                <a:cubicBezTo>
                  <a:pt x="51167" y="4150995"/>
                  <a:pt x="0" y="4099828"/>
                  <a:pt x="0" y="403671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9120" y="1455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0" name="Shape 7"/>
          <p:cNvSpPr/>
          <p:nvPr/>
        </p:nvSpPr>
        <p:spPr>
          <a:xfrm>
            <a:off x="724376" y="158877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1" name="Text 8"/>
          <p:cNvSpPr/>
          <p:nvPr/>
        </p:nvSpPr>
        <p:spPr>
          <a:xfrm>
            <a:off x="1150620" y="1550670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Научные проекты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79120" y="2026920"/>
            <a:ext cx="3314700" cy="990600"/>
          </a:xfrm>
          <a:custGeom>
            <a:avLst/>
            <a:gdLst/>
            <a:ahLst/>
            <a:cxnLst/>
            <a:rect l="l" t="t" r="r" b="b"/>
            <a:pathLst>
              <a:path w="3314700" h="990600">
                <a:moveTo>
                  <a:pt x="76197" y="0"/>
                </a:moveTo>
                <a:lnTo>
                  <a:pt x="3238503" y="0"/>
                </a:lnTo>
                <a:cubicBezTo>
                  <a:pt x="3280585" y="0"/>
                  <a:pt x="3314700" y="34115"/>
                  <a:pt x="3314700" y="76197"/>
                </a:cubicBezTo>
                <a:lnTo>
                  <a:pt x="3314700" y="914403"/>
                </a:lnTo>
                <a:cubicBezTo>
                  <a:pt x="3314700" y="956485"/>
                  <a:pt x="3280585" y="990600"/>
                  <a:pt x="32385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179320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Исследовательские работы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1520" y="2446020"/>
            <a:ext cx="3086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Участие в научно-практических конференциях по физике и инженерии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79120" y="3131820"/>
            <a:ext cx="3314700" cy="990600"/>
          </a:xfrm>
          <a:custGeom>
            <a:avLst/>
            <a:gdLst/>
            <a:ahLst/>
            <a:cxnLst/>
            <a:rect l="l" t="t" r="r" b="b"/>
            <a:pathLst>
              <a:path w="3314700" h="990600">
                <a:moveTo>
                  <a:pt x="76197" y="0"/>
                </a:moveTo>
                <a:lnTo>
                  <a:pt x="3238503" y="0"/>
                </a:lnTo>
                <a:cubicBezTo>
                  <a:pt x="3280585" y="0"/>
                  <a:pt x="3314700" y="34115"/>
                  <a:pt x="3314700" y="76197"/>
                </a:cubicBezTo>
                <a:lnTo>
                  <a:pt x="3314700" y="914403"/>
                </a:lnTo>
                <a:cubicBezTo>
                  <a:pt x="3314700" y="956485"/>
                  <a:pt x="3280585" y="990600"/>
                  <a:pt x="32385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284220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Эксперименты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31520" y="3550920"/>
            <a:ext cx="3086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Проведение лабораторных исследований, сбор и анализ данных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98170" y="502539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" y="4987291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Развитие аналитических навыков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245531" y="1261110"/>
            <a:ext cx="3703320" cy="4150995"/>
          </a:xfrm>
          <a:custGeom>
            <a:avLst/>
            <a:gdLst/>
            <a:ahLst/>
            <a:cxnLst/>
            <a:rect l="l" t="t" r="r" b="b"/>
            <a:pathLst>
              <a:path w="3703320" h="4150995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4036711"/>
                </a:lnTo>
                <a:cubicBezTo>
                  <a:pt x="3703320" y="4099828"/>
                  <a:pt x="3652153" y="4150995"/>
                  <a:pt x="3589036" y="4150995"/>
                </a:cubicBezTo>
                <a:lnTo>
                  <a:pt x="114284" y="4150995"/>
                </a:lnTo>
                <a:cubicBezTo>
                  <a:pt x="51167" y="4150995"/>
                  <a:pt x="0" y="4099828"/>
                  <a:pt x="0" y="403671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39841" y="1455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2" name="Shape 19"/>
          <p:cNvSpPr/>
          <p:nvPr/>
        </p:nvSpPr>
        <p:spPr>
          <a:xfrm>
            <a:off x="4549378" y="158877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3" name="Text 20"/>
          <p:cNvSpPr/>
          <p:nvPr/>
        </p:nvSpPr>
        <p:spPr>
          <a:xfrm>
            <a:off x="5011341" y="1550670"/>
            <a:ext cx="2105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Инженерные конкурсы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439841" y="2026920"/>
            <a:ext cx="3314700" cy="990600"/>
          </a:xfrm>
          <a:custGeom>
            <a:avLst/>
            <a:gdLst/>
            <a:ahLst/>
            <a:cxnLst/>
            <a:rect l="l" t="t" r="r" b="b"/>
            <a:pathLst>
              <a:path w="3314700" h="990600">
                <a:moveTo>
                  <a:pt x="76197" y="0"/>
                </a:moveTo>
                <a:lnTo>
                  <a:pt x="3238503" y="0"/>
                </a:lnTo>
                <a:cubicBezTo>
                  <a:pt x="3280585" y="0"/>
                  <a:pt x="3314700" y="34115"/>
                  <a:pt x="3314700" y="76197"/>
                </a:cubicBezTo>
                <a:lnTo>
                  <a:pt x="3314700" y="914403"/>
                </a:lnTo>
                <a:cubicBezTo>
                  <a:pt x="3314700" y="956485"/>
                  <a:pt x="3280585" y="990600"/>
                  <a:pt x="32385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5" name="Text 22"/>
          <p:cNvSpPr/>
          <p:nvPr/>
        </p:nvSpPr>
        <p:spPr>
          <a:xfrm>
            <a:off x="4592241" y="2179320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Конструирование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592241" y="2446020"/>
            <a:ext cx="3086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Разработка технических устройств и механизмов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439841" y="3131820"/>
            <a:ext cx="3314700" cy="990600"/>
          </a:xfrm>
          <a:custGeom>
            <a:avLst/>
            <a:gdLst/>
            <a:ahLst/>
            <a:cxnLst/>
            <a:rect l="l" t="t" r="r" b="b"/>
            <a:pathLst>
              <a:path w="3314700" h="990600">
                <a:moveTo>
                  <a:pt x="76197" y="0"/>
                </a:moveTo>
                <a:lnTo>
                  <a:pt x="3238503" y="0"/>
                </a:lnTo>
                <a:cubicBezTo>
                  <a:pt x="3280585" y="0"/>
                  <a:pt x="3314700" y="34115"/>
                  <a:pt x="3314700" y="76197"/>
                </a:cubicBezTo>
                <a:lnTo>
                  <a:pt x="3314700" y="914403"/>
                </a:lnTo>
                <a:cubicBezTo>
                  <a:pt x="3314700" y="956485"/>
                  <a:pt x="3280585" y="990600"/>
                  <a:pt x="32385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8" name="Text 25"/>
          <p:cNvSpPr/>
          <p:nvPr/>
        </p:nvSpPr>
        <p:spPr>
          <a:xfrm>
            <a:off x="4592241" y="3284220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3D-моделирование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592241" y="3550920"/>
            <a:ext cx="3086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Создание цифровых прототипов и чертежей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458891" y="502539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1" name="Text 28"/>
          <p:cNvSpPr/>
          <p:nvPr/>
        </p:nvSpPr>
        <p:spPr>
          <a:xfrm>
            <a:off x="4706541" y="4987291"/>
            <a:ext cx="2638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Практические инженерные навыки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106371" y="1261110"/>
            <a:ext cx="3703320" cy="4150995"/>
          </a:xfrm>
          <a:custGeom>
            <a:avLst/>
            <a:gdLst/>
            <a:ahLst/>
            <a:cxnLst/>
            <a:rect l="l" t="t" r="r" b="b"/>
            <a:pathLst>
              <a:path w="3703320" h="4150995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4036711"/>
                </a:lnTo>
                <a:cubicBezTo>
                  <a:pt x="3703320" y="4099828"/>
                  <a:pt x="3652153" y="4150995"/>
                  <a:pt x="3589036" y="4150995"/>
                </a:cubicBezTo>
                <a:lnTo>
                  <a:pt x="114284" y="4150995"/>
                </a:lnTo>
                <a:cubicBezTo>
                  <a:pt x="51167" y="4150995"/>
                  <a:pt x="0" y="4099828"/>
                  <a:pt x="0" y="403671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300681" y="1455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4" name="Shape 31"/>
          <p:cNvSpPr/>
          <p:nvPr/>
        </p:nvSpPr>
        <p:spPr>
          <a:xfrm>
            <a:off x="8410218" y="158877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35" name="Text 32"/>
          <p:cNvSpPr/>
          <p:nvPr/>
        </p:nvSpPr>
        <p:spPr>
          <a:xfrm>
            <a:off x="8872181" y="1550670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Командная работа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300681" y="2026920"/>
            <a:ext cx="3314700" cy="990600"/>
          </a:xfrm>
          <a:custGeom>
            <a:avLst/>
            <a:gdLst/>
            <a:ahLst/>
            <a:cxnLst/>
            <a:rect l="l" t="t" r="r" b="b"/>
            <a:pathLst>
              <a:path w="3314700" h="990600">
                <a:moveTo>
                  <a:pt x="76197" y="0"/>
                </a:moveTo>
                <a:lnTo>
                  <a:pt x="3238503" y="0"/>
                </a:lnTo>
                <a:cubicBezTo>
                  <a:pt x="3280585" y="0"/>
                  <a:pt x="3314700" y="34115"/>
                  <a:pt x="3314700" y="76197"/>
                </a:cubicBezTo>
                <a:lnTo>
                  <a:pt x="3314700" y="914403"/>
                </a:lnTo>
                <a:cubicBezTo>
                  <a:pt x="3314700" y="956485"/>
                  <a:pt x="3280585" y="990600"/>
                  <a:pt x="32385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37" name="Text 34"/>
          <p:cNvSpPr/>
          <p:nvPr/>
        </p:nvSpPr>
        <p:spPr>
          <a:xfrm>
            <a:off x="8453081" y="2179320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Групповые проекты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453081" y="2446020"/>
            <a:ext cx="3086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Работа в команде над сложными техническими задачами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300681" y="3131820"/>
            <a:ext cx="3314700" cy="990600"/>
          </a:xfrm>
          <a:custGeom>
            <a:avLst/>
            <a:gdLst/>
            <a:ahLst/>
            <a:cxnLst/>
            <a:rect l="l" t="t" r="r" b="b"/>
            <a:pathLst>
              <a:path w="3314700" h="990600">
                <a:moveTo>
                  <a:pt x="76197" y="0"/>
                </a:moveTo>
                <a:lnTo>
                  <a:pt x="3238503" y="0"/>
                </a:lnTo>
                <a:cubicBezTo>
                  <a:pt x="3280585" y="0"/>
                  <a:pt x="3314700" y="34115"/>
                  <a:pt x="3314700" y="76197"/>
                </a:cubicBezTo>
                <a:lnTo>
                  <a:pt x="3314700" y="914403"/>
                </a:lnTo>
                <a:cubicBezTo>
                  <a:pt x="3314700" y="956485"/>
                  <a:pt x="3280585" y="990600"/>
                  <a:pt x="32385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40" name="Text 37"/>
          <p:cNvSpPr/>
          <p:nvPr/>
        </p:nvSpPr>
        <p:spPr>
          <a:xfrm>
            <a:off x="8453081" y="3284220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Коммуникация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453081" y="3550920"/>
            <a:ext cx="3086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Развитие навыков презентации и публичных выступлений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319731" y="502539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3" name="Text 40"/>
          <p:cNvSpPr/>
          <p:nvPr/>
        </p:nvSpPr>
        <p:spPr>
          <a:xfrm>
            <a:off x="8567381" y="4987291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Soft skills и лидерство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384810" y="5570221"/>
            <a:ext cx="2731770" cy="902970"/>
          </a:xfrm>
          <a:custGeom>
            <a:avLst/>
            <a:gdLst/>
            <a:ahLst/>
            <a:cxnLst/>
            <a:rect l="l" t="t" r="r" b="b"/>
            <a:pathLst>
              <a:path w="2731770" h="902970">
                <a:moveTo>
                  <a:pt x="114298" y="0"/>
                </a:moveTo>
                <a:lnTo>
                  <a:pt x="2617472" y="0"/>
                </a:lnTo>
                <a:cubicBezTo>
                  <a:pt x="2680597" y="0"/>
                  <a:pt x="2731770" y="51173"/>
                  <a:pt x="2731770" y="114298"/>
                </a:cubicBezTo>
                <a:lnTo>
                  <a:pt x="2731770" y="788672"/>
                </a:lnTo>
                <a:cubicBezTo>
                  <a:pt x="2731770" y="851797"/>
                  <a:pt x="2680597" y="902970"/>
                  <a:pt x="2617472" y="902970"/>
                </a:cubicBezTo>
                <a:lnTo>
                  <a:pt x="114298" y="902970"/>
                </a:lnTo>
                <a:cubicBezTo>
                  <a:pt x="51173" y="902970"/>
                  <a:pt x="0" y="851797"/>
                  <a:pt x="0" y="7886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A0E17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647825" y="572643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6" name="Text 43"/>
          <p:cNvSpPr/>
          <p:nvPr/>
        </p:nvSpPr>
        <p:spPr>
          <a:xfrm>
            <a:off x="502920" y="6088380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Креативность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3280410" y="5570221"/>
            <a:ext cx="2731770" cy="902970"/>
          </a:xfrm>
          <a:custGeom>
            <a:avLst/>
            <a:gdLst/>
            <a:ahLst/>
            <a:cxnLst/>
            <a:rect l="l" t="t" r="r" b="b"/>
            <a:pathLst>
              <a:path w="2731770" h="902970">
                <a:moveTo>
                  <a:pt x="114298" y="0"/>
                </a:moveTo>
                <a:lnTo>
                  <a:pt x="2617472" y="0"/>
                </a:lnTo>
                <a:cubicBezTo>
                  <a:pt x="2680597" y="0"/>
                  <a:pt x="2731770" y="51173"/>
                  <a:pt x="2731770" y="114298"/>
                </a:cubicBezTo>
                <a:lnTo>
                  <a:pt x="2731770" y="788672"/>
                </a:lnTo>
                <a:cubicBezTo>
                  <a:pt x="2731770" y="851797"/>
                  <a:pt x="2680597" y="902970"/>
                  <a:pt x="2617472" y="902970"/>
                </a:cubicBezTo>
                <a:lnTo>
                  <a:pt x="114298" y="902970"/>
                </a:lnTo>
                <a:cubicBezTo>
                  <a:pt x="51173" y="902970"/>
                  <a:pt x="0" y="851797"/>
                  <a:pt x="0" y="7886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A0E17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489847" y="572643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84299" y="55029"/>
                </a:moveTo>
                <a:cubicBezTo>
                  <a:pt x="288541" y="50788"/>
                  <a:pt x="295628" y="51848"/>
                  <a:pt x="297749" y="57429"/>
                </a:cubicBezTo>
                <a:cubicBezTo>
                  <a:pt x="301544" y="67308"/>
                  <a:pt x="303609" y="78079"/>
                  <a:pt x="303609" y="89297"/>
                </a:cubicBezTo>
                <a:cubicBezTo>
                  <a:pt x="303609" y="138633"/>
                  <a:pt x="263649" y="178594"/>
                  <a:pt x="214313" y="178594"/>
                </a:cubicBezTo>
                <a:cubicBezTo>
                  <a:pt x="204546" y="178594"/>
                  <a:pt x="195114" y="177031"/>
                  <a:pt x="186296" y="174129"/>
                </a:cubicBezTo>
                <a:lnTo>
                  <a:pt x="81986" y="278439"/>
                </a:lnTo>
                <a:cubicBezTo>
                  <a:pt x="66303" y="294122"/>
                  <a:pt x="40853" y="294122"/>
                  <a:pt x="25171" y="278439"/>
                </a:cubicBezTo>
                <a:cubicBezTo>
                  <a:pt x="9488" y="262756"/>
                  <a:pt x="9488" y="237306"/>
                  <a:pt x="25171" y="221624"/>
                </a:cubicBezTo>
                <a:lnTo>
                  <a:pt x="129480" y="117314"/>
                </a:lnTo>
                <a:cubicBezTo>
                  <a:pt x="126578" y="108496"/>
                  <a:pt x="125016" y="99120"/>
                  <a:pt x="125016" y="89297"/>
                </a:cubicBezTo>
                <a:cubicBezTo>
                  <a:pt x="125016" y="39960"/>
                  <a:pt x="164976" y="0"/>
                  <a:pt x="214313" y="0"/>
                </a:cubicBezTo>
                <a:cubicBezTo>
                  <a:pt x="225530" y="0"/>
                  <a:pt x="236302" y="2065"/>
                  <a:pt x="246180" y="5860"/>
                </a:cubicBezTo>
                <a:cubicBezTo>
                  <a:pt x="251761" y="7981"/>
                  <a:pt x="252766" y="15069"/>
                  <a:pt x="248580" y="19310"/>
                </a:cubicBezTo>
                <a:lnTo>
                  <a:pt x="199076" y="68814"/>
                </a:lnTo>
                <a:cubicBezTo>
                  <a:pt x="197402" y="70489"/>
                  <a:pt x="196453" y="72777"/>
                  <a:pt x="196453" y="75121"/>
                </a:cubicBezTo>
                <a:lnTo>
                  <a:pt x="196453" y="98227"/>
                </a:lnTo>
                <a:cubicBezTo>
                  <a:pt x="196453" y="103138"/>
                  <a:pt x="200471" y="107156"/>
                  <a:pt x="205383" y="107156"/>
                </a:cubicBezTo>
                <a:lnTo>
                  <a:pt x="228488" y="107156"/>
                </a:lnTo>
                <a:cubicBezTo>
                  <a:pt x="230832" y="107156"/>
                  <a:pt x="233121" y="106207"/>
                  <a:pt x="234795" y="104533"/>
                </a:cubicBezTo>
                <a:lnTo>
                  <a:pt x="284299" y="55029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9" name="Text 46"/>
          <p:cNvSpPr/>
          <p:nvPr/>
        </p:nvSpPr>
        <p:spPr>
          <a:xfrm>
            <a:off x="3398520" y="6088380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Решение задач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176010" y="5570221"/>
            <a:ext cx="2731770" cy="902970"/>
          </a:xfrm>
          <a:custGeom>
            <a:avLst/>
            <a:gdLst/>
            <a:ahLst/>
            <a:cxnLst/>
            <a:rect l="l" t="t" r="r" b="b"/>
            <a:pathLst>
              <a:path w="2731770" h="902970">
                <a:moveTo>
                  <a:pt x="114298" y="0"/>
                </a:moveTo>
                <a:lnTo>
                  <a:pt x="2617472" y="0"/>
                </a:lnTo>
                <a:cubicBezTo>
                  <a:pt x="2680597" y="0"/>
                  <a:pt x="2731770" y="51173"/>
                  <a:pt x="2731770" y="114298"/>
                </a:cubicBezTo>
                <a:lnTo>
                  <a:pt x="2731770" y="788672"/>
                </a:lnTo>
                <a:cubicBezTo>
                  <a:pt x="2731770" y="851797"/>
                  <a:pt x="2680597" y="902970"/>
                  <a:pt x="2617472" y="902970"/>
                </a:cubicBezTo>
                <a:lnTo>
                  <a:pt x="114298" y="902970"/>
                </a:lnTo>
                <a:cubicBezTo>
                  <a:pt x="51173" y="902970"/>
                  <a:pt x="0" y="851797"/>
                  <a:pt x="0" y="7886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A0E17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403306" y="572643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2" name="Text 49"/>
          <p:cNvSpPr/>
          <p:nvPr/>
        </p:nvSpPr>
        <p:spPr>
          <a:xfrm>
            <a:off x="6294120" y="6088380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Анализ данных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9071610" y="5570221"/>
            <a:ext cx="2731770" cy="902970"/>
          </a:xfrm>
          <a:custGeom>
            <a:avLst/>
            <a:gdLst/>
            <a:ahLst/>
            <a:cxnLst/>
            <a:rect l="l" t="t" r="r" b="b"/>
            <a:pathLst>
              <a:path w="2731770" h="902970">
                <a:moveTo>
                  <a:pt x="114298" y="0"/>
                </a:moveTo>
                <a:lnTo>
                  <a:pt x="2617472" y="0"/>
                </a:lnTo>
                <a:cubicBezTo>
                  <a:pt x="2680597" y="0"/>
                  <a:pt x="2731770" y="51173"/>
                  <a:pt x="2731770" y="114298"/>
                </a:cubicBezTo>
                <a:lnTo>
                  <a:pt x="2731770" y="788672"/>
                </a:lnTo>
                <a:cubicBezTo>
                  <a:pt x="2731770" y="851797"/>
                  <a:pt x="2680597" y="902970"/>
                  <a:pt x="2617472" y="902970"/>
                </a:cubicBezTo>
                <a:lnTo>
                  <a:pt x="114298" y="902970"/>
                </a:lnTo>
                <a:cubicBezTo>
                  <a:pt x="51173" y="902970"/>
                  <a:pt x="0" y="851797"/>
                  <a:pt x="0" y="7886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A0E17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0298906" y="572643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6779" y="127527"/>
                </a:moveTo>
                <a:cubicBezTo>
                  <a:pt x="44202" y="75623"/>
                  <a:pt x="88906" y="35719"/>
                  <a:pt x="142875" y="35719"/>
                </a:cubicBezTo>
                <a:cubicBezTo>
                  <a:pt x="172455" y="35719"/>
                  <a:pt x="199244" y="47718"/>
                  <a:pt x="218666" y="67084"/>
                </a:cubicBezTo>
                <a:cubicBezTo>
                  <a:pt x="218777" y="67196"/>
                  <a:pt x="218889" y="67308"/>
                  <a:pt x="219001" y="67419"/>
                </a:cubicBezTo>
                <a:lnTo>
                  <a:pt x="223242" y="71438"/>
                </a:lnTo>
                <a:lnTo>
                  <a:pt x="196509" y="71438"/>
                </a:lnTo>
                <a:cubicBezTo>
                  <a:pt x="186630" y="71438"/>
                  <a:pt x="178650" y="79418"/>
                  <a:pt x="178650" y="89297"/>
                </a:cubicBezTo>
                <a:cubicBezTo>
                  <a:pt x="178650" y="99175"/>
                  <a:pt x="186630" y="107156"/>
                  <a:pt x="196509" y="107156"/>
                </a:cubicBezTo>
                <a:lnTo>
                  <a:pt x="267946" y="107156"/>
                </a:lnTo>
                <a:cubicBezTo>
                  <a:pt x="277825" y="107156"/>
                  <a:pt x="285806" y="99175"/>
                  <a:pt x="285806" y="89297"/>
                </a:cubicBezTo>
                <a:lnTo>
                  <a:pt x="285806" y="17859"/>
                </a:lnTo>
                <a:cubicBezTo>
                  <a:pt x="285806" y="7981"/>
                  <a:pt x="277825" y="0"/>
                  <a:pt x="267946" y="0"/>
                </a:cubicBezTo>
                <a:cubicBezTo>
                  <a:pt x="258068" y="0"/>
                  <a:pt x="250087" y="7981"/>
                  <a:pt x="250087" y="17859"/>
                </a:cubicBezTo>
                <a:lnTo>
                  <a:pt x="250087" y="47662"/>
                </a:lnTo>
                <a:lnTo>
                  <a:pt x="243780" y="41690"/>
                </a:lnTo>
                <a:cubicBezTo>
                  <a:pt x="217940" y="15962"/>
                  <a:pt x="182221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lose/>
                <a:moveTo>
                  <a:pt x="284299" y="163246"/>
                </a:moveTo>
                <a:cubicBezTo>
                  <a:pt x="285694" y="153479"/>
                  <a:pt x="278885" y="144438"/>
                  <a:pt x="269174" y="143042"/>
                </a:cubicBezTo>
                <a:cubicBezTo>
                  <a:pt x="259463" y="141647"/>
                  <a:pt x="250366" y="148456"/>
                  <a:pt x="248971" y="158167"/>
                </a:cubicBezTo>
                <a:cubicBezTo>
                  <a:pt x="241548" y="210071"/>
                  <a:pt x="196844" y="249975"/>
                  <a:pt x="142875" y="249975"/>
                </a:cubicBezTo>
                <a:cubicBezTo>
                  <a:pt x="113295" y="249975"/>
                  <a:pt x="86506" y="237976"/>
                  <a:pt x="67084" y="218610"/>
                </a:cubicBezTo>
                <a:cubicBezTo>
                  <a:pt x="66973" y="218498"/>
                  <a:pt x="66861" y="218387"/>
                  <a:pt x="66749" y="218275"/>
                </a:cubicBezTo>
                <a:lnTo>
                  <a:pt x="62508" y="214257"/>
                </a:lnTo>
                <a:lnTo>
                  <a:pt x="89241" y="214257"/>
                </a:lnTo>
                <a:cubicBezTo>
                  <a:pt x="99120" y="214257"/>
                  <a:pt x="107100" y="206276"/>
                  <a:pt x="107100" y="196397"/>
                </a:cubicBezTo>
                <a:cubicBezTo>
                  <a:pt x="107100" y="186519"/>
                  <a:pt x="99120" y="178538"/>
                  <a:pt x="89241" y="178538"/>
                </a:cubicBezTo>
                <a:lnTo>
                  <a:pt x="17859" y="178594"/>
                </a:lnTo>
                <a:cubicBezTo>
                  <a:pt x="13115" y="178594"/>
                  <a:pt x="8539" y="180491"/>
                  <a:pt x="5190" y="183896"/>
                </a:cubicBezTo>
                <a:cubicBezTo>
                  <a:pt x="1842" y="187300"/>
                  <a:pt x="-56" y="191821"/>
                  <a:pt x="0" y="196621"/>
                </a:cubicBezTo>
                <a:lnTo>
                  <a:pt x="558" y="267500"/>
                </a:lnTo>
                <a:cubicBezTo>
                  <a:pt x="614" y="277378"/>
                  <a:pt x="8706" y="285304"/>
                  <a:pt x="18585" y="285192"/>
                </a:cubicBezTo>
                <a:cubicBezTo>
                  <a:pt x="28463" y="285080"/>
                  <a:pt x="36388" y="277044"/>
                  <a:pt x="36277" y="267165"/>
                </a:cubicBezTo>
                <a:lnTo>
                  <a:pt x="36054" y="238423"/>
                </a:lnTo>
                <a:lnTo>
                  <a:pt x="42025" y="244060"/>
                </a:lnTo>
                <a:cubicBezTo>
                  <a:pt x="67866" y="269788"/>
                  <a:pt x="103529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5" name="Text 52"/>
          <p:cNvSpPr/>
          <p:nvPr/>
        </p:nvSpPr>
        <p:spPr>
          <a:xfrm>
            <a:off x="9189720" y="6088380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Презентация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fx-drones.com/e930fd99398706aae60ee023be06da9608675f31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20370" r="2037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E17">
                  <a:alpha val="95000"/>
                </a:srgbClr>
              </a:gs>
              <a:gs pos="100000">
                <a:srgbClr val="1E3A5F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17500" y="3810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00D4FF"/>
          </a:solidFill>
          <a:ln/>
          <a:effectLst>
            <a:outerShdw sx="100000" sy="100000" kx="0" ky="0" algn="bl" rotWithShape="0" blurRad="317500" dist="50800" dir="2700000">
              <a:srgbClr val="00d4ff">
                <a:alpha val="1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44500" y="508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6" name="Text 3"/>
          <p:cNvSpPr/>
          <p:nvPr/>
        </p:nvSpPr>
        <p:spPr>
          <a:xfrm>
            <a:off x="889000" y="317500"/>
            <a:ext cx="6389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СТРАСТЬ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89000" y="508000"/>
            <a:ext cx="6516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Беспилотные авиационные системы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0675" y="1050925"/>
            <a:ext cx="6864350" cy="2093912"/>
          </a:xfrm>
          <a:custGeom>
            <a:avLst/>
            <a:gdLst/>
            <a:ahLst/>
            <a:cxnLst/>
            <a:rect l="l" t="t" r="r" b="b"/>
            <a:pathLst>
              <a:path w="6864350" h="2093912">
                <a:moveTo>
                  <a:pt x="95252" y="0"/>
                </a:moveTo>
                <a:lnTo>
                  <a:pt x="6769098" y="0"/>
                </a:lnTo>
                <a:cubicBezTo>
                  <a:pt x="6821704" y="0"/>
                  <a:pt x="6864350" y="42646"/>
                  <a:pt x="6864350" y="95252"/>
                </a:cubicBezTo>
                <a:lnTo>
                  <a:pt x="6864350" y="1998660"/>
                </a:lnTo>
                <a:cubicBezTo>
                  <a:pt x="6864350" y="2051267"/>
                  <a:pt x="6821704" y="2093912"/>
                  <a:pt x="6769098" y="2093912"/>
                </a:cubicBezTo>
                <a:lnTo>
                  <a:pt x="95252" y="2093912"/>
                </a:lnTo>
                <a:cubicBezTo>
                  <a:pt x="42646" y="2093912"/>
                  <a:pt x="0" y="2051267"/>
                  <a:pt x="0" y="1998660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2600" y="1212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0" name="Shape 7"/>
          <p:cNvSpPr/>
          <p:nvPr/>
        </p:nvSpPr>
        <p:spPr>
          <a:xfrm>
            <a:off x="583803" y="132397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89297" y="19844"/>
                </a:moveTo>
                <a:cubicBezTo>
                  <a:pt x="122163" y="19844"/>
                  <a:pt x="148828" y="46509"/>
                  <a:pt x="148828" y="79375"/>
                </a:cubicBezTo>
                <a:cubicBezTo>
                  <a:pt x="148828" y="112241"/>
                  <a:pt x="122163" y="138906"/>
                  <a:pt x="89297" y="138906"/>
                </a:cubicBezTo>
                <a:cubicBezTo>
                  <a:pt x="69081" y="138906"/>
                  <a:pt x="51191" y="128829"/>
                  <a:pt x="40432" y="113388"/>
                </a:cubicBezTo>
                <a:cubicBezTo>
                  <a:pt x="37300" y="108893"/>
                  <a:pt x="31099" y="107807"/>
                  <a:pt x="26603" y="110939"/>
                </a:cubicBezTo>
                <a:cubicBezTo>
                  <a:pt x="22107" y="114071"/>
                  <a:pt x="21022" y="120272"/>
                  <a:pt x="24154" y="124768"/>
                </a:cubicBezTo>
                <a:cubicBezTo>
                  <a:pt x="38478" y="145293"/>
                  <a:pt x="62322" y="158750"/>
                  <a:pt x="89297" y="158750"/>
                </a:cubicBezTo>
                <a:cubicBezTo>
                  <a:pt x="133139" y="158750"/>
                  <a:pt x="168672" y="123217"/>
                  <a:pt x="168672" y="79375"/>
                </a:cubicBezTo>
                <a:cubicBezTo>
                  <a:pt x="168672" y="35533"/>
                  <a:pt x="133139" y="0"/>
                  <a:pt x="89297" y="0"/>
                </a:cubicBezTo>
                <a:cubicBezTo>
                  <a:pt x="62725" y="0"/>
                  <a:pt x="39222" y="13053"/>
                  <a:pt x="24805" y="33083"/>
                </a:cubicBezTo>
                <a:lnTo>
                  <a:pt x="24805" y="24805"/>
                </a:lnTo>
                <a:cubicBezTo>
                  <a:pt x="24805" y="19317"/>
                  <a:pt x="20371" y="14883"/>
                  <a:pt x="14883" y="14883"/>
                </a:cubicBezTo>
                <a:cubicBezTo>
                  <a:pt x="9395" y="14883"/>
                  <a:pt x="4961" y="19317"/>
                  <a:pt x="4961" y="24805"/>
                </a:cubicBezTo>
                <a:lnTo>
                  <a:pt x="4961" y="59531"/>
                </a:lnTo>
                <a:cubicBezTo>
                  <a:pt x="4961" y="65019"/>
                  <a:pt x="9395" y="69453"/>
                  <a:pt x="14883" y="69453"/>
                </a:cubicBezTo>
                <a:lnTo>
                  <a:pt x="22510" y="69453"/>
                </a:lnTo>
                <a:cubicBezTo>
                  <a:pt x="22665" y="69453"/>
                  <a:pt x="22820" y="69453"/>
                  <a:pt x="22975" y="69453"/>
                </a:cubicBezTo>
                <a:lnTo>
                  <a:pt x="49640" y="69453"/>
                </a:lnTo>
                <a:cubicBezTo>
                  <a:pt x="55128" y="69453"/>
                  <a:pt x="59562" y="65019"/>
                  <a:pt x="59562" y="59531"/>
                </a:cubicBezTo>
                <a:cubicBezTo>
                  <a:pt x="59562" y="54043"/>
                  <a:pt x="55128" y="49609"/>
                  <a:pt x="49640" y="49609"/>
                </a:cubicBezTo>
                <a:lnTo>
                  <a:pt x="37765" y="49609"/>
                </a:lnTo>
                <a:cubicBezTo>
                  <a:pt x="48028" y="31812"/>
                  <a:pt x="67283" y="19844"/>
                  <a:pt x="89297" y="19844"/>
                </a:cubicBezTo>
                <a:close/>
                <a:moveTo>
                  <a:pt x="96738" y="47129"/>
                </a:moveTo>
                <a:cubicBezTo>
                  <a:pt x="96738" y="43005"/>
                  <a:pt x="93421" y="39688"/>
                  <a:pt x="89297" y="39688"/>
                </a:cubicBezTo>
                <a:cubicBezTo>
                  <a:pt x="85173" y="39688"/>
                  <a:pt x="81855" y="43005"/>
                  <a:pt x="81855" y="47129"/>
                </a:cubicBezTo>
                <a:lnTo>
                  <a:pt x="81855" y="79375"/>
                </a:lnTo>
                <a:cubicBezTo>
                  <a:pt x="81855" y="81359"/>
                  <a:pt x="82631" y="83251"/>
                  <a:pt x="84026" y="84646"/>
                </a:cubicBezTo>
                <a:lnTo>
                  <a:pt x="106350" y="106970"/>
                </a:lnTo>
                <a:cubicBezTo>
                  <a:pt x="109265" y="109885"/>
                  <a:pt x="113978" y="109885"/>
                  <a:pt x="116861" y="106970"/>
                </a:cubicBezTo>
                <a:cubicBezTo>
                  <a:pt x="119745" y="104056"/>
                  <a:pt x="119776" y="99343"/>
                  <a:pt x="116861" y="96459"/>
                </a:cubicBezTo>
                <a:lnTo>
                  <a:pt x="96707" y="76305"/>
                </a:lnTo>
                <a:lnTo>
                  <a:pt x="96707" y="47129"/>
                </a:ln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1" name="Text 8"/>
          <p:cNvSpPr/>
          <p:nvPr/>
        </p:nvSpPr>
        <p:spPr>
          <a:xfrm>
            <a:off x="958850" y="1276350"/>
            <a:ext cx="1785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Как всё начиналось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2600" y="1720850"/>
            <a:ext cx="661193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Мой путь в мир беспилотников начался с увлечения авиацией.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Сначала это были простые модели, затем — изучение принципов полёта, аэродинамики и электроники.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98475" y="2312194"/>
            <a:ext cx="6524625" cy="666750"/>
          </a:xfrm>
          <a:custGeom>
            <a:avLst/>
            <a:gdLst/>
            <a:ahLst/>
            <a:cxnLst/>
            <a:rect l="l" t="t" r="r" b="b"/>
            <a:pathLst>
              <a:path w="6524625" h="666750">
                <a:moveTo>
                  <a:pt x="31750" y="0"/>
                </a:moveTo>
                <a:lnTo>
                  <a:pt x="6429373" y="0"/>
                </a:lnTo>
                <a:cubicBezTo>
                  <a:pt x="6481979" y="0"/>
                  <a:pt x="6524625" y="42646"/>
                  <a:pt x="6524625" y="95252"/>
                </a:cubicBezTo>
                <a:lnTo>
                  <a:pt x="6524625" y="571498"/>
                </a:lnTo>
                <a:cubicBezTo>
                  <a:pt x="6524625" y="624104"/>
                  <a:pt x="6481979" y="666750"/>
                  <a:pt x="6429373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4" name="Shape 11"/>
          <p:cNvSpPr/>
          <p:nvPr/>
        </p:nvSpPr>
        <p:spPr>
          <a:xfrm>
            <a:off x="498475" y="2312194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5" name="Text 12"/>
          <p:cNvSpPr/>
          <p:nvPr/>
        </p:nvSpPr>
        <p:spPr>
          <a:xfrm>
            <a:off x="641350" y="2439194"/>
            <a:ext cx="6318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Сегодня я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самостоятельно собираю и программирую дроны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, изучаю системы навигации, стабилизации и автоматического управления.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20675" y="3274220"/>
            <a:ext cx="6864350" cy="2673350"/>
          </a:xfrm>
          <a:custGeom>
            <a:avLst/>
            <a:gdLst/>
            <a:ahLst/>
            <a:cxnLst/>
            <a:rect l="l" t="t" r="r" b="b"/>
            <a:pathLst>
              <a:path w="6864350" h="2673350">
                <a:moveTo>
                  <a:pt x="95251" y="0"/>
                </a:moveTo>
                <a:lnTo>
                  <a:pt x="6769099" y="0"/>
                </a:lnTo>
                <a:cubicBezTo>
                  <a:pt x="6821704" y="0"/>
                  <a:pt x="6864350" y="42646"/>
                  <a:pt x="6864350" y="95251"/>
                </a:cubicBezTo>
                <a:lnTo>
                  <a:pt x="6864350" y="2578099"/>
                </a:lnTo>
                <a:cubicBezTo>
                  <a:pt x="6864350" y="2630704"/>
                  <a:pt x="6821704" y="2673350"/>
                  <a:pt x="6769099" y="2673350"/>
                </a:cubicBezTo>
                <a:lnTo>
                  <a:pt x="95251" y="2673350"/>
                </a:lnTo>
                <a:cubicBezTo>
                  <a:pt x="42646" y="2673350"/>
                  <a:pt x="0" y="2630704"/>
                  <a:pt x="0" y="2578099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2600" y="343614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8" name="Shape 15"/>
          <p:cNvSpPr/>
          <p:nvPr/>
        </p:nvSpPr>
        <p:spPr>
          <a:xfrm>
            <a:off x="583803" y="354727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9" name="Text 16"/>
          <p:cNvSpPr/>
          <p:nvPr/>
        </p:nvSpPr>
        <p:spPr>
          <a:xfrm>
            <a:off x="958850" y="3499645"/>
            <a:ext cx="1936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Мои проекты с БПЛА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82600" y="3944145"/>
            <a:ext cx="3206750" cy="857250"/>
          </a:xfrm>
          <a:custGeom>
            <a:avLst/>
            <a:gdLst/>
            <a:ahLst/>
            <a:cxnLst/>
            <a:rect l="l" t="t" r="r" b="b"/>
            <a:pathLst>
              <a:path w="3206750" h="857250">
                <a:moveTo>
                  <a:pt x="63497" y="0"/>
                </a:moveTo>
                <a:lnTo>
                  <a:pt x="3143253" y="0"/>
                </a:lnTo>
                <a:cubicBezTo>
                  <a:pt x="3178322" y="0"/>
                  <a:pt x="3206750" y="28428"/>
                  <a:pt x="3206750" y="63497"/>
                </a:cubicBezTo>
                <a:lnTo>
                  <a:pt x="3206750" y="793753"/>
                </a:lnTo>
                <a:cubicBezTo>
                  <a:pt x="3206750" y="828822"/>
                  <a:pt x="3178322" y="857250"/>
                  <a:pt x="3143253" y="857250"/>
                </a:cubicBezTo>
                <a:lnTo>
                  <a:pt x="63497" y="857250"/>
                </a:lnTo>
                <a:cubicBezTo>
                  <a:pt x="28428" y="857250"/>
                  <a:pt x="0" y="828822"/>
                  <a:pt x="0" y="793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1" name="Shape 18"/>
          <p:cNvSpPr/>
          <p:nvPr/>
        </p:nvSpPr>
        <p:spPr>
          <a:xfrm>
            <a:off x="619522" y="408702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54570" y="9922"/>
                </a:moveTo>
                <a:cubicBezTo>
                  <a:pt x="50447" y="9922"/>
                  <a:pt x="47129" y="13240"/>
                  <a:pt x="47129" y="17363"/>
                </a:cubicBezTo>
                <a:cubicBezTo>
                  <a:pt x="47129" y="21487"/>
                  <a:pt x="50447" y="24805"/>
                  <a:pt x="54570" y="24805"/>
                </a:cubicBezTo>
                <a:lnTo>
                  <a:pt x="101699" y="24805"/>
                </a:lnTo>
                <a:lnTo>
                  <a:pt x="101699" y="39688"/>
                </a:lnTo>
                <a:lnTo>
                  <a:pt x="33238" y="39688"/>
                </a:lnTo>
                <a:lnTo>
                  <a:pt x="23068" y="27471"/>
                </a:lnTo>
                <a:cubicBezTo>
                  <a:pt x="21673" y="25797"/>
                  <a:pt x="19565" y="24805"/>
                  <a:pt x="17363" y="24805"/>
                </a:cubicBezTo>
                <a:lnTo>
                  <a:pt x="7441" y="24805"/>
                </a:lnTo>
                <a:cubicBezTo>
                  <a:pt x="4868" y="24805"/>
                  <a:pt x="2480" y="26138"/>
                  <a:pt x="1116" y="28339"/>
                </a:cubicBezTo>
                <a:cubicBezTo>
                  <a:pt x="-248" y="30541"/>
                  <a:pt x="-372" y="33269"/>
                  <a:pt x="775" y="35595"/>
                </a:cubicBezTo>
                <a:lnTo>
                  <a:pt x="15658" y="65360"/>
                </a:lnTo>
                <a:cubicBezTo>
                  <a:pt x="16929" y="67872"/>
                  <a:pt x="19503" y="69453"/>
                  <a:pt x="22324" y="69453"/>
                </a:cubicBezTo>
                <a:lnTo>
                  <a:pt x="55749" y="69453"/>
                </a:lnTo>
                <a:lnTo>
                  <a:pt x="87995" y="113823"/>
                </a:lnTo>
                <a:cubicBezTo>
                  <a:pt x="92677" y="120241"/>
                  <a:pt x="100118" y="124023"/>
                  <a:pt x="108055" y="124023"/>
                </a:cubicBezTo>
                <a:lnTo>
                  <a:pt x="131465" y="124023"/>
                </a:lnTo>
                <a:cubicBezTo>
                  <a:pt x="154750" y="124023"/>
                  <a:pt x="173633" y="105141"/>
                  <a:pt x="173633" y="81855"/>
                </a:cubicBezTo>
                <a:cubicBezTo>
                  <a:pt x="173633" y="58570"/>
                  <a:pt x="154750" y="39688"/>
                  <a:pt x="131465" y="39688"/>
                </a:cubicBezTo>
                <a:lnTo>
                  <a:pt x="116582" y="39688"/>
                </a:lnTo>
                <a:lnTo>
                  <a:pt x="116582" y="24805"/>
                </a:lnTo>
                <a:lnTo>
                  <a:pt x="163711" y="24805"/>
                </a:lnTo>
                <a:cubicBezTo>
                  <a:pt x="167835" y="24805"/>
                  <a:pt x="171152" y="21487"/>
                  <a:pt x="171152" y="17363"/>
                </a:cubicBezTo>
                <a:cubicBezTo>
                  <a:pt x="171152" y="13240"/>
                  <a:pt x="167835" y="9922"/>
                  <a:pt x="163711" y="9922"/>
                </a:cubicBezTo>
                <a:lnTo>
                  <a:pt x="54570" y="9922"/>
                </a:lnTo>
                <a:close/>
                <a:moveTo>
                  <a:pt x="116582" y="59531"/>
                </a:moveTo>
                <a:lnTo>
                  <a:pt x="131465" y="59531"/>
                </a:lnTo>
                <a:cubicBezTo>
                  <a:pt x="143805" y="59531"/>
                  <a:pt x="153789" y="69515"/>
                  <a:pt x="153789" y="81855"/>
                </a:cubicBezTo>
                <a:cubicBezTo>
                  <a:pt x="153789" y="94196"/>
                  <a:pt x="143805" y="104180"/>
                  <a:pt x="131465" y="104180"/>
                </a:cubicBezTo>
                <a:lnTo>
                  <a:pt x="116582" y="104180"/>
                </a:lnTo>
                <a:lnTo>
                  <a:pt x="116582" y="59531"/>
                </a:lnTo>
                <a:close/>
                <a:moveTo>
                  <a:pt x="171152" y="128984"/>
                </a:moveTo>
                <a:cubicBezTo>
                  <a:pt x="167029" y="128984"/>
                  <a:pt x="163711" y="132302"/>
                  <a:pt x="163711" y="136426"/>
                </a:cubicBezTo>
                <a:cubicBezTo>
                  <a:pt x="163711" y="137790"/>
                  <a:pt x="162595" y="138906"/>
                  <a:pt x="161230" y="138906"/>
                </a:cubicBezTo>
                <a:lnTo>
                  <a:pt x="76895" y="138906"/>
                </a:lnTo>
                <a:cubicBezTo>
                  <a:pt x="72771" y="138906"/>
                  <a:pt x="69453" y="142224"/>
                  <a:pt x="69453" y="146348"/>
                </a:cubicBezTo>
                <a:cubicBezTo>
                  <a:pt x="69453" y="150471"/>
                  <a:pt x="72771" y="153789"/>
                  <a:pt x="76895" y="153789"/>
                </a:cubicBezTo>
                <a:lnTo>
                  <a:pt x="161230" y="153789"/>
                </a:lnTo>
                <a:cubicBezTo>
                  <a:pt x="170811" y="153789"/>
                  <a:pt x="178594" y="146007"/>
                  <a:pt x="178594" y="136426"/>
                </a:cubicBezTo>
                <a:cubicBezTo>
                  <a:pt x="178594" y="132302"/>
                  <a:pt x="175276" y="128984"/>
                  <a:pt x="171152" y="128984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2" name="Text 19"/>
          <p:cNvSpPr/>
          <p:nvPr/>
        </p:nvSpPr>
        <p:spPr>
          <a:xfrm>
            <a:off x="871538" y="4071145"/>
            <a:ext cx="101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Квадрокоптеры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09600" y="4325145"/>
            <a:ext cx="301625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Сборка, настройка, программирование полётных контроллеров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816350" y="3944145"/>
            <a:ext cx="3206750" cy="857250"/>
          </a:xfrm>
          <a:custGeom>
            <a:avLst/>
            <a:gdLst/>
            <a:ahLst/>
            <a:cxnLst/>
            <a:rect l="l" t="t" r="r" b="b"/>
            <a:pathLst>
              <a:path w="3206750" h="857250">
                <a:moveTo>
                  <a:pt x="63497" y="0"/>
                </a:moveTo>
                <a:lnTo>
                  <a:pt x="3143253" y="0"/>
                </a:lnTo>
                <a:cubicBezTo>
                  <a:pt x="3178322" y="0"/>
                  <a:pt x="3206750" y="28428"/>
                  <a:pt x="3206750" y="63497"/>
                </a:cubicBezTo>
                <a:lnTo>
                  <a:pt x="3206750" y="793753"/>
                </a:lnTo>
                <a:cubicBezTo>
                  <a:pt x="3206750" y="828822"/>
                  <a:pt x="3178322" y="857250"/>
                  <a:pt x="3143253" y="857250"/>
                </a:cubicBezTo>
                <a:lnTo>
                  <a:pt x="63497" y="857250"/>
                </a:lnTo>
                <a:cubicBezTo>
                  <a:pt x="28428" y="857250"/>
                  <a:pt x="0" y="828822"/>
                  <a:pt x="0" y="793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5" name="Shape 22"/>
          <p:cNvSpPr/>
          <p:nvPr/>
        </p:nvSpPr>
        <p:spPr>
          <a:xfrm>
            <a:off x="3953272" y="408702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61230" y="62012"/>
                </a:moveTo>
                <a:cubicBezTo>
                  <a:pt x="170811" y="62012"/>
                  <a:pt x="178594" y="69794"/>
                  <a:pt x="178594" y="79375"/>
                </a:cubicBezTo>
                <a:cubicBezTo>
                  <a:pt x="178594" y="88956"/>
                  <a:pt x="170811" y="96738"/>
                  <a:pt x="161230" y="96738"/>
                </a:cubicBezTo>
                <a:lnTo>
                  <a:pt x="121760" y="96738"/>
                </a:lnTo>
                <a:lnTo>
                  <a:pt x="72399" y="150564"/>
                </a:lnTo>
                <a:cubicBezTo>
                  <a:pt x="70507" y="152611"/>
                  <a:pt x="67872" y="153789"/>
                  <a:pt x="65081" y="153789"/>
                </a:cubicBezTo>
                <a:lnTo>
                  <a:pt x="51532" y="153789"/>
                </a:lnTo>
                <a:cubicBezTo>
                  <a:pt x="48152" y="153789"/>
                  <a:pt x="45765" y="150471"/>
                  <a:pt x="46819" y="147247"/>
                </a:cubicBezTo>
                <a:lnTo>
                  <a:pt x="63655" y="96738"/>
                </a:lnTo>
                <a:lnTo>
                  <a:pt x="32742" y="96738"/>
                </a:lnTo>
                <a:lnTo>
                  <a:pt x="16371" y="117202"/>
                </a:lnTo>
                <a:cubicBezTo>
                  <a:pt x="15441" y="118380"/>
                  <a:pt x="14015" y="119062"/>
                  <a:pt x="12495" y="119062"/>
                </a:cubicBezTo>
                <a:lnTo>
                  <a:pt x="6356" y="119062"/>
                </a:lnTo>
                <a:cubicBezTo>
                  <a:pt x="3132" y="119062"/>
                  <a:pt x="775" y="116024"/>
                  <a:pt x="1550" y="112892"/>
                </a:cubicBezTo>
                <a:lnTo>
                  <a:pt x="9922" y="79375"/>
                </a:lnTo>
                <a:lnTo>
                  <a:pt x="1550" y="45858"/>
                </a:lnTo>
                <a:cubicBezTo>
                  <a:pt x="744" y="42726"/>
                  <a:pt x="3132" y="39688"/>
                  <a:pt x="6356" y="39688"/>
                </a:cubicBezTo>
                <a:lnTo>
                  <a:pt x="12495" y="39688"/>
                </a:lnTo>
                <a:cubicBezTo>
                  <a:pt x="14015" y="39688"/>
                  <a:pt x="15441" y="40370"/>
                  <a:pt x="16371" y="41548"/>
                </a:cubicBezTo>
                <a:lnTo>
                  <a:pt x="32742" y="62012"/>
                </a:lnTo>
                <a:lnTo>
                  <a:pt x="63655" y="62012"/>
                </a:lnTo>
                <a:lnTo>
                  <a:pt x="46819" y="11503"/>
                </a:lnTo>
                <a:cubicBezTo>
                  <a:pt x="45765" y="8279"/>
                  <a:pt x="48152" y="4961"/>
                  <a:pt x="51532" y="4961"/>
                </a:cubicBezTo>
                <a:lnTo>
                  <a:pt x="65081" y="4961"/>
                </a:lnTo>
                <a:cubicBezTo>
                  <a:pt x="67872" y="4961"/>
                  <a:pt x="70507" y="6139"/>
                  <a:pt x="72399" y="8186"/>
                </a:cubicBezTo>
                <a:lnTo>
                  <a:pt x="121760" y="62012"/>
                </a:lnTo>
                <a:lnTo>
                  <a:pt x="161230" y="62012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6" name="Text 23"/>
          <p:cNvSpPr/>
          <p:nvPr/>
        </p:nvSpPr>
        <p:spPr>
          <a:xfrm>
            <a:off x="4205287" y="4071145"/>
            <a:ext cx="121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Модели самолётов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3943350" y="4325145"/>
            <a:ext cx="301625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Конструирование планеров с электрическими двигателями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82600" y="4928395"/>
            <a:ext cx="3206750" cy="857250"/>
          </a:xfrm>
          <a:custGeom>
            <a:avLst/>
            <a:gdLst/>
            <a:ahLst/>
            <a:cxnLst/>
            <a:rect l="l" t="t" r="r" b="b"/>
            <a:pathLst>
              <a:path w="3206750" h="857250">
                <a:moveTo>
                  <a:pt x="63497" y="0"/>
                </a:moveTo>
                <a:lnTo>
                  <a:pt x="3143253" y="0"/>
                </a:lnTo>
                <a:cubicBezTo>
                  <a:pt x="3178322" y="0"/>
                  <a:pt x="3206750" y="28428"/>
                  <a:pt x="3206750" y="63497"/>
                </a:cubicBezTo>
                <a:lnTo>
                  <a:pt x="3206750" y="793753"/>
                </a:lnTo>
                <a:cubicBezTo>
                  <a:pt x="3206750" y="828822"/>
                  <a:pt x="3178322" y="857250"/>
                  <a:pt x="3143253" y="857250"/>
                </a:cubicBezTo>
                <a:lnTo>
                  <a:pt x="63497" y="857250"/>
                </a:lnTo>
                <a:cubicBezTo>
                  <a:pt x="28428" y="857250"/>
                  <a:pt x="0" y="828822"/>
                  <a:pt x="0" y="793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9" name="Shape 26"/>
          <p:cNvSpPr/>
          <p:nvPr/>
        </p:nvSpPr>
        <p:spPr>
          <a:xfrm>
            <a:off x="629444" y="507127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54570" y="7441"/>
                </a:moveTo>
                <a:cubicBezTo>
                  <a:pt x="54570" y="3318"/>
                  <a:pt x="51253" y="0"/>
                  <a:pt x="47129" y="0"/>
                </a:cubicBezTo>
                <a:cubicBezTo>
                  <a:pt x="43005" y="0"/>
                  <a:pt x="39688" y="3318"/>
                  <a:pt x="39688" y="7441"/>
                </a:cubicBezTo>
                <a:lnTo>
                  <a:pt x="39688" y="19844"/>
                </a:lnTo>
                <a:cubicBezTo>
                  <a:pt x="28742" y="19844"/>
                  <a:pt x="19844" y="28742"/>
                  <a:pt x="19844" y="39688"/>
                </a:cubicBezTo>
                <a:lnTo>
                  <a:pt x="7441" y="39688"/>
                </a:lnTo>
                <a:cubicBezTo>
                  <a:pt x="3318" y="39688"/>
                  <a:pt x="0" y="43005"/>
                  <a:pt x="0" y="47129"/>
                </a:cubicBezTo>
                <a:cubicBezTo>
                  <a:pt x="0" y="51253"/>
                  <a:pt x="3318" y="54570"/>
                  <a:pt x="7441" y="54570"/>
                </a:cubicBezTo>
                <a:lnTo>
                  <a:pt x="19844" y="54570"/>
                </a:lnTo>
                <a:lnTo>
                  <a:pt x="19844" y="71934"/>
                </a:lnTo>
                <a:lnTo>
                  <a:pt x="7441" y="71934"/>
                </a:lnTo>
                <a:cubicBezTo>
                  <a:pt x="3318" y="71934"/>
                  <a:pt x="0" y="75251"/>
                  <a:pt x="0" y="79375"/>
                </a:cubicBezTo>
                <a:cubicBezTo>
                  <a:pt x="0" y="83499"/>
                  <a:pt x="3318" y="86816"/>
                  <a:pt x="7441" y="86816"/>
                </a:cubicBezTo>
                <a:lnTo>
                  <a:pt x="19844" y="86816"/>
                </a:lnTo>
                <a:lnTo>
                  <a:pt x="19844" y="104180"/>
                </a:lnTo>
                <a:lnTo>
                  <a:pt x="7441" y="104180"/>
                </a:lnTo>
                <a:cubicBezTo>
                  <a:pt x="3318" y="104180"/>
                  <a:pt x="0" y="107497"/>
                  <a:pt x="0" y="111621"/>
                </a:cubicBezTo>
                <a:cubicBezTo>
                  <a:pt x="0" y="115745"/>
                  <a:pt x="3318" y="119062"/>
                  <a:pt x="7441" y="119062"/>
                </a:cubicBezTo>
                <a:lnTo>
                  <a:pt x="19844" y="119062"/>
                </a:lnTo>
                <a:cubicBezTo>
                  <a:pt x="19844" y="130008"/>
                  <a:pt x="28742" y="138906"/>
                  <a:pt x="39688" y="138906"/>
                </a:cubicBezTo>
                <a:lnTo>
                  <a:pt x="39688" y="151309"/>
                </a:lnTo>
                <a:cubicBezTo>
                  <a:pt x="39688" y="155432"/>
                  <a:pt x="43005" y="158750"/>
                  <a:pt x="47129" y="158750"/>
                </a:cubicBezTo>
                <a:cubicBezTo>
                  <a:pt x="51253" y="158750"/>
                  <a:pt x="54570" y="155432"/>
                  <a:pt x="54570" y="151309"/>
                </a:cubicBezTo>
                <a:lnTo>
                  <a:pt x="54570" y="138906"/>
                </a:lnTo>
                <a:lnTo>
                  <a:pt x="71934" y="138906"/>
                </a:lnTo>
                <a:lnTo>
                  <a:pt x="71934" y="151309"/>
                </a:lnTo>
                <a:cubicBezTo>
                  <a:pt x="71934" y="155432"/>
                  <a:pt x="75251" y="158750"/>
                  <a:pt x="79375" y="158750"/>
                </a:cubicBezTo>
                <a:cubicBezTo>
                  <a:pt x="83499" y="158750"/>
                  <a:pt x="86816" y="155432"/>
                  <a:pt x="86816" y="151309"/>
                </a:cubicBezTo>
                <a:lnTo>
                  <a:pt x="86816" y="138906"/>
                </a:lnTo>
                <a:lnTo>
                  <a:pt x="104180" y="138906"/>
                </a:lnTo>
                <a:lnTo>
                  <a:pt x="104180" y="151309"/>
                </a:lnTo>
                <a:cubicBezTo>
                  <a:pt x="104180" y="155432"/>
                  <a:pt x="107497" y="158750"/>
                  <a:pt x="111621" y="158750"/>
                </a:cubicBezTo>
                <a:cubicBezTo>
                  <a:pt x="115745" y="158750"/>
                  <a:pt x="119062" y="155432"/>
                  <a:pt x="119062" y="151309"/>
                </a:cubicBezTo>
                <a:lnTo>
                  <a:pt x="119062" y="138906"/>
                </a:lnTo>
                <a:cubicBezTo>
                  <a:pt x="130008" y="138906"/>
                  <a:pt x="138906" y="130008"/>
                  <a:pt x="138906" y="119062"/>
                </a:cubicBezTo>
                <a:lnTo>
                  <a:pt x="151309" y="119062"/>
                </a:lnTo>
                <a:cubicBezTo>
                  <a:pt x="155432" y="119062"/>
                  <a:pt x="158750" y="115745"/>
                  <a:pt x="158750" y="111621"/>
                </a:cubicBezTo>
                <a:cubicBezTo>
                  <a:pt x="158750" y="107497"/>
                  <a:pt x="155432" y="104180"/>
                  <a:pt x="151309" y="104180"/>
                </a:cubicBezTo>
                <a:lnTo>
                  <a:pt x="138906" y="104180"/>
                </a:lnTo>
                <a:lnTo>
                  <a:pt x="138906" y="86816"/>
                </a:lnTo>
                <a:lnTo>
                  <a:pt x="151309" y="86816"/>
                </a:lnTo>
                <a:cubicBezTo>
                  <a:pt x="155432" y="86816"/>
                  <a:pt x="158750" y="83499"/>
                  <a:pt x="158750" y="79375"/>
                </a:cubicBezTo>
                <a:cubicBezTo>
                  <a:pt x="158750" y="75251"/>
                  <a:pt x="155432" y="71934"/>
                  <a:pt x="151309" y="71934"/>
                </a:cubicBezTo>
                <a:lnTo>
                  <a:pt x="138906" y="71934"/>
                </a:lnTo>
                <a:lnTo>
                  <a:pt x="138906" y="54570"/>
                </a:lnTo>
                <a:lnTo>
                  <a:pt x="151309" y="54570"/>
                </a:lnTo>
                <a:cubicBezTo>
                  <a:pt x="155432" y="54570"/>
                  <a:pt x="158750" y="51253"/>
                  <a:pt x="158750" y="47129"/>
                </a:cubicBezTo>
                <a:cubicBezTo>
                  <a:pt x="158750" y="43005"/>
                  <a:pt x="155432" y="39688"/>
                  <a:pt x="151309" y="39688"/>
                </a:cubicBezTo>
                <a:lnTo>
                  <a:pt x="138906" y="39688"/>
                </a:lnTo>
                <a:cubicBezTo>
                  <a:pt x="138906" y="28742"/>
                  <a:pt x="130008" y="19844"/>
                  <a:pt x="119062" y="19844"/>
                </a:cubicBezTo>
                <a:lnTo>
                  <a:pt x="119062" y="7441"/>
                </a:lnTo>
                <a:cubicBezTo>
                  <a:pt x="119062" y="3318"/>
                  <a:pt x="115745" y="0"/>
                  <a:pt x="111621" y="0"/>
                </a:cubicBezTo>
                <a:cubicBezTo>
                  <a:pt x="107497" y="0"/>
                  <a:pt x="104180" y="3318"/>
                  <a:pt x="104180" y="7441"/>
                </a:cubicBezTo>
                <a:lnTo>
                  <a:pt x="104180" y="19844"/>
                </a:lnTo>
                <a:lnTo>
                  <a:pt x="86816" y="19844"/>
                </a:lnTo>
                <a:lnTo>
                  <a:pt x="86816" y="7441"/>
                </a:lnTo>
                <a:cubicBezTo>
                  <a:pt x="86816" y="3318"/>
                  <a:pt x="83499" y="0"/>
                  <a:pt x="79375" y="0"/>
                </a:cubicBezTo>
                <a:cubicBezTo>
                  <a:pt x="75251" y="0"/>
                  <a:pt x="71934" y="3318"/>
                  <a:pt x="71934" y="7441"/>
                </a:cubicBezTo>
                <a:lnTo>
                  <a:pt x="71934" y="19844"/>
                </a:lnTo>
                <a:lnTo>
                  <a:pt x="54570" y="19844"/>
                </a:lnTo>
                <a:lnTo>
                  <a:pt x="54570" y="7441"/>
                </a:lnTo>
                <a:close/>
                <a:moveTo>
                  <a:pt x="49609" y="39688"/>
                </a:moveTo>
                <a:lnTo>
                  <a:pt x="109141" y="39688"/>
                </a:lnTo>
                <a:cubicBezTo>
                  <a:pt x="114629" y="39688"/>
                  <a:pt x="119062" y="44121"/>
                  <a:pt x="119062" y="49609"/>
                </a:cubicBezTo>
                <a:lnTo>
                  <a:pt x="119062" y="109141"/>
                </a:lnTo>
                <a:cubicBezTo>
                  <a:pt x="119062" y="114629"/>
                  <a:pt x="114629" y="119062"/>
                  <a:pt x="109141" y="119062"/>
                </a:cubicBezTo>
                <a:lnTo>
                  <a:pt x="49609" y="119062"/>
                </a:lnTo>
                <a:cubicBezTo>
                  <a:pt x="44121" y="119062"/>
                  <a:pt x="39688" y="114629"/>
                  <a:pt x="39688" y="109141"/>
                </a:cubicBezTo>
                <a:lnTo>
                  <a:pt x="39688" y="49609"/>
                </a:lnTo>
                <a:cubicBezTo>
                  <a:pt x="39688" y="44121"/>
                  <a:pt x="44121" y="39688"/>
                  <a:pt x="49609" y="39688"/>
                </a:cubicBezTo>
                <a:close/>
                <a:moveTo>
                  <a:pt x="54570" y="54570"/>
                </a:moveTo>
                <a:lnTo>
                  <a:pt x="54570" y="104180"/>
                </a:lnTo>
                <a:lnTo>
                  <a:pt x="104180" y="104180"/>
                </a:lnTo>
                <a:lnTo>
                  <a:pt x="104180" y="54570"/>
                </a:lnTo>
                <a:lnTo>
                  <a:pt x="54570" y="54570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0" name="Text 27"/>
          <p:cNvSpPr/>
          <p:nvPr/>
        </p:nvSpPr>
        <p:spPr>
          <a:xfrm>
            <a:off x="871538" y="5055395"/>
            <a:ext cx="79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Автопилоты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09600" y="5309395"/>
            <a:ext cx="301625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Настройка автоматических систем управления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816350" y="4928395"/>
            <a:ext cx="3206750" cy="857250"/>
          </a:xfrm>
          <a:custGeom>
            <a:avLst/>
            <a:gdLst/>
            <a:ahLst/>
            <a:cxnLst/>
            <a:rect l="l" t="t" r="r" b="b"/>
            <a:pathLst>
              <a:path w="3206750" h="857250">
                <a:moveTo>
                  <a:pt x="63497" y="0"/>
                </a:moveTo>
                <a:lnTo>
                  <a:pt x="3143253" y="0"/>
                </a:lnTo>
                <a:cubicBezTo>
                  <a:pt x="3178322" y="0"/>
                  <a:pt x="3206750" y="28428"/>
                  <a:pt x="3206750" y="63497"/>
                </a:cubicBezTo>
                <a:lnTo>
                  <a:pt x="3206750" y="793753"/>
                </a:lnTo>
                <a:cubicBezTo>
                  <a:pt x="3206750" y="828822"/>
                  <a:pt x="3178322" y="857250"/>
                  <a:pt x="3143253" y="857250"/>
                </a:cubicBezTo>
                <a:lnTo>
                  <a:pt x="63497" y="857250"/>
                </a:lnTo>
                <a:cubicBezTo>
                  <a:pt x="28428" y="857250"/>
                  <a:pt x="0" y="828822"/>
                  <a:pt x="0" y="793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33" name="Shape 30"/>
          <p:cNvSpPr/>
          <p:nvPr/>
        </p:nvSpPr>
        <p:spPr>
          <a:xfrm>
            <a:off x="3963194" y="507127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46230" y="20092"/>
                </a:moveTo>
                <a:lnTo>
                  <a:pt x="43005" y="29766"/>
                </a:lnTo>
                <a:lnTo>
                  <a:pt x="19844" y="29766"/>
                </a:lnTo>
                <a:cubicBezTo>
                  <a:pt x="8899" y="29766"/>
                  <a:pt x="0" y="38664"/>
                  <a:pt x="0" y="49609"/>
                </a:cubicBez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38906" y="148828"/>
                </a:lnTo>
                <a:cubicBezTo>
                  <a:pt x="149851" y="148828"/>
                  <a:pt x="158750" y="139929"/>
                  <a:pt x="158750" y="128984"/>
                </a:cubicBezTo>
                <a:lnTo>
                  <a:pt x="158750" y="49609"/>
                </a:lnTo>
                <a:cubicBezTo>
                  <a:pt x="158750" y="38664"/>
                  <a:pt x="149851" y="29766"/>
                  <a:pt x="138906" y="29766"/>
                </a:cubicBezTo>
                <a:lnTo>
                  <a:pt x="115745" y="29766"/>
                </a:lnTo>
                <a:lnTo>
                  <a:pt x="112520" y="20092"/>
                </a:lnTo>
                <a:cubicBezTo>
                  <a:pt x="110505" y="14015"/>
                  <a:pt x="104831" y="9922"/>
                  <a:pt x="98413" y="9922"/>
                </a:cubicBezTo>
                <a:lnTo>
                  <a:pt x="60337" y="9922"/>
                </a:lnTo>
                <a:cubicBezTo>
                  <a:pt x="53919" y="9922"/>
                  <a:pt x="48245" y="14015"/>
                  <a:pt x="46230" y="20092"/>
                </a:cubicBezTo>
                <a:close/>
                <a:moveTo>
                  <a:pt x="79375" y="59531"/>
                </a:moveTo>
                <a:cubicBezTo>
                  <a:pt x="95803" y="59531"/>
                  <a:pt x="109141" y="72869"/>
                  <a:pt x="109141" y="89297"/>
                </a:cubicBezTo>
                <a:cubicBezTo>
                  <a:pt x="109141" y="105725"/>
                  <a:pt x="95803" y="119062"/>
                  <a:pt x="79375" y="119062"/>
                </a:cubicBezTo>
                <a:cubicBezTo>
                  <a:pt x="62947" y="119062"/>
                  <a:pt x="49609" y="105725"/>
                  <a:pt x="49609" y="89297"/>
                </a:cubicBezTo>
                <a:cubicBezTo>
                  <a:pt x="49609" y="72869"/>
                  <a:pt x="62947" y="59531"/>
                  <a:pt x="79375" y="59531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4" name="Text 31"/>
          <p:cNvSpPr/>
          <p:nvPr/>
        </p:nvSpPr>
        <p:spPr>
          <a:xfrm>
            <a:off x="4205287" y="5055395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Аэрофотосъёмка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3943350" y="5309395"/>
            <a:ext cx="301625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Использование дронов для съёмки и мониторинга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350125" y="1050925"/>
            <a:ext cx="4522788" cy="4895850"/>
          </a:xfrm>
          <a:custGeom>
            <a:avLst/>
            <a:gdLst/>
            <a:ahLst/>
            <a:cxnLst/>
            <a:rect l="l" t="t" r="r" b="b"/>
            <a:pathLst>
              <a:path w="4522788" h="4895850">
                <a:moveTo>
                  <a:pt x="95250" y="0"/>
                </a:moveTo>
                <a:lnTo>
                  <a:pt x="4427538" y="0"/>
                </a:lnTo>
                <a:cubicBezTo>
                  <a:pt x="4480143" y="0"/>
                  <a:pt x="4522788" y="42645"/>
                  <a:pt x="4522788" y="95250"/>
                </a:cubicBezTo>
                <a:lnTo>
                  <a:pt x="4522788" y="4800600"/>
                </a:lnTo>
                <a:cubicBezTo>
                  <a:pt x="4522788" y="4853205"/>
                  <a:pt x="4480143" y="4895850"/>
                  <a:pt x="4427538" y="4895850"/>
                </a:cubicBezTo>
                <a:lnTo>
                  <a:pt x="95250" y="4895850"/>
                </a:lnTo>
                <a:cubicBezTo>
                  <a:pt x="42645" y="4895850"/>
                  <a:pt x="0" y="4853205"/>
                  <a:pt x="0" y="48006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512050" y="1212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8" name="Shape 35"/>
          <p:cNvSpPr/>
          <p:nvPr/>
        </p:nvSpPr>
        <p:spPr>
          <a:xfrm>
            <a:off x="7613253" y="132397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69484" y="30107"/>
                </a:moveTo>
                <a:lnTo>
                  <a:pt x="69484" y="45486"/>
                </a:lnTo>
                <a:lnTo>
                  <a:pt x="69639" y="45641"/>
                </a:lnTo>
                <a:cubicBezTo>
                  <a:pt x="71655" y="20092"/>
                  <a:pt x="93018" y="0"/>
                  <a:pt x="119094" y="0"/>
                </a:cubicBezTo>
                <a:cubicBezTo>
                  <a:pt x="125326" y="0"/>
                  <a:pt x="131310" y="1147"/>
                  <a:pt x="136798" y="3256"/>
                </a:cubicBezTo>
                <a:cubicBezTo>
                  <a:pt x="139898" y="4434"/>
                  <a:pt x="140457" y="8372"/>
                  <a:pt x="138131" y="10728"/>
                </a:cubicBezTo>
                <a:lnTo>
                  <a:pt x="110629" y="38230"/>
                </a:lnTo>
                <a:cubicBezTo>
                  <a:pt x="109699" y="39160"/>
                  <a:pt x="109172" y="40432"/>
                  <a:pt x="109172" y="41734"/>
                </a:cubicBezTo>
                <a:lnTo>
                  <a:pt x="109172" y="54570"/>
                </a:lnTo>
                <a:cubicBezTo>
                  <a:pt x="109172" y="57299"/>
                  <a:pt x="111404" y="59531"/>
                  <a:pt x="114133" y="59531"/>
                </a:cubicBezTo>
                <a:lnTo>
                  <a:pt x="126969" y="59531"/>
                </a:lnTo>
                <a:cubicBezTo>
                  <a:pt x="128271" y="59531"/>
                  <a:pt x="129542" y="59004"/>
                  <a:pt x="130473" y="58074"/>
                </a:cubicBezTo>
                <a:lnTo>
                  <a:pt x="157975" y="30572"/>
                </a:lnTo>
                <a:cubicBezTo>
                  <a:pt x="160331" y="28215"/>
                  <a:pt x="164269" y="28804"/>
                  <a:pt x="165447" y="31905"/>
                </a:cubicBezTo>
                <a:cubicBezTo>
                  <a:pt x="167556" y="37393"/>
                  <a:pt x="168703" y="43377"/>
                  <a:pt x="168703" y="49609"/>
                </a:cubicBezTo>
                <a:cubicBezTo>
                  <a:pt x="168703" y="68399"/>
                  <a:pt x="158254" y="84770"/>
                  <a:pt x="142813" y="93173"/>
                </a:cubicBezTo>
                <a:lnTo>
                  <a:pt x="168083" y="118442"/>
                </a:lnTo>
                <a:cubicBezTo>
                  <a:pt x="173881" y="124240"/>
                  <a:pt x="173881" y="133666"/>
                  <a:pt x="168083" y="139495"/>
                </a:cubicBezTo>
                <a:lnTo>
                  <a:pt x="149448" y="158130"/>
                </a:lnTo>
                <a:cubicBezTo>
                  <a:pt x="143650" y="163928"/>
                  <a:pt x="134224" y="163928"/>
                  <a:pt x="128395" y="158130"/>
                </a:cubicBezTo>
                <a:lnTo>
                  <a:pt x="89328" y="119062"/>
                </a:lnTo>
                <a:cubicBezTo>
                  <a:pt x="80832" y="110567"/>
                  <a:pt x="78910" y="98010"/>
                  <a:pt x="83592" y="87654"/>
                </a:cubicBezTo>
                <a:lnTo>
                  <a:pt x="55469" y="59531"/>
                </a:lnTo>
                <a:lnTo>
                  <a:pt x="40091" y="59531"/>
                </a:lnTo>
                <a:cubicBezTo>
                  <a:pt x="36773" y="59531"/>
                  <a:pt x="33672" y="57888"/>
                  <a:pt x="31843" y="55128"/>
                </a:cubicBezTo>
                <a:lnTo>
                  <a:pt x="7255" y="18262"/>
                </a:lnTo>
                <a:cubicBezTo>
                  <a:pt x="5953" y="16309"/>
                  <a:pt x="6201" y="13674"/>
                  <a:pt x="7875" y="11999"/>
                </a:cubicBezTo>
                <a:lnTo>
                  <a:pt x="21952" y="-2077"/>
                </a:lnTo>
                <a:cubicBezTo>
                  <a:pt x="23626" y="-3752"/>
                  <a:pt x="26231" y="-4000"/>
                  <a:pt x="28215" y="-2698"/>
                </a:cubicBezTo>
                <a:lnTo>
                  <a:pt x="65081" y="21859"/>
                </a:lnTo>
                <a:cubicBezTo>
                  <a:pt x="67841" y="23688"/>
                  <a:pt x="69484" y="26789"/>
                  <a:pt x="69484" y="30107"/>
                </a:cubicBezTo>
                <a:close/>
                <a:moveTo>
                  <a:pt x="66849" y="91963"/>
                </a:moveTo>
                <a:cubicBezTo>
                  <a:pt x="64895" y="103436"/>
                  <a:pt x="67593" y="115559"/>
                  <a:pt x="75034" y="125264"/>
                </a:cubicBezTo>
                <a:lnTo>
                  <a:pt x="45579" y="154688"/>
                </a:lnTo>
                <a:cubicBezTo>
                  <a:pt x="36866" y="163401"/>
                  <a:pt x="22727" y="163401"/>
                  <a:pt x="14015" y="154688"/>
                </a:cubicBezTo>
                <a:cubicBezTo>
                  <a:pt x="5302" y="145976"/>
                  <a:pt x="5302" y="131837"/>
                  <a:pt x="14015" y="123124"/>
                </a:cubicBezTo>
                <a:lnTo>
                  <a:pt x="55997" y="81142"/>
                </a:lnTo>
                <a:lnTo>
                  <a:pt x="66849" y="91994"/>
                </a:ln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39" name="Text 36"/>
          <p:cNvSpPr/>
          <p:nvPr/>
        </p:nvSpPr>
        <p:spPr>
          <a:xfrm>
            <a:off x="7988300" y="1276350"/>
            <a:ext cx="1746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Освоенные навыки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512050" y="1720850"/>
            <a:ext cx="4198938" cy="698500"/>
          </a:xfrm>
          <a:custGeom>
            <a:avLst/>
            <a:gdLst/>
            <a:ahLst/>
            <a:cxnLst/>
            <a:rect l="l" t="t" r="r" b="b"/>
            <a:pathLst>
              <a:path w="4198938" h="698500">
                <a:moveTo>
                  <a:pt x="95247" y="0"/>
                </a:moveTo>
                <a:lnTo>
                  <a:pt x="4103690" y="0"/>
                </a:lnTo>
                <a:cubicBezTo>
                  <a:pt x="4156294" y="0"/>
                  <a:pt x="4198938" y="42644"/>
                  <a:pt x="4198938" y="95247"/>
                </a:cubicBezTo>
                <a:lnTo>
                  <a:pt x="4198938" y="603253"/>
                </a:lnTo>
                <a:cubicBezTo>
                  <a:pt x="4198938" y="655856"/>
                  <a:pt x="4156294" y="698500"/>
                  <a:pt x="4103690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41" name="Shape 38"/>
          <p:cNvSpPr/>
          <p:nvPr/>
        </p:nvSpPr>
        <p:spPr>
          <a:xfrm>
            <a:off x="7639050" y="1863725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9844" y="29766"/>
                </a:moveTo>
                <a:cubicBezTo>
                  <a:pt x="19844" y="18821"/>
                  <a:pt x="28742" y="9922"/>
                  <a:pt x="39688" y="9922"/>
                </a:cubicBezTo>
                <a:lnTo>
                  <a:pt x="158750" y="9922"/>
                </a:lnTo>
                <a:cubicBezTo>
                  <a:pt x="169695" y="9922"/>
                  <a:pt x="178594" y="18821"/>
                  <a:pt x="178594" y="29766"/>
                </a:cubicBezTo>
                <a:lnTo>
                  <a:pt x="178594" y="104180"/>
                </a:lnTo>
                <a:lnTo>
                  <a:pt x="158750" y="104180"/>
                </a:lnTo>
                <a:lnTo>
                  <a:pt x="158750" y="29766"/>
                </a:lnTo>
                <a:lnTo>
                  <a:pt x="39688" y="29766"/>
                </a:lnTo>
                <a:lnTo>
                  <a:pt x="39688" y="104180"/>
                </a:lnTo>
                <a:lnTo>
                  <a:pt x="19844" y="104180"/>
                </a:lnTo>
                <a:lnTo>
                  <a:pt x="19844" y="29766"/>
                </a:lnTo>
                <a:close/>
                <a:moveTo>
                  <a:pt x="0" y="125016"/>
                </a:moveTo>
                <a:cubicBezTo>
                  <a:pt x="0" y="121729"/>
                  <a:pt x="2667" y="119062"/>
                  <a:pt x="5953" y="119062"/>
                </a:cubicBezTo>
                <a:lnTo>
                  <a:pt x="192484" y="119062"/>
                </a:lnTo>
                <a:cubicBezTo>
                  <a:pt x="195771" y="119062"/>
                  <a:pt x="198438" y="121729"/>
                  <a:pt x="198438" y="125016"/>
                </a:cubicBezTo>
                <a:cubicBezTo>
                  <a:pt x="198438" y="138162"/>
                  <a:pt x="187771" y="148828"/>
                  <a:pt x="174625" y="148828"/>
                </a:cubicBezTo>
                <a:lnTo>
                  <a:pt x="23813" y="148828"/>
                </a:lnTo>
                <a:cubicBezTo>
                  <a:pt x="10666" y="148828"/>
                  <a:pt x="0" y="138162"/>
                  <a:pt x="0" y="125016"/>
                </a:cubicBezTo>
                <a:close/>
                <a:moveTo>
                  <a:pt x="87126" y="64802"/>
                </a:moveTo>
                <a:lnTo>
                  <a:pt x="77515" y="74414"/>
                </a:lnTo>
                <a:lnTo>
                  <a:pt x="87126" y="84026"/>
                </a:lnTo>
                <a:cubicBezTo>
                  <a:pt x="90041" y="86940"/>
                  <a:pt x="90041" y="91653"/>
                  <a:pt x="87126" y="94537"/>
                </a:cubicBezTo>
                <a:cubicBezTo>
                  <a:pt x="84212" y="97420"/>
                  <a:pt x="79499" y="97451"/>
                  <a:pt x="76615" y="94537"/>
                </a:cubicBezTo>
                <a:lnTo>
                  <a:pt x="61733" y="79654"/>
                </a:lnTo>
                <a:cubicBezTo>
                  <a:pt x="58818" y="76740"/>
                  <a:pt x="58818" y="72027"/>
                  <a:pt x="61733" y="69143"/>
                </a:cubicBezTo>
                <a:lnTo>
                  <a:pt x="76615" y="54260"/>
                </a:lnTo>
                <a:cubicBezTo>
                  <a:pt x="79530" y="51346"/>
                  <a:pt x="84243" y="51346"/>
                  <a:pt x="87126" y="54260"/>
                </a:cubicBezTo>
                <a:cubicBezTo>
                  <a:pt x="90010" y="57175"/>
                  <a:pt x="90041" y="61888"/>
                  <a:pt x="87126" y="64771"/>
                </a:cubicBezTo>
                <a:close/>
                <a:moveTo>
                  <a:pt x="121853" y="54260"/>
                </a:moveTo>
                <a:lnTo>
                  <a:pt x="136736" y="69143"/>
                </a:lnTo>
                <a:cubicBezTo>
                  <a:pt x="139650" y="72058"/>
                  <a:pt x="139650" y="76771"/>
                  <a:pt x="136736" y="79654"/>
                </a:cubicBezTo>
                <a:lnTo>
                  <a:pt x="121853" y="94537"/>
                </a:lnTo>
                <a:cubicBezTo>
                  <a:pt x="118938" y="97451"/>
                  <a:pt x="114226" y="97451"/>
                  <a:pt x="111342" y="94537"/>
                </a:cubicBezTo>
                <a:cubicBezTo>
                  <a:pt x="108458" y="91622"/>
                  <a:pt x="108427" y="86909"/>
                  <a:pt x="111342" y="84026"/>
                </a:cubicBezTo>
                <a:lnTo>
                  <a:pt x="120954" y="74414"/>
                </a:lnTo>
                <a:lnTo>
                  <a:pt x="111342" y="64802"/>
                </a:lnTo>
                <a:cubicBezTo>
                  <a:pt x="108427" y="61888"/>
                  <a:pt x="108427" y="57175"/>
                  <a:pt x="111342" y="54291"/>
                </a:cubicBezTo>
                <a:cubicBezTo>
                  <a:pt x="114257" y="51408"/>
                  <a:pt x="118969" y="51377"/>
                  <a:pt x="121853" y="54291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2" name="Text 39"/>
          <p:cNvSpPr/>
          <p:nvPr/>
        </p:nvSpPr>
        <p:spPr>
          <a:xfrm>
            <a:off x="7932738" y="1847850"/>
            <a:ext cx="124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Программирование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639050" y="2101850"/>
            <a:ext cx="4008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Python, C++, Arduino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7512050" y="2514600"/>
            <a:ext cx="4198938" cy="698500"/>
          </a:xfrm>
          <a:custGeom>
            <a:avLst/>
            <a:gdLst/>
            <a:ahLst/>
            <a:cxnLst/>
            <a:rect l="l" t="t" r="r" b="b"/>
            <a:pathLst>
              <a:path w="4198938" h="698500">
                <a:moveTo>
                  <a:pt x="95247" y="0"/>
                </a:moveTo>
                <a:lnTo>
                  <a:pt x="4103690" y="0"/>
                </a:lnTo>
                <a:cubicBezTo>
                  <a:pt x="4156294" y="0"/>
                  <a:pt x="4198938" y="42644"/>
                  <a:pt x="4198938" y="95247"/>
                </a:cubicBezTo>
                <a:lnTo>
                  <a:pt x="4198938" y="603253"/>
                </a:lnTo>
                <a:cubicBezTo>
                  <a:pt x="4198938" y="655856"/>
                  <a:pt x="4156294" y="698500"/>
                  <a:pt x="4103690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45" name="Shape 42"/>
          <p:cNvSpPr/>
          <p:nvPr/>
        </p:nvSpPr>
        <p:spPr>
          <a:xfrm>
            <a:off x="7658894" y="265747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69546" y="-775"/>
                </a:moveTo>
                <a:cubicBezTo>
                  <a:pt x="75685" y="-4310"/>
                  <a:pt x="83251" y="-4310"/>
                  <a:pt x="89390" y="-775"/>
                </a:cubicBezTo>
                <a:lnTo>
                  <a:pt x="143929" y="30696"/>
                </a:lnTo>
                <a:cubicBezTo>
                  <a:pt x="150068" y="34230"/>
                  <a:pt x="153851" y="40804"/>
                  <a:pt x="153851" y="47873"/>
                </a:cubicBezTo>
                <a:lnTo>
                  <a:pt x="153851" y="110815"/>
                </a:lnTo>
                <a:cubicBezTo>
                  <a:pt x="153851" y="117915"/>
                  <a:pt x="150068" y="124458"/>
                  <a:pt x="143929" y="127992"/>
                </a:cubicBezTo>
                <a:lnTo>
                  <a:pt x="89390" y="159525"/>
                </a:lnTo>
                <a:cubicBezTo>
                  <a:pt x="83251" y="163060"/>
                  <a:pt x="75685" y="163060"/>
                  <a:pt x="69546" y="159525"/>
                </a:cubicBezTo>
                <a:lnTo>
                  <a:pt x="15038" y="128054"/>
                </a:lnTo>
                <a:cubicBezTo>
                  <a:pt x="8899" y="124520"/>
                  <a:pt x="5116" y="117946"/>
                  <a:pt x="5116" y="110877"/>
                </a:cubicBezTo>
                <a:lnTo>
                  <a:pt x="5116" y="47935"/>
                </a:lnTo>
                <a:cubicBezTo>
                  <a:pt x="5116" y="40835"/>
                  <a:pt x="8899" y="34292"/>
                  <a:pt x="15038" y="30758"/>
                </a:cubicBezTo>
                <a:lnTo>
                  <a:pt x="69546" y="-775"/>
                </a:lnTo>
                <a:close/>
                <a:moveTo>
                  <a:pt x="133976" y="110846"/>
                </a:moveTo>
                <a:lnTo>
                  <a:pt x="133976" y="59345"/>
                </a:lnTo>
                <a:lnTo>
                  <a:pt x="89390" y="85080"/>
                </a:lnTo>
                <a:lnTo>
                  <a:pt x="89390" y="136581"/>
                </a:lnTo>
                <a:lnTo>
                  <a:pt x="133976" y="110846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6" name="Text 43"/>
          <p:cNvSpPr/>
          <p:nvPr/>
        </p:nvSpPr>
        <p:spPr>
          <a:xfrm>
            <a:off x="7932738" y="2641600"/>
            <a:ext cx="124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3D-моделирование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7639050" y="2895600"/>
            <a:ext cx="4008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Проектирование деталей и корпусов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512050" y="3308350"/>
            <a:ext cx="4198938" cy="698500"/>
          </a:xfrm>
          <a:custGeom>
            <a:avLst/>
            <a:gdLst/>
            <a:ahLst/>
            <a:cxnLst/>
            <a:rect l="l" t="t" r="r" b="b"/>
            <a:pathLst>
              <a:path w="4198938" h="698500">
                <a:moveTo>
                  <a:pt x="95247" y="0"/>
                </a:moveTo>
                <a:lnTo>
                  <a:pt x="4103690" y="0"/>
                </a:lnTo>
                <a:cubicBezTo>
                  <a:pt x="4156294" y="0"/>
                  <a:pt x="4198938" y="42644"/>
                  <a:pt x="4198938" y="95247"/>
                </a:cubicBezTo>
                <a:lnTo>
                  <a:pt x="4198938" y="603253"/>
                </a:lnTo>
                <a:cubicBezTo>
                  <a:pt x="4198938" y="655856"/>
                  <a:pt x="4156294" y="698500"/>
                  <a:pt x="4103690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49" name="Shape 46"/>
          <p:cNvSpPr/>
          <p:nvPr/>
        </p:nvSpPr>
        <p:spPr>
          <a:xfrm>
            <a:off x="7668816" y="3451225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05048" y="-3070"/>
                </a:moveTo>
                <a:cubicBezTo>
                  <a:pt x="108738" y="-403"/>
                  <a:pt x="110102" y="4434"/>
                  <a:pt x="108427" y="8651"/>
                </a:cubicBezTo>
                <a:lnTo>
                  <a:pt x="84119" y="69453"/>
                </a:lnTo>
                <a:lnTo>
                  <a:pt x="128984" y="69453"/>
                </a:lnTo>
                <a:cubicBezTo>
                  <a:pt x="133170" y="69453"/>
                  <a:pt x="136891" y="72058"/>
                  <a:pt x="138317" y="75995"/>
                </a:cubicBezTo>
                <a:cubicBezTo>
                  <a:pt x="139743" y="79933"/>
                  <a:pt x="138534" y="84336"/>
                  <a:pt x="135341" y="87002"/>
                </a:cubicBezTo>
                <a:lnTo>
                  <a:pt x="46044" y="161417"/>
                </a:lnTo>
                <a:cubicBezTo>
                  <a:pt x="42540" y="164331"/>
                  <a:pt x="37548" y="164486"/>
                  <a:pt x="33858" y="161820"/>
                </a:cubicBezTo>
                <a:cubicBezTo>
                  <a:pt x="30169" y="159153"/>
                  <a:pt x="28804" y="154316"/>
                  <a:pt x="30479" y="150099"/>
                </a:cubicBezTo>
                <a:lnTo>
                  <a:pt x="54787" y="89297"/>
                </a:lnTo>
                <a:lnTo>
                  <a:pt x="9922" y="89297"/>
                </a:lnTo>
                <a:cubicBezTo>
                  <a:pt x="5736" y="89297"/>
                  <a:pt x="2015" y="86692"/>
                  <a:pt x="589" y="82755"/>
                </a:cubicBezTo>
                <a:cubicBezTo>
                  <a:pt x="-837" y="78817"/>
                  <a:pt x="372" y="74414"/>
                  <a:pt x="3566" y="71748"/>
                </a:cubicBezTo>
                <a:lnTo>
                  <a:pt x="92863" y="-2667"/>
                </a:lnTo>
                <a:cubicBezTo>
                  <a:pt x="96366" y="-5581"/>
                  <a:pt x="101358" y="-5736"/>
                  <a:pt x="105048" y="-307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0" name="Text 47"/>
          <p:cNvSpPr/>
          <p:nvPr/>
        </p:nvSpPr>
        <p:spPr>
          <a:xfrm>
            <a:off x="7932738" y="3435350"/>
            <a:ext cx="84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Электроника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7639050" y="3689350"/>
            <a:ext cx="4008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Сборка схем, пайка, отладка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7512050" y="4102100"/>
            <a:ext cx="4198938" cy="698500"/>
          </a:xfrm>
          <a:custGeom>
            <a:avLst/>
            <a:gdLst/>
            <a:ahLst/>
            <a:cxnLst/>
            <a:rect l="l" t="t" r="r" b="b"/>
            <a:pathLst>
              <a:path w="4198938" h="698500">
                <a:moveTo>
                  <a:pt x="95247" y="0"/>
                </a:moveTo>
                <a:lnTo>
                  <a:pt x="4103690" y="0"/>
                </a:lnTo>
                <a:cubicBezTo>
                  <a:pt x="4156294" y="0"/>
                  <a:pt x="4198938" y="42644"/>
                  <a:pt x="4198938" y="95247"/>
                </a:cubicBezTo>
                <a:lnTo>
                  <a:pt x="4198938" y="603253"/>
                </a:lnTo>
                <a:cubicBezTo>
                  <a:pt x="4198938" y="655856"/>
                  <a:pt x="4156294" y="698500"/>
                  <a:pt x="4103690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53" name="Shape 50"/>
          <p:cNvSpPr/>
          <p:nvPr/>
        </p:nvSpPr>
        <p:spPr>
          <a:xfrm>
            <a:off x="7678738" y="4244975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19844" y="0"/>
                </a:moveTo>
                <a:cubicBezTo>
                  <a:pt x="8899" y="0"/>
                  <a:pt x="0" y="8899"/>
                  <a:pt x="0" y="19844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99219" y="158750"/>
                </a:lnTo>
                <a:cubicBezTo>
                  <a:pt x="110164" y="158750"/>
                  <a:pt x="119062" y="149851"/>
                  <a:pt x="119062" y="138906"/>
                </a:cubicBezTo>
                <a:lnTo>
                  <a:pt x="119062" y="19844"/>
                </a:lnTo>
                <a:cubicBezTo>
                  <a:pt x="119062" y="8899"/>
                  <a:pt x="110164" y="0"/>
                  <a:pt x="99219" y="0"/>
                </a:cubicBezTo>
                <a:lnTo>
                  <a:pt x="19844" y="0"/>
                </a:lnTo>
                <a:close/>
                <a:moveTo>
                  <a:pt x="29766" y="19844"/>
                </a:moveTo>
                <a:lnTo>
                  <a:pt x="89297" y="19844"/>
                </a:lnTo>
                <a:cubicBezTo>
                  <a:pt x="94785" y="19844"/>
                  <a:pt x="99219" y="24278"/>
                  <a:pt x="99219" y="29766"/>
                </a:cubicBezTo>
                <a:lnTo>
                  <a:pt x="99219" y="39688"/>
                </a:lnTo>
                <a:cubicBezTo>
                  <a:pt x="99219" y="45176"/>
                  <a:pt x="94785" y="49609"/>
                  <a:pt x="89297" y="49609"/>
                </a:cubicBezTo>
                <a:lnTo>
                  <a:pt x="29766" y="49609"/>
                </a:lnTo>
                <a:cubicBezTo>
                  <a:pt x="24278" y="49609"/>
                  <a:pt x="19844" y="45176"/>
                  <a:pt x="19844" y="39688"/>
                </a:cubicBezTo>
                <a:lnTo>
                  <a:pt x="19844" y="29766"/>
                </a:lnTo>
                <a:cubicBezTo>
                  <a:pt x="19844" y="24278"/>
                  <a:pt x="24278" y="19844"/>
                  <a:pt x="29766" y="19844"/>
                </a:cubicBezTo>
                <a:close/>
                <a:moveTo>
                  <a:pt x="34727" y="71934"/>
                </a:moveTo>
                <a:cubicBezTo>
                  <a:pt x="34727" y="76041"/>
                  <a:pt x="31392" y="79375"/>
                  <a:pt x="27285" y="79375"/>
                </a:cubicBezTo>
                <a:cubicBezTo>
                  <a:pt x="23178" y="79375"/>
                  <a:pt x="19844" y="76041"/>
                  <a:pt x="19844" y="71934"/>
                </a:cubicBezTo>
                <a:cubicBezTo>
                  <a:pt x="19844" y="67827"/>
                  <a:pt x="23178" y="64492"/>
                  <a:pt x="27285" y="64492"/>
                </a:cubicBezTo>
                <a:cubicBezTo>
                  <a:pt x="31392" y="64492"/>
                  <a:pt x="34727" y="67827"/>
                  <a:pt x="34727" y="71934"/>
                </a:cubicBezTo>
                <a:close/>
                <a:moveTo>
                  <a:pt x="59531" y="79375"/>
                </a:moveTo>
                <a:cubicBezTo>
                  <a:pt x="55424" y="79375"/>
                  <a:pt x="52090" y="76041"/>
                  <a:pt x="52090" y="71934"/>
                </a:cubicBezTo>
                <a:cubicBezTo>
                  <a:pt x="52090" y="67827"/>
                  <a:pt x="55424" y="64492"/>
                  <a:pt x="59531" y="64492"/>
                </a:cubicBezTo>
                <a:cubicBezTo>
                  <a:pt x="63638" y="64492"/>
                  <a:pt x="66973" y="67827"/>
                  <a:pt x="66973" y="71934"/>
                </a:cubicBezTo>
                <a:cubicBezTo>
                  <a:pt x="66973" y="76041"/>
                  <a:pt x="63638" y="79375"/>
                  <a:pt x="59531" y="79375"/>
                </a:cubicBezTo>
                <a:close/>
                <a:moveTo>
                  <a:pt x="99219" y="71934"/>
                </a:moveTo>
                <a:cubicBezTo>
                  <a:pt x="99219" y="76041"/>
                  <a:pt x="95884" y="79375"/>
                  <a:pt x="91777" y="79375"/>
                </a:cubicBezTo>
                <a:cubicBezTo>
                  <a:pt x="87670" y="79375"/>
                  <a:pt x="84336" y="76041"/>
                  <a:pt x="84336" y="71934"/>
                </a:cubicBezTo>
                <a:cubicBezTo>
                  <a:pt x="84336" y="67827"/>
                  <a:pt x="87670" y="64492"/>
                  <a:pt x="91777" y="64492"/>
                </a:cubicBezTo>
                <a:cubicBezTo>
                  <a:pt x="95884" y="64492"/>
                  <a:pt x="99219" y="67827"/>
                  <a:pt x="99219" y="71934"/>
                </a:cubicBezTo>
                <a:close/>
                <a:moveTo>
                  <a:pt x="27285" y="109141"/>
                </a:moveTo>
                <a:cubicBezTo>
                  <a:pt x="23178" y="109141"/>
                  <a:pt x="19844" y="105806"/>
                  <a:pt x="19844" y="101699"/>
                </a:cubicBezTo>
                <a:cubicBezTo>
                  <a:pt x="19844" y="97592"/>
                  <a:pt x="23178" y="94258"/>
                  <a:pt x="27285" y="94258"/>
                </a:cubicBezTo>
                <a:cubicBezTo>
                  <a:pt x="31392" y="94258"/>
                  <a:pt x="34727" y="97592"/>
                  <a:pt x="34727" y="101699"/>
                </a:cubicBezTo>
                <a:cubicBezTo>
                  <a:pt x="34727" y="105806"/>
                  <a:pt x="31392" y="109141"/>
                  <a:pt x="27285" y="109141"/>
                </a:cubicBezTo>
                <a:close/>
                <a:moveTo>
                  <a:pt x="66973" y="101699"/>
                </a:moveTo>
                <a:cubicBezTo>
                  <a:pt x="66973" y="105806"/>
                  <a:pt x="63638" y="109141"/>
                  <a:pt x="59531" y="109141"/>
                </a:cubicBezTo>
                <a:cubicBezTo>
                  <a:pt x="55424" y="109141"/>
                  <a:pt x="52090" y="105806"/>
                  <a:pt x="52090" y="101699"/>
                </a:cubicBezTo>
                <a:cubicBezTo>
                  <a:pt x="52090" y="97592"/>
                  <a:pt x="55424" y="94258"/>
                  <a:pt x="59531" y="94258"/>
                </a:cubicBezTo>
                <a:cubicBezTo>
                  <a:pt x="63638" y="94258"/>
                  <a:pt x="66973" y="97592"/>
                  <a:pt x="66973" y="101699"/>
                </a:cubicBezTo>
                <a:close/>
                <a:moveTo>
                  <a:pt x="91777" y="109141"/>
                </a:moveTo>
                <a:cubicBezTo>
                  <a:pt x="87670" y="109141"/>
                  <a:pt x="84336" y="105806"/>
                  <a:pt x="84336" y="101699"/>
                </a:cubicBezTo>
                <a:cubicBezTo>
                  <a:pt x="84336" y="97592"/>
                  <a:pt x="87670" y="94258"/>
                  <a:pt x="91777" y="94258"/>
                </a:cubicBezTo>
                <a:cubicBezTo>
                  <a:pt x="95884" y="94258"/>
                  <a:pt x="99219" y="97592"/>
                  <a:pt x="99219" y="101699"/>
                </a:cubicBezTo>
                <a:cubicBezTo>
                  <a:pt x="99219" y="105806"/>
                  <a:pt x="95884" y="109141"/>
                  <a:pt x="91777" y="109141"/>
                </a:cubicBezTo>
                <a:close/>
                <a:moveTo>
                  <a:pt x="19844" y="131465"/>
                </a:moveTo>
                <a:cubicBezTo>
                  <a:pt x="19844" y="127341"/>
                  <a:pt x="23161" y="124023"/>
                  <a:pt x="27285" y="124023"/>
                </a:cubicBezTo>
                <a:lnTo>
                  <a:pt x="62012" y="124023"/>
                </a:lnTo>
                <a:cubicBezTo>
                  <a:pt x="66135" y="124023"/>
                  <a:pt x="69453" y="127341"/>
                  <a:pt x="69453" y="131465"/>
                </a:cubicBezTo>
                <a:cubicBezTo>
                  <a:pt x="69453" y="135589"/>
                  <a:pt x="66135" y="138906"/>
                  <a:pt x="62012" y="138906"/>
                </a:cubicBezTo>
                <a:lnTo>
                  <a:pt x="27285" y="138906"/>
                </a:lnTo>
                <a:cubicBezTo>
                  <a:pt x="23161" y="138906"/>
                  <a:pt x="19844" y="135589"/>
                  <a:pt x="19844" y="131465"/>
                </a:cubicBezTo>
                <a:close/>
                <a:moveTo>
                  <a:pt x="91777" y="124023"/>
                </a:moveTo>
                <a:cubicBezTo>
                  <a:pt x="95901" y="124023"/>
                  <a:pt x="99219" y="127341"/>
                  <a:pt x="99219" y="131465"/>
                </a:cubicBezTo>
                <a:cubicBezTo>
                  <a:pt x="99219" y="135589"/>
                  <a:pt x="95901" y="138906"/>
                  <a:pt x="91777" y="138906"/>
                </a:cubicBezTo>
                <a:cubicBezTo>
                  <a:pt x="87654" y="138906"/>
                  <a:pt x="84336" y="135589"/>
                  <a:pt x="84336" y="131465"/>
                </a:cubicBezTo>
                <a:cubicBezTo>
                  <a:pt x="84336" y="127341"/>
                  <a:pt x="87654" y="124023"/>
                  <a:pt x="91777" y="124023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4" name="Text 51"/>
          <p:cNvSpPr/>
          <p:nvPr/>
        </p:nvSpPr>
        <p:spPr>
          <a:xfrm>
            <a:off x="7932738" y="4229100"/>
            <a:ext cx="79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Математика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7639050" y="4483100"/>
            <a:ext cx="4008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Аэродинамика, расчёты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333375" y="6077743"/>
            <a:ext cx="11541125" cy="476250"/>
          </a:xfrm>
          <a:custGeom>
            <a:avLst/>
            <a:gdLst/>
            <a:ahLst/>
            <a:cxnLst/>
            <a:rect l="l" t="t" r="r" b="b"/>
            <a:pathLst>
              <a:path w="11541125" h="476250">
                <a:moveTo>
                  <a:pt x="31750" y="0"/>
                </a:moveTo>
                <a:lnTo>
                  <a:pt x="11445875" y="0"/>
                </a:lnTo>
                <a:cubicBezTo>
                  <a:pt x="11498445" y="0"/>
                  <a:pt x="11541125" y="42680"/>
                  <a:pt x="11541125" y="95250"/>
                </a:cubicBezTo>
                <a:lnTo>
                  <a:pt x="11541125" y="381000"/>
                </a:lnTo>
                <a:cubicBezTo>
                  <a:pt x="11541125" y="433570"/>
                  <a:pt x="11498445" y="476250"/>
                  <a:pt x="11445875" y="476250"/>
                </a:cubicBezTo>
                <a:lnTo>
                  <a:pt x="31750" y="476250"/>
                </a:lnTo>
                <a:cubicBezTo>
                  <a:pt x="14227" y="476250"/>
                  <a:pt x="0" y="462023"/>
                  <a:pt x="0" y="44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7" name="Shape 54"/>
          <p:cNvSpPr/>
          <p:nvPr/>
        </p:nvSpPr>
        <p:spPr>
          <a:xfrm>
            <a:off x="333375" y="6077743"/>
            <a:ext cx="31750" cy="476250"/>
          </a:xfrm>
          <a:custGeom>
            <a:avLst/>
            <a:gdLst/>
            <a:ahLst/>
            <a:cxnLst/>
            <a:rect l="l" t="t" r="r" b="b"/>
            <a:pathLst>
              <a:path w="31750" h="476250">
                <a:moveTo>
                  <a:pt x="31750" y="0"/>
                </a:moveTo>
                <a:lnTo>
                  <a:pt x="31750" y="0"/>
                </a:lnTo>
                <a:lnTo>
                  <a:pt x="31750" y="476250"/>
                </a:lnTo>
                <a:lnTo>
                  <a:pt x="31750" y="476250"/>
                </a:lnTo>
                <a:cubicBezTo>
                  <a:pt x="14227" y="476250"/>
                  <a:pt x="0" y="462023"/>
                  <a:pt x="0" y="44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8" name="Shape 55"/>
          <p:cNvSpPr/>
          <p:nvPr/>
        </p:nvSpPr>
        <p:spPr>
          <a:xfrm>
            <a:off x="2727722" y="6255545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3395" y="54639"/>
                </a:moveTo>
                <a:lnTo>
                  <a:pt x="71772" y="78665"/>
                </a:lnTo>
                <a:cubicBezTo>
                  <a:pt x="74507" y="79781"/>
                  <a:pt x="77409" y="80367"/>
                  <a:pt x="80367" y="80367"/>
                </a:cubicBezTo>
                <a:cubicBezTo>
                  <a:pt x="83325" y="80367"/>
                  <a:pt x="86227" y="79781"/>
                  <a:pt x="88962" y="78665"/>
                </a:cubicBezTo>
                <a:lnTo>
                  <a:pt x="156604" y="50816"/>
                </a:lnTo>
                <a:cubicBezTo>
                  <a:pt x="159116" y="49783"/>
                  <a:pt x="160734" y="47355"/>
                  <a:pt x="160734" y="44648"/>
                </a:cubicBezTo>
                <a:cubicBezTo>
                  <a:pt x="160734" y="41942"/>
                  <a:pt x="159116" y="39514"/>
                  <a:pt x="156604" y="38481"/>
                </a:cubicBezTo>
                <a:lnTo>
                  <a:pt x="88962" y="10632"/>
                </a:lnTo>
                <a:cubicBezTo>
                  <a:pt x="86227" y="9516"/>
                  <a:pt x="83325" y="8930"/>
                  <a:pt x="80367" y="8930"/>
                </a:cubicBezTo>
                <a:cubicBezTo>
                  <a:pt x="77409" y="8930"/>
                  <a:pt x="74507" y="9516"/>
                  <a:pt x="71772" y="10632"/>
                </a:cubicBezTo>
                <a:lnTo>
                  <a:pt x="4130" y="38481"/>
                </a:lnTo>
                <a:cubicBezTo>
                  <a:pt x="1619" y="39514"/>
                  <a:pt x="0" y="41942"/>
                  <a:pt x="0" y="44648"/>
                </a:cubicBezTo>
                <a:lnTo>
                  <a:pt x="0" y="127248"/>
                </a:lnTo>
                <a:cubicBezTo>
                  <a:pt x="0" y="130959"/>
                  <a:pt x="2986" y="133945"/>
                  <a:pt x="6697" y="133945"/>
                </a:cubicBezTo>
                <a:cubicBezTo>
                  <a:pt x="10409" y="133945"/>
                  <a:pt x="13395" y="130959"/>
                  <a:pt x="13395" y="127248"/>
                </a:cubicBezTo>
                <a:lnTo>
                  <a:pt x="13395" y="54639"/>
                </a:lnTo>
                <a:close/>
                <a:moveTo>
                  <a:pt x="26789" y="74647"/>
                </a:moveTo>
                <a:lnTo>
                  <a:pt x="26789" y="107156"/>
                </a:lnTo>
                <a:cubicBezTo>
                  <a:pt x="26789" y="121946"/>
                  <a:pt x="50788" y="133945"/>
                  <a:pt x="80367" y="133945"/>
                </a:cubicBezTo>
                <a:cubicBezTo>
                  <a:pt x="109947" y="133945"/>
                  <a:pt x="133945" y="121946"/>
                  <a:pt x="133945" y="107156"/>
                </a:cubicBezTo>
                <a:lnTo>
                  <a:pt x="133945" y="74619"/>
                </a:lnTo>
                <a:lnTo>
                  <a:pt x="94069" y="91055"/>
                </a:lnTo>
                <a:cubicBezTo>
                  <a:pt x="89715" y="92841"/>
                  <a:pt x="85083" y="93762"/>
                  <a:pt x="80367" y="93762"/>
                </a:cubicBezTo>
                <a:cubicBezTo>
                  <a:pt x="75651" y="93762"/>
                  <a:pt x="71019" y="92841"/>
                  <a:pt x="66666" y="91055"/>
                </a:cubicBezTo>
                <a:lnTo>
                  <a:pt x="26789" y="74619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9" name="Text 56"/>
          <p:cNvSpPr/>
          <p:nvPr/>
        </p:nvSpPr>
        <p:spPr>
          <a:xfrm>
            <a:off x="662781" y="6204743"/>
            <a:ext cx="11120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БПЛА — это не просто хобби, а подготовка к будущей профессии</a:t>
            </a:r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в сфере высоких технологий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upload.wikimedia.org/9d5672f8b868fa87dfe001b6c50631afa0755826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12503" b="12503"/>
          <a:stretch/>
        </p:blipFill>
        <p:spPr>
          <a:xfrm>
            <a:off x="0" y="0"/>
            <a:ext cx="12192000" cy="685746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7462"/>
          </a:xfrm>
          <a:custGeom>
            <a:avLst/>
            <a:gdLst/>
            <a:ahLst/>
            <a:cxnLst/>
            <a:rect l="l" t="t" r="r" b="b"/>
            <a:pathLst>
              <a:path w="12192000" h="6857462">
                <a:moveTo>
                  <a:pt x="0" y="0"/>
                </a:moveTo>
                <a:lnTo>
                  <a:pt x="12192000" y="0"/>
                </a:lnTo>
                <a:lnTo>
                  <a:pt x="12192000" y="6857462"/>
                </a:lnTo>
                <a:lnTo>
                  <a:pt x="0" y="6857462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E17">
                  <a:alpha val="95000"/>
                </a:srgbClr>
              </a:gs>
              <a:gs pos="100000">
                <a:srgbClr val="1E3A5F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44164" y="412996"/>
            <a:ext cx="481829" cy="481829"/>
          </a:xfrm>
          <a:custGeom>
            <a:avLst/>
            <a:gdLst/>
            <a:ahLst/>
            <a:cxnLst/>
            <a:rect l="l" t="t" r="r" b="b"/>
            <a:pathLst>
              <a:path w="481829" h="481829">
                <a:moveTo>
                  <a:pt x="103251" y="0"/>
                </a:moveTo>
                <a:lnTo>
                  <a:pt x="378578" y="0"/>
                </a:lnTo>
                <a:cubicBezTo>
                  <a:pt x="435564" y="0"/>
                  <a:pt x="481829" y="46265"/>
                  <a:pt x="481829" y="103251"/>
                </a:cubicBezTo>
                <a:lnTo>
                  <a:pt x="481829" y="378578"/>
                </a:lnTo>
                <a:cubicBezTo>
                  <a:pt x="481829" y="435564"/>
                  <a:pt x="435564" y="481829"/>
                  <a:pt x="378578" y="481829"/>
                </a:cubicBezTo>
                <a:lnTo>
                  <a:pt x="103251" y="481829"/>
                </a:lnTo>
                <a:cubicBezTo>
                  <a:pt x="46265" y="481829"/>
                  <a:pt x="0" y="435564"/>
                  <a:pt x="0" y="378578"/>
                </a:cubicBezTo>
                <a:lnTo>
                  <a:pt x="0" y="103251"/>
                </a:lnTo>
                <a:cubicBezTo>
                  <a:pt x="0" y="46265"/>
                  <a:pt x="46265" y="0"/>
                  <a:pt x="103251" y="0"/>
                </a:cubicBezTo>
                <a:close/>
              </a:path>
            </a:pathLst>
          </a:custGeom>
          <a:solidFill>
            <a:srgbClr val="00D4FF"/>
          </a:solidFill>
          <a:ln/>
          <a:effectLst>
            <a:outerShdw sx="100000" sy="100000" kx="0" ky="0" algn="bl" rotWithShape="0" blurRad="344164" dist="50800" dir="2700000">
              <a:srgbClr val="00d4ff">
                <a:alpha val="1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81829" y="550662"/>
            <a:ext cx="206498" cy="206498"/>
          </a:xfrm>
          <a:custGeom>
            <a:avLst/>
            <a:gdLst/>
            <a:ahLst/>
            <a:cxnLst/>
            <a:rect l="l" t="t" r="r" b="b"/>
            <a:pathLst>
              <a:path w="206498" h="206498">
                <a:moveTo>
                  <a:pt x="109662" y="8147"/>
                </a:moveTo>
                <a:cubicBezTo>
                  <a:pt x="105709" y="5888"/>
                  <a:pt x="100829" y="5888"/>
                  <a:pt x="96836" y="8147"/>
                </a:cubicBezTo>
                <a:lnTo>
                  <a:pt x="6493" y="59772"/>
                </a:lnTo>
                <a:cubicBezTo>
                  <a:pt x="1412" y="62675"/>
                  <a:pt x="-1089" y="68645"/>
                  <a:pt x="403" y="74291"/>
                </a:cubicBezTo>
                <a:cubicBezTo>
                  <a:pt x="1896" y="79937"/>
                  <a:pt x="7058" y="83890"/>
                  <a:pt x="12906" y="83890"/>
                </a:cubicBezTo>
                <a:lnTo>
                  <a:pt x="25812" y="83890"/>
                </a:lnTo>
                <a:lnTo>
                  <a:pt x="25812" y="167780"/>
                </a:lnTo>
                <a:lnTo>
                  <a:pt x="25812" y="167780"/>
                </a:lnTo>
                <a:lnTo>
                  <a:pt x="5162" y="183267"/>
                </a:lnTo>
                <a:cubicBezTo>
                  <a:pt x="1896" y="185687"/>
                  <a:pt x="0" y="189519"/>
                  <a:pt x="0" y="193592"/>
                </a:cubicBezTo>
                <a:cubicBezTo>
                  <a:pt x="0" y="200731"/>
                  <a:pt x="5767" y="206498"/>
                  <a:pt x="12906" y="206498"/>
                </a:cubicBezTo>
                <a:lnTo>
                  <a:pt x="193592" y="206498"/>
                </a:lnTo>
                <a:cubicBezTo>
                  <a:pt x="200731" y="206498"/>
                  <a:pt x="206498" y="200731"/>
                  <a:pt x="206498" y="193592"/>
                </a:cubicBezTo>
                <a:cubicBezTo>
                  <a:pt x="206498" y="189519"/>
                  <a:pt x="204603" y="185687"/>
                  <a:pt x="201336" y="183267"/>
                </a:cubicBezTo>
                <a:lnTo>
                  <a:pt x="180686" y="167780"/>
                </a:lnTo>
                <a:lnTo>
                  <a:pt x="180686" y="83890"/>
                </a:lnTo>
                <a:lnTo>
                  <a:pt x="193592" y="83890"/>
                </a:lnTo>
                <a:cubicBezTo>
                  <a:pt x="199440" y="83890"/>
                  <a:pt x="204562" y="79937"/>
                  <a:pt x="206055" y="74291"/>
                </a:cubicBezTo>
                <a:cubicBezTo>
                  <a:pt x="207547" y="68645"/>
                  <a:pt x="205046" y="62675"/>
                  <a:pt x="199965" y="59772"/>
                </a:cubicBezTo>
                <a:lnTo>
                  <a:pt x="109622" y="8147"/>
                </a:lnTo>
                <a:close/>
                <a:moveTo>
                  <a:pt x="161327" y="83890"/>
                </a:moveTo>
                <a:lnTo>
                  <a:pt x="161327" y="167780"/>
                </a:lnTo>
                <a:lnTo>
                  <a:pt x="135514" y="167780"/>
                </a:lnTo>
                <a:lnTo>
                  <a:pt x="135514" y="83890"/>
                </a:lnTo>
                <a:lnTo>
                  <a:pt x="161327" y="83890"/>
                </a:lnTo>
                <a:close/>
                <a:moveTo>
                  <a:pt x="116155" y="83890"/>
                </a:moveTo>
                <a:lnTo>
                  <a:pt x="116155" y="167780"/>
                </a:lnTo>
                <a:lnTo>
                  <a:pt x="90343" y="167780"/>
                </a:lnTo>
                <a:lnTo>
                  <a:pt x="90343" y="83890"/>
                </a:lnTo>
                <a:lnTo>
                  <a:pt x="116155" y="83890"/>
                </a:lnTo>
                <a:close/>
                <a:moveTo>
                  <a:pt x="70984" y="83890"/>
                </a:moveTo>
                <a:lnTo>
                  <a:pt x="70984" y="167780"/>
                </a:lnTo>
                <a:lnTo>
                  <a:pt x="45171" y="167780"/>
                </a:lnTo>
                <a:lnTo>
                  <a:pt x="45171" y="83890"/>
                </a:lnTo>
                <a:lnTo>
                  <a:pt x="70984" y="83890"/>
                </a:lnTo>
                <a:close/>
                <a:moveTo>
                  <a:pt x="103249" y="38718"/>
                </a:moveTo>
                <a:cubicBezTo>
                  <a:pt x="110372" y="38718"/>
                  <a:pt x="116155" y="44501"/>
                  <a:pt x="116155" y="51625"/>
                </a:cubicBezTo>
                <a:cubicBezTo>
                  <a:pt x="116155" y="58748"/>
                  <a:pt x="110372" y="64531"/>
                  <a:pt x="103249" y="64531"/>
                </a:cubicBezTo>
                <a:cubicBezTo>
                  <a:pt x="96126" y="64531"/>
                  <a:pt x="90343" y="58748"/>
                  <a:pt x="90343" y="51625"/>
                </a:cubicBezTo>
                <a:cubicBezTo>
                  <a:pt x="90343" y="44501"/>
                  <a:pt x="96126" y="38718"/>
                  <a:pt x="103249" y="38718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6" name="Text 3"/>
          <p:cNvSpPr/>
          <p:nvPr/>
        </p:nvSpPr>
        <p:spPr>
          <a:xfrm>
            <a:off x="963658" y="344164"/>
            <a:ext cx="5644285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b="1" spc="54" kern="0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ЦЕЛЬ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3658" y="550662"/>
            <a:ext cx="5781951" cy="412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52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Образовательные планы: ТГУ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47605" y="1139182"/>
            <a:ext cx="5659772" cy="3517353"/>
          </a:xfrm>
          <a:custGeom>
            <a:avLst/>
            <a:gdLst/>
            <a:ahLst/>
            <a:cxnLst/>
            <a:rect l="l" t="t" r="r" b="b"/>
            <a:pathLst>
              <a:path w="5659772" h="3517353">
                <a:moveTo>
                  <a:pt x="103234" y="0"/>
                </a:moveTo>
                <a:lnTo>
                  <a:pt x="5556538" y="0"/>
                </a:lnTo>
                <a:cubicBezTo>
                  <a:pt x="5613553" y="0"/>
                  <a:pt x="5659772" y="46220"/>
                  <a:pt x="5659772" y="103234"/>
                </a:cubicBezTo>
                <a:lnTo>
                  <a:pt x="5659772" y="3414119"/>
                </a:lnTo>
                <a:cubicBezTo>
                  <a:pt x="5659772" y="3471134"/>
                  <a:pt x="5613553" y="3517353"/>
                  <a:pt x="5556538" y="3517353"/>
                </a:cubicBezTo>
                <a:lnTo>
                  <a:pt x="103234" y="3517353"/>
                </a:lnTo>
                <a:cubicBezTo>
                  <a:pt x="46220" y="3517353"/>
                  <a:pt x="0" y="3471134"/>
                  <a:pt x="0" y="3414119"/>
                </a:cubicBezTo>
                <a:lnTo>
                  <a:pt x="0" y="103234"/>
                </a:lnTo>
                <a:cubicBezTo>
                  <a:pt x="0" y="46258"/>
                  <a:pt x="46258" y="0"/>
                  <a:pt x="103234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3129" y="1314708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206498" y="0"/>
                </a:moveTo>
                <a:lnTo>
                  <a:pt x="206498" y="0"/>
                </a:lnTo>
                <a:cubicBezTo>
                  <a:pt x="320544" y="0"/>
                  <a:pt x="412996" y="92452"/>
                  <a:pt x="412996" y="206498"/>
                </a:cubicBezTo>
                <a:lnTo>
                  <a:pt x="412996" y="206498"/>
                </a:lnTo>
                <a:cubicBezTo>
                  <a:pt x="412996" y="320544"/>
                  <a:pt x="320544" y="412996"/>
                  <a:pt x="206498" y="412996"/>
                </a:cubicBezTo>
                <a:lnTo>
                  <a:pt x="206498" y="412996"/>
                </a:lnTo>
                <a:cubicBezTo>
                  <a:pt x="92452" y="412996"/>
                  <a:pt x="0" y="320544"/>
                  <a:pt x="0" y="206498"/>
                </a:cubicBezTo>
                <a:lnTo>
                  <a:pt x="0" y="206498"/>
                </a:lnTo>
                <a:cubicBezTo>
                  <a:pt x="0" y="92452"/>
                  <a:pt x="92452" y="0"/>
                  <a:pt x="206498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0" name="Shape 7"/>
          <p:cNvSpPr/>
          <p:nvPr/>
        </p:nvSpPr>
        <p:spPr>
          <a:xfrm>
            <a:off x="632831" y="1435165"/>
            <a:ext cx="193592" cy="172082"/>
          </a:xfrm>
          <a:custGeom>
            <a:avLst/>
            <a:gdLst/>
            <a:ahLst/>
            <a:cxnLst/>
            <a:rect l="l" t="t" r="r" b="b"/>
            <a:pathLst>
              <a:path w="193592" h="172082">
                <a:moveTo>
                  <a:pt x="104022" y="-6352"/>
                </a:moveTo>
                <a:cubicBezTo>
                  <a:pt x="102644" y="-9041"/>
                  <a:pt x="99855" y="-10755"/>
                  <a:pt x="96830" y="-10755"/>
                </a:cubicBezTo>
                <a:cubicBezTo>
                  <a:pt x="93805" y="-10755"/>
                  <a:pt x="91015" y="-9041"/>
                  <a:pt x="89637" y="-6352"/>
                </a:cubicBezTo>
                <a:lnTo>
                  <a:pt x="64900" y="42113"/>
                </a:lnTo>
                <a:lnTo>
                  <a:pt x="11158" y="50650"/>
                </a:lnTo>
                <a:cubicBezTo>
                  <a:pt x="8167" y="51120"/>
                  <a:pt x="5680" y="53238"/>
                  <a:pt x="4739" y="56128"/>
                </a:cubicBezTo>
                <a:cubicBezTo>
                  <a:pt x="3798" y="59019"/>
                  <a:pt x="4571" y="62178"/>
                  <a:pt x="6688" y="64329"/>
                </a:cubicBezTo>
                <a:lnTo>
                  <a:pt x="45138" y="102812"/>
                </a:lnTo>
                <a:lnTo>
                  <a:pt x="36668" y="156554"/>
                </a:lnTo>
                <a:cubicBezTo>
                  <a:pt x="36198" y="159545"/>
                  <a:pt x="37441" y="162570"/>
                  <a:pt x="39895" y="164352"/>
                </a:cubicBezTo>
                <a:cubicBezTo>
                  <a:pt x="42348" y="166133"/>
                  <a:pt x="45575" y="166402"/>
                  <a:pt x="48297" y="165024"/>
                </a:cubicBezTo>
                <a:lnTo>
                  <a:pt x="96830" y="140354"/>
                </a:lnTo>
                <a:lnTo>
                  <a:pt x="145329" y="165024"/>
                </a:lnTo>
                <a:cubicBezTo>
                  <a:pt x="148017" y="166402"/>
                  <a:pt x="151277" y="166133"/>
                  <a:pt x="153731" y="164352"/>
                </a:cubicBezTo>
                <a:cubicBezTo>
                  <a:pt x="156184" y="162570"/>
                  <a:pt x="157428" y="159579"/>
                  <a:pt x="156957" y="156554"/>
                </a:cubicBezTo>
                <a:lnTo>
                  <a:pt x="148454" y="102812"/>
                </a:lnTo>
                <a:lnTo>
                  <a:pt x="186904" y="64329"/>
                </a:lnTo>
                <a:cubicBezTo>
                  <a:pt x="189055" y="62178"/>
                  <a:pt x="189794" y="59019"/>
                  <a:pt x="188853" y="56128"/>
                </a:cubicBezTo>
                <a:cubicBezTo>
                  <a:pt x="187912" y="53238"/>
                  <a:pt x="185459" y="51120"/>
                  <a:pt x="182434" y="50650"/>
                </a:cubicBezTo>
                <a:lnTo>
                  <a:pt x="128725" y="42113"/>
                </a:lnTo>
                <a:lnTo>
                  <a:pt x="104022" y="-6352"/>
                </a:ln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1" name="Text 8"/>
          <p:cNvSpPr/>
          <p:nvPr/>
        </p:nvSpPr>
        <p:spPr>
          <a:xfrm>
            <a:off x="1039374" y="1383541"/>
            <a:ext cx="1350843" cy="27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6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Почему ТГУ?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23129" y="1865370"/>
            <a:ext cx="5308725" cy="739952"/>
          </a:xfrm>
          <a:custGeom>
            <a:avLst/>
            <a:gdLst/>
            <a:ahLst/>
            <a:cxnLst/>
            <a:rect l="l" t="t" r="r" b="b"/>
            <a:pathLst>
              <a:path w="5308725" h="739952">
                <a:moveTo>
                  <a:pt x="68830" y="0"/>
                </a:moveTo>
                <a:lnTo>
                  <a:pt x="5239895" y="0"/>
                </a:lnTo>
                <a:cubicBezTo>
                  <a:pt x="5277909" y="0"/>
                  <a:pt x="5308725" y="30816"/>
                  <a:pt x="5308725" y="68830"/>
                </a:cubicBezTo>
                <a:lnTo>
                  <a:pt x="5308725" y="671122"/>
                </a:lnTo>
                <a:cubicBezTo>
                  <a:pt x="5308725" y="709136"/>
                  <a:pt x="5277909" y="739952"/>
                  <a:pt x="5239895" y="739952"/>
                </a:cubicBezTo>
                <a:lnTo>
                  <a:pt x="68830" y="739952"/>
                </a:lnTo>
                <a:cubicBezTo>
                  <a:pt x="30816" y="739952"/>
                  <a:pt x="0" y="709136"/>
                  <a:pt x="0" y="671122"/>
                </a:cubicBezTo>
                <a:lnTo>
                  <a:pt x="0" y="68830"/>
                </a:lnTo>
                <a:cubicBezTo>
                  <a:pt x="0" y="30816"/>
                  <a:pt x="30816" y="0"/>
                  <a:pt x="68830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3" name="Shape 10"/>
          <p:cNvSpPr/>
          <p:nvPr/>
        </p:nvSpPr>
        <p:spPr>
          <a:xfrm>
            <a:off x="678003" y="2037452"/>
            <a:ext cx="137665" cy="137665"/>
          </a:xfrm>
          <a:custGeom>
            <a:avLst/>
            <a:gdLst/>
            <a:ahLst/>
            <a:cxnLst/>
            <a:rect l="l" t="t" r="r" b="b"/>
            <a:pathLst>
              <a:path w="137665" h="137665">
                <a:moveTo>
                  <a:pt x="38799" y="0"/>
                </a:moveTo>
                <a:lnTo>
                  <a:pt x="99028" y="0"/>
                </a:lnTo>
                <a:cubicBezTo>
                  <a:pt x="106153" y="0"/>
                  <a:pt x="111961" y="5862"/>
                  <a:pt x="111692" y="12960"/>
                </a:cubicBezTo>
                <a:cubicBezTo>
                  <a:pt x="111638" y="14385"/>
                  <a:pt x="111584" y="15810"/>
                  <a:pt x="111504" y="17208"/>
                </a:cubicBezTo>
                <a:lnTo>
                  <a:pt x="124840" y="17208"/>
                </a:lnTo>
                <a:cubicBezTo>
                  <a:pt x="131858" y="17208"/>
                  <a:pt x="138042" y="23016"/>
                  <a:pt x="137504" y="30598"/>
                </a:cubicBezTo>
                <a:cubicBezTo>
                  <a:pt x="135488" y="58481"/>
                  <a:pt x="121237" y="73807"/>
                  <a:pt x="105777" y="81820"/>
                </a:cubicBezTo>
                <a:cubicBezTo>
                  <a:pt x="101528" y="84024"/>
                  <a:pt x="97199" y="85665"/>
                  <a:pt x="93086" y="86874"/>
                </a:cubicBezTo>
                <a:cubicBezTo>
                  <a:pt x="87654" y="94564"/>
                  <a:pt x="82008" y="98624"/>
                  <a:pt x="77518" y="100802"/>
                </a:cubicBezTo>
                <a:lnTo>
                  <a:pt x="77518" y="120457"/>
                </a:lnTo>
                <a:lnTo>
                  <a:pt x="94726" y="120457"/>
                </a:lnTo>
                <a:cubicBezTo>
                  <a:pt x="99485" y="120457"/>
                  <a:pt x="103330" y="124302"/>
                  <a:pt x="103330" y="129061"/>
                </a:cubicBezTo>
                <a:cubicBezTo>
                  <a:pt x="103330" y="133821"/>
                  <a:pt x="99485" y="137665"/>
                  <a:pt x="94726" y="137665"/>
                </a:cubicBezTo>
                <a:lnTo>
                  <a:pt x="43101" y="137665"/>
                </a:lnTo>
                <a:cubicBezTo>
                  <a:pt x="38342" y="137665"/>
                  <a:pt x="34497" y="133821"/>
                  <a:pt x="34497" y="129061"/>
                </a:cubicBezTo>
                <a:cubicBezTo>
                  <a:pt x="34497" y="124302"/>
                  <a:pt x="38342" y="120457"/>
                  <a:pt x="43101" y="120457"/>
                </a:cubicBezTo>
                <a:lnTo>
                  <a:pt x="60309" y="120457"/>
                </a:lnTo>
                <a:lnTo>
                  <a:pt x="60309" y="100802"/>
                </a:lnTo>
                <a:cubicBezTo>
                  <a:pt x="56007" y="98732"/>
                  <a:pt x="50657" y="94887"/>
                  <a:pt x="45440" y="87816"/>
                </a:cubicBezTo>
                <a:cubicBezTo>
                  <a:pt x="40493" y="86525"/>
                  <a:pt x="35115" y="84562"/>
                  <a:pt x="29872" y="81604"/>
                </a:cubicBezTo>
                <a:cubicBezTo>
                  <a:pt x="15326" y="73457"/>
                  <a:pt x="2205" y="58105"/>
                  <a:pt x="323" y="30545"/>
                </a:cubicBezTo>
                <a:cubicBezTo>
                  <a:pt x="-188" y="22989"/>
                  <a:pt x="5969" y="17181"/>
                  <a:pt x="12987" y="17181"/>
                </a:cubicBezTo>
                <a:lnTo>
                  <a:pt x="26323" y="17181"/>
                </a:lnTo>
                <a:cubicBezTo>
                  <a:pt x="26242" y="15783"/>
                  <a:pt x="26189" y="14385"/>
                  <a:pt x="26135" y="12933"/>
                </a:cubicBezTo>
                <a:cubicBezTo>
                  <a:pt x="25866" y="5808"/>
                  <a:pt x="31674" y="-27"/>
                  <a:pt x="38799" y="-27"/>
                </a:cubicBezTo>
                <a:close/>
                <a:moveTo>
                  <a:pt x="27291" y="30114"/>
                </a:moveTo>
                <a:lnTo>
                  <a:pt x="13202" y="30114"/>
                </a:lnTo>
                <a:cubicBezTo>
                  <a:pt x="14869" y="52888"/>
                  <a:pt x="25328" y="64289"/>
                  <a:pt x="36110" y="70338"/>
                </a:cubicBezTo>
                <a:cubicBezTo>
                  <a:pt x="32238" y="60309"/>
                  <a:pt x="29039" y="47215"/>
                  <a:pt x="27291" y="30114"/>
                </a:cubicBezTo>
                <a:close/>
                <a:moveTo>
                  <a:pt x="102174" y="69048"/>
                </a:moveTo>
                <a:cubicBezTo>
                  <a:pt x="113063" y="62649"/>
                  <a:pt x="122904" y="51275"/>
                  <a:pt x="124571" y="30114"/>
                </a:cubicBezTo>
                <a:lnTo>
                  <a:pt x="110509" y="30114"/>
                </a:lnTo>
                <a:cubicBezTo>
                  <a:pt x="108842" y="46489"/>
                  <a:pt x="105830" y="59207"/>
                  <a:pt x="102174" y="69048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4" name="Text 11"/>
          <p:cNvSpPr/>
          <p:nvPr/>
        </p:nvSpPr>
        <p:spPr>
          <a:xfrm>
            <a:off x="901709" y="2003035"/>
            <a:ext cx="3243743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Национальный исследовательский университет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0794" y="2278366"/>
            <a:ext cx="5102227" cy="189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4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Топ-10 вузов России, участник программы «Приоритет 2030»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23129" y="2708571"/>
            <a:ext cx="5308725" cy="929242"/>
          </a:xfrm>
          <a:custGeom>
            <a:avLst/>
            <a:gdLst/>
            <a:ahLst/>
            <a:cxnLst/>
            <a:rect l="l" t="t" r="r" b="b"/>
            <a:pathLst>
              <a:path w="5308725" h="929242">
                <a:moveTo>
                  <a:pt x="68829" y="0"/>
                </a:moveTo>
                <a:lnTo>
                  <a:pt x="5239897" y="0"/>
                </a:lnTo>
                <a:cubicBezTo>
                  <a:pt x="5277910" y="0"/>
                  <a:pt x="5308725" y="30816"/>
                  <a:pt x="5308725" y="68829"/>
                </a:cubicBezTo>
                <a:lnTo>
                  <a:pt x="5308725" y="860413"/>
                </a:lnTo>
                <a:cubicBezTo>
                  <a:pt x="5308725" y="898426"/>
                  <a:pt x="5277910" y="929242"/>
                  <a:pt x="5239897" y="929242"/>
                </a:cubicBezTo>
                <a:lnTo>
                  <a:pt x="68829" y="929242"/>
                </a:lnTo>
                <a:cubicBezTo>
                  <a:pt x="30816" y="929242"/>
                  <a:pt x="0" y="898426"/>
                  <a:pt x="0" y="860413"/>
                </a:cubicBezTo>
                <a:lnTo>
                  <a:pt x="0" y="68829"/>
                </a:lnTo>
                <a:cubicBezTo>
                  <a:pt x="0" y="30841"/>
                  <a:pt x="30841" y="0"/>
                  <a:pt x="68829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7" name="Shape 14"/>
          <p:cNvSpPr/>
          <p:nvPr/>
        </p:nvSpPr>
        <p:spPr>
          <a:xfrm>
            <a:off x="660794" y="2880653"/>
            <a:ext cx="172082" cy="137665"/>
          </a:xfrm>
          <a:custGeom>
            <a:avLst/>
            <a:gdLst/>
            <a:ahLst/>
            <a:cxnLst/>
            <a:rect l="l" t="t" r="r" b="b"/>
            <a:pathLst>
              <a:path w="172082" h="137665">
                <a:moveTo>
                  <a:pt x="111826" y="56599"/>
                </a:moveTo>
                <a:cubicBezTo>
                  <a:pt x="115107" y="55712"/>
                  <a:pt x="118548" y="57271"/>
                  <a:pt x="120027" y="60309"/>
                </a:cubicBezTo>
                <a:lnTo>
                  <a:pt x="125028" y="70419"/>
                </a:lnTo>
                <a:cubicBezTo>
                  <a:pt x="127798" y="70796"/>
                  <a:pt x="130513" y="71548"/>
                  <a:pt x="133068" y="72597"/>
                </a:cubicBezTo>
                <a:lnTo>
                  <a:pt x="142478" y="66332"/>
                </a:lnTo>
                <a:cubicBezTo>
                  <a:pt x="145302" y="64450"/>
                  <a:pt x="149039" y="64826"/>
                  <a:pt x="151432" y="67219"/>
                </a:cubicBezTo>
                <a:lnTo>
                  <a:pt x="156594" y="72382"/>
                </a:lnTo>
                <a:cubicBezTo>
                  <a:pt x="158988" y="74775"/>
                  <a:pt x="159364" y="78539"/>
                  <a:pt x="157482" y="81336"/>
                </a:cubicBezTo>
                <a:lnTo>
                  <a:pt x="151217" y="90719"/>
                </a:lnTo>
                <a:cubicBezTo>
                  <a:pt x="151728" y="91983"/>
                  <a:pt x="152185" y="93301"/>
                  <a:pt x="152561" y="94672"/>
                </a:cubicBezTo>
                <a:cubicBezTo>
                  <a:pt x="152938" y="96043"/>
                  <a:pt x="153180" y="97388"/>
                  <a:pt x="153368" y="98759"/>
                </a:cubicBezTo>
                <a:lnTo>
                  <a:pt x="163505" y="103760"/>
                </a:lnTo>
                <a:cubicBezTo>
                  <a:pt x="166543" y="105266"/>
                  <a:pt x="168102" y="108707"/>
                  <a:pt x="167215" y="111961"/>
                </a:cubicBezTo>
                <a:lnTo>
                  <a:pt x="165333" y="119005"/>
                </a:lnTo>
                <a:cubicBezTo>
                  <a:pt x="164446" y="122259"/>
                  <a:pt x="161407" y="124464"/>
                  <a:pt x="158020" y="124248"/>
                </a:cubicBezTo>
                <a:lnTo>
                  <a:pt x="146727" y="123523"/>
                </a:lnTo>
                <a:cubicBezTo>
                  <a:pt x="145033" y="125700"/>
                  <a:pt x="143070" y="127717"/>
                  <a:pt x="140838" y="129438"/>
                </a:cubicBezTo>
                <a:lnTo>
                  <a:pt x="141564" y="140704"/>
                </a:lnTo>
                <a:cubicBezTo>
                  <a:pt x="141779" y="144092"/>
                  <a:pt x="139575" y="147157"/>
                  <a:pt x="136321" y="148017"/>
                </a:cubicBezTo>
                <a:lnTo>
                  <a:pt x="129276" y="149899"/>
                </a:lnTo>
                <a:cubicBezTo>
                  <a:pt x="125996" y="150787"/>
                  <a:pt x="122581" y="149227"/>
                  <a:pt x="121076" y="146189"/>
                </a:cubicBezTo>
                <a:lnTo>
                  <a:pt x="116075" y="136079"/>
                </a:lnTo>
                <a:cubicBezTo>
                  <a:pt x="113305" y="135703"/>
                  <a:pt x="110589" y="134950"/>
                  <a:pt x="108035" y="133901"/>
                </a:cubicBezTo>
                <a:lnTo>
                  <a:pt x="98624" y="140166"/>
                </a:lnTo>
                <a:cubicBezTo>
                  <a:pt x="95801" y="142048"/>
                  <a:pt x="92064" y="141672"/>
                  <a:pt x="89671" y="139279"/>
                </a:cubicBezTo>
                <a:lnTo>
                  <a:pt x="84508" y="134116"/>
                </a:lnTo>
                <a:cubicBezTo>
                  <a:pt x="82115" y="131723"/>
                  <a:pt x="81739" y="127986"/>
                  <a:pt x="83621" y="125163"/>
                </a:cubicBezTo>
                <a:lnTo>
                  <a:pt x="89886" y="115752"/>
                </a:lnTo>
                <a:cubicBezTo>
                  <a:pt x="89375" y="114488"/>
                  <a:pt x="88918" y="113171"/>
                  <a:pt x="88541" y="111799"/>
                </a:cubicBezTo>
                <a:cubicBezTo>
                  <a:pt x="88165" y="110428"/>
                  <a:pt x="87923" y="109057"/>
                  <a:pt x="87735" y="107712"/>
                </a:cubicBezTo>
                <a:lnTo>
                  <a:pt x="77598" y="102711"/>
                </a:lnTo>
                <a:cubicBezTo>
                  <a:pt x="74560" y="101206"/>
                  <a:pt x="73027" y="97764"/>
                  <a:pt x="73888" y="94511"/>
                </a:cubicBezTo>
                <a:lnTo>
                  <a:pt x="75770" y="87466"/>
                </a:lnTo>
                <a:cubicBezTo>
                  <a:pt x="76657" y="84213"/>
                  <a:pt x="79695" y="82008"/>
                  <a:pt x="83083" y="82223"/>
                </a:cubicBezTo>
                <a:lnTo>
                  <a:pt x="94349" y="82949"/>
                </a:lnTo>
                <a:cubicBezTo>
                  <a:pt x="96043" y="80771"/>
                  <a:pt x="98006" y="78754"/>
                  <a:pt x="100238" y="77034"/>
                </a:cubicBezTo>
                <a:lnTo>
                  <a:pt x="99512" y="65794"/>
                </a:lnTo>
                <a:cubicBezTo>
                  <a:pt x="99297" y="62407"/>
                  <a:pt x="101501" y="59341"/>
                  <a:pt x="104755" y="58481"/>
                </a:cubicBezTo>
                <a:lnTo>
                  <a:pt x="111799" y="56599"/>
                </a:lnTo>
                <a:close/>
                <a:moveTo>
                  <a:pt x="120565" y="91418"/>
                </a:moveTo>
                <a:cubicBezTo>
                  <a:pt x="114035" y="91426"/>
                  <a:pt x="108740" y="96733"/>
                  <a:pt x="108748" y="103263"/>
                </a:cubicBezTo>
                <a:cubicBezTo>
                  <a:pt x="108755" y="109792"/>
                  <a:pt x="114062" y="115087"/>
                  <a:pt x="120592" y="115080"/>
                </a:cubicBezTo>
                <a:cubicBezTo>
                  <a:pt x="127121" y="115072"/>
                  <a:pt x="132416" y="109765"/>
                  <a:pt x="132409" y="103236"/>
                </a:cubicBezTo>
                <a:cubicBezTo>
                  <a:pt x="132402" y="96706"/>
                  <a:pt x="127094" y="91411"/>
                  <a:pt x="120565" y="91418"/>
                </a:cubicBezTo>
                <a:close/>
                <a:moveTo>
                  <a:pt x="60471" y="-12234"/>
                </a:moveTo>
                <a:lnTo>
                  <a:pt x="67515" y="-10352"/>
                </a:lnTo>
                <a:cubicBezTo>
                  <a:pt x="70769" y="-9465"/>
                  <a:pt x="72973" y="-6399"/>
                  <a:pt x="72758" y="-3038"/>
                </a:cubicBezTo>
                <a:lnTo>
                  <a:pt x="72032" y="8201"/>
                </a:lnTo>
                <a:cubicBezTo>
                  <a:pt x="74264" y="9922"/>
                  <a:pt x="76227" y="11911"/>
                  <a:pt x="77921" y="14116"/>
                </a:cubicBezTo>
                <a:lnTo>
                  <a:pt x="89214" y="13390"/>
                </a:lnTo>
                <a:cubicBezTo>
                  <a:pt x="92575" y="13175"/>
                  <a:pt x="95640" y="15380"/>
                  <a:pt x="96527" y="18633"/>
                </a:cubicBezTo>
                <a:lnTo>
                  <a:pt x="98409" y="25678"/>
                </a:lnTo>
                <a:cubicBezTo>
                  <a:pt x="99270" y="28931"/>
                  <a:pt x="97737" y="32373"/>
                  <a:pt x="94699" y="33879"/>
                </a:cubicBezTo>
                <a:lnTo>
                  <a:pt x="84562" y="38880"/>
                </a:lnTo>
                <a:cubicBezTo>
                  <a:pt x="84374" y="40251"/>
                  <a:pt x="84105" y="41622"/>
                  <a:pt x="83755" y="42967"/>
                </a:cubicBezTo>
                <a:cubicBezTo>
                  <a:pt x="83406" y="44311"/>
                  <a:pt x="82922" y="45655"/>
                  <a:pt x="82411" y="46919"/>
                </a:cubicBezTo>
                <a:lnTo>
                  <a:pt x="88676" y="56330"/>
                </a:lnTo>
                <a:cubicBezTo>
                  <a:pt x="90558" y="59153"/>
                  <a:pt x="90182" y="62891"/>
                  <a:pt x="87789" y="65284"/>
                </a:cubicBezTo>
                <a:lnTo>
                  <a:pt x="82626" y="70446"/>
                </a:lnTo>
                <a:cubicBezTo>
                  <a:pt x="80233" y="72839"/>
                  <a:pt x="76496" y="73215"/>
                  <a:pt x="73673" y="71333"/>
                </a:cubicBezTo>
                <a:lnTo>
                  <a:pt x="64262" y="65068"/>
                </a:lnTo>
                <a:cubicBezTo>
                  <a:pt x="61707" y="66117"/>
                  <a:pt x="58992" y="66870"/>
                  <a:pt x="56222" y="67246"/>
                </a:cubicBezTo>
                <a:lnTo>
                  <a:pt x="51221" y="77356"/>
                </a:lnTo>
                <a:cubicBezTo>
                  <a:pt x="49716" y="80394"/>
                  <a:pt x="46274" y="81927"/>
                  <a:pt x="43020" y="81067"/>
                </a:cubicBezTo>
                <a:lnTo>
                  <a:pt x="35976" y="79185"/>
                </a:lnTo>
                <a:cubicBezTo>
                  <a:pt x="32696" y="78297"/>
                  <a:pt x="30518" y="75232"/>
                  <a:pt x="30733" y="71871"/>
                </a:cubicBezTo>
                <a:lnTo>
                  <a:pt x="31459" y="60605"/>
                </a:lnTo>
                <a:cubicBezTo>
                  <a:pt x="29227" y="58884"/>
                  <a:pt x="27264" y="56895"/>
                  <a:pt x="25570" y="54690"/>
                </a:cubicBezTo>
                <a:lnTo>
                  <a:pt x="14277" y="55416"/>
                </a:lnTo>
                <a:cubicBezTo>
                  <a:pt x="10916" y="55631"/>
                  <a:pt x="7851" y="53426"/>
                  <a:pt x="6964" y="50173"/>
                </a:cubicBezTo>
                <a:lnTo>
                  <a:pt x="5082" y="43128"/>
                </a:lnTo>
                <a:cubicBezTo>
                  <a:pt x="4221" y="39875"/>
                  <a:pt x="5754" y="36433"/>
                  <a:pt x="8792" y="34927"/>
                </a:cubicBezTo>
                <a:lnTo>
                  <a:pt x="18929" y="29926"/>
                </a:lnTo>
                <a:cubicBezTo>
                  <a:pt x="19117" y="28555"/>
                  <a:pt x="19386" y="27210"/>
                  <a:pt x="19736" y="25839"/>
                </a:cubicBezTo>
                <a:cubicBezTo>
                  <a:pt x="20112" y="24468"/>
                  <a:pt x="20542" y="23150"/>
                  <a:pt x="21080" y="21887"/>
                </a:cubicBezTo>
                <a:lnTo>
                  <a:pt x="14815" y="12503"/>
                </a:lnTo>
                <a:cubicBezTo>
                  <a:pt x="12933" y="9680"/>
                  <a:pt x="13309" y="5942"/>
                  <a:pt x="15702" y="3549"/>
                </a:cubicBezTo>
                <a:lnTo>
                  <a:pt x="20865" y="-1613"/>
                </a:lnTo>
                <a:cubicBezTo>
                  <a:pt x="23258" y="-4006"/>
                  <a:pt x="26995" y="-4383"/>
                  <a:pt x="29819" y="-2501"/>
                </a:cubicBezTo>
                <a:lnTo>
                  <a:pt x="39229" y="3764"/>
                </a:lnTo>
                <a:cubicBezTo>
                  <a:pt x="41784" y="2716"/>
                  <a:pt x="44499" y="1963"/>
                  <a:pt x="47269" y="1586"/>
                </a:cubicBezTo>
                <a:lnTo>
                  <a:pt x="52270" y="-8523"/>
                </a:lnTo>
                <a:cubicBezTo>
                  <a:pt x="53776" y="-11562"/>
                  <a:pt x="57190" y="-13094"/>
                  <a:pt x="60471" y="-12234"/>
                </a:cubicBezTo>
                <a:close/>
                <a:moveTo>
                  <a:pt x="51732" y="22586"/>
                </a:moveTo>
                <a:cubicBezTo>
                  <a:pt x="45203" y="22586"/>
                  <a:pt x="39901" y="27887"/>
                  <a:pt x="39901" y="34416"/>
                </a:cubicBezTo>
                <a:cubicBezTo>
                  <a:pt x="39901" y="40946"/>
                  <a:pt x="45203" y="46247"/>
                  <a:pt x="51732" y="46247"/>
                </a:cubicBezTo>
                <a:cubicBezTo>
                  <a:pt x="58262" y="46247"/>
                  <a:pt x="63563" y="40946"/>
                  <a:pt x="63563" y="34416"/>
                </a:cubicBezTo>
                <a:cubicBezTo>
                  <a:pt x="63563" y="27887"/>
                  <a:pt x="58262" y="22586"/>
                  <a:pt x="51732" y="22586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8" name="Text 15"/>
          <p:cNvSpPr/>
          <p:nvPr/>
        </p:nvSpPr>
        <p:spPr>
          <a:xfrm>
            <a:off x="901709" y="2846237"/>
            <a:ext cx="3364200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Сильнейшие физико-математические факультеты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60794" y="3121568"/>
            <a:ext cx="5102227" cy="37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4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ФТФ, ММФ, ФФ, РФФ — признанные лидеры в области технического образования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23129" y="3741062"/>
            <a:ext cx="5308725" cy="739952"/>
          </a:xfrm>
          <a:custGeom>
            <a:avLst/>
            <a:gdLst/>
            <a:ahLst/>
            <a:cxnLst/>
            <a:rect l="l" t="t" r="r" b="b"/>
            <a:pathLst>
              <a:path w="5308725" h="739952">
                <a:moveTo>
                  <a:pt x="68830" y="0"/>
                </a:moveTo>
                <a:lnTo>
                  <a:pt x="5239895" y="0"/>
                </a:lnTo>
                <a:cubicBezTo>
                  <a:pt x="5277909" y="0"/>
                  <a:pt x="5308725" y="30816"/>
                  <a:pt x="5308725" y="68830"/>
                </a:cubicBezTo>
                <a:lnTo>
                  <a:pt x="5308725" y="671122"/>
                </a:lnTo>
                <a:cubicBezTo>
                  <a:pt x="5308725" y="709136"/>
                  <a:pt x="5277909" y="739952"/>
                  <a:pt x="5239895" y="739952"/>
                </a:cubicBezTo>
                <a:lnTo>
                  <a:pt x="68830" y="739952"/>
                </a:lnTo>
                <a:cubicBezTo>
                  <a:pt x="30816" y="739952"/>
                  <a:pt x="0" y="709136"/>
                  <a:pt x="0" y="671122"/>
                </a:cubicBezTo>
                <a:lnTo>
                  <a:pt x="0" y="68830"/>
                </a:lnTo>
                <a:cubicBezTo>
                  <a:pt x="0" y="30816"/>
                  <a:pt x="30816" y="0"/>
                  <a:pt x="68830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1" name="Shape 18"/>
          <p:cNvSpPr/>
          <p:nvPr/>
        </p:nvSpPr>
        <p:spPr>
          <a:xfrm>
            <a:off x="678003" y="3913144"/>
            <a:ext cx="137665" cy="137665"/>
          </a:xfrm>
          <a:custGeom>
            <a:avLst/>
            <a:gdLst/>
            <a:ahLst/>
            <a:cxnLst/>
            <a:rect l="l" t="t" r="r" b="b"/>
            <a:pathLst>
              <a:path w="137665" h="137665">
                <a:moveTo>
                  <a:pt x="8604" y="8604"/>
                </a:moveTo>
                <a:cubicBezTo>
                  <a:pt x="3845" y="8604"/>
                  <a:pt x="0" y="12449"/>
                  <a:pt x="0" y="17208"/>
                </a:cubicBezTo>
                <a:lnTo>
                  <a:pt x="0" y="116155"/>
                </a:lnTo>
                <a:cubicBezTo>
                  <a:pt x="0" y="123281"/>
                  <a:pt x="5781" y="129061"/>
                  <a:pt x="12906" y="129061"/>
                </a:cubicBezTo>
                <a:lnTo>
                  <a:pt x="124759" y="129061"/>
                </a:lnTo>
                <a:cubicBezTo>
                  <a:pt x="131885" y="129061"/>
                  <a:pt x="137665" y="123281"/>
                  <a:pt x="137665" y="116155"/>
                </a:cubicBezTo>
                <a:lnTo>
                  <a:pt x="137665" y="40923"/>
                </a:lnTo>
                <a:cubicBezTo>
                  <a:pt x="137665" y="36030"/>
                  <a:pt x="132449" y="32938"/>
                  <a:pt x="128147" y="35250"/>
                </a:cubicBezTo>
                <a:lnTo>
                  <a:pt x="86041" y="57916"/>
                </a:lnTo>
                <a:lnTo>
                  <a:pt x="86041" y="40923"/>
                </a:lnTo>
                <a:cubicBezTo>
                  <a:pt x="86041" y="36030"/>
                  <a:pt x="80825" y="32938"/>
                  <a:pt x="76523" y="35250"/>
                </a:cubicBezTo>
                <a:lnTo>
                  <a:pt x="34416" y="57916"/>
                </a:lnTo>
                <a:lnTo>
                  <a:pt x="34416" y="17208"/>
                </a:lnTo>
                <a:cubicBezTo>
                  <a:pt x="34416" y="12449"/>
                  <a:pt x="30571" y="8604"/>
                  <a:pt x="25812" y="8604"/>
                </a:cubicBezTo>
                <a:lnTo>
                  <a:pt x="8604" y="8604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2" name="Text 19"/>
          <p:cNvSpPr/>
          <p:nvPr/>
        </p:nvSpPr>
        <p:spPr>
          <a:xfrm>
            <a:off x="901709" y="3878728"/>
            <a:ext cx="1608965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Связь с производством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60794" y="4154059"/>
            <a:ext cx="5102227" cy="189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4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Практики на крупнейших предприятиях страны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47605" y="4801085"/>
            <a:ext cx="5659772" cy="1813743"/>
          </a:xfrm>
          <a:custGeom>
            <a:avLst/>
            <a:gdLst/>
            <a:ahLst/>
            <a:cxnLst/>
            <a:rect l="l" t="t" r="r" b="b"/>
            <a:pathLst>
              <a:path w="5659772" h="1813743">
                <a:moveTo>
                  <a:pt x="103256" y="0"/>
                </a:moveTo>
                <a:lnTo>
                  <a:pt x="5556516" y="0"/>
                </a:lnTo>
                <a:cubicBezTo>
                  <a:pt x="5613543" y="0"/>
                  <a:pt x="5659772" y="46229"/>
                  <a:pt x="5659772" y="103256"/>
                </a:cubicBezTo>
                <a:lnTo>
                  <a:pt x="5659772" y="1710486"/>
                </a:lnTo>
                <a:cubicBezTo>
                  <a:pt x="5659772" y="1767513"/>
                  <a:pt x="5613543" y="1813743"/>
                  <a:pt x="5556516" y="1813743"/>
                </a:cubicBezTo>
                <a:lnTo>
                  <a:pt x="103256" y="1813743"/>
                </a:lnTo>
                <a:cubicBezTo>
                  <a:pt x="46229" y="1813743"/>
                  <a:pt x="0" y="1767513"/>
                  <a:pt x="0" y="1710486"/>
                </a:cubicBezTo>
                <a:lnTo>
                  <a:pt x="0" y="103256"/>
                </a:lnTo>
                <a:cubicBezTo>
                  <a:pt x="0" y="46268"/>
                  <a:pt x="46268" y="0"/>
                  <a:pt x="103256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23129" y="4976607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206498" y="0"/>
                </a:moveTo>
                <a:lnTo>
                  <a:pt x="206498" y="0"/>
                </a:lnTo>
                <a:cubicBezTo>
                  <a:pt x="320544" y="0"/>
                  <a:pt x="412996" y="92452"/>
                  <a:pt x="412996" y="206498"/>
                </a:cubicBezTo>
                <a:lnTo>
                  <a:pt x="412996" y="206498"/>
                </a:lnTo>
                <a:cubicBezTo>
                  <a:pt x="412996" y="320544"/>
                  <a:pt x="320544" y="412996"/>
                  <a:pt x="206498" y="412996"/>
                </a:cubicBezTo>
                <a:lnTo>
                  <a:pt x="206498" y="412996"/>
                </a:lnTo>
                <a:cubicBezTo>
                  <a:pt x="92452" y="412996"/>
                  <a:pt x="0" y="320544"/>
                  <a:pt x="0" y="206498"/>
                </a:cubicBezTo>
                <a:lnTo>
                  <a:pt x="0" y="206498"/>
                </a:lnTo>
                <a:cubicBezTo>
                  <a:pt x="0" y="92452"/>
                  <a:pt x="92452" y="0"/>
                  <a:pt x="206498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6" name="Shape 23"/>
          <p:cNvSpPr/>
          <p:nvPr/>
        </p:nvSpPr>
        <p:spPr>
          <a:xfrm>
            <a:off x="643586" y="5097064"/>
            <a:ext cx="172082" cy="172082"/>
          </a:xfrm>
          <a:custGeom>
            <a:avLst/>
            <a:gdLst/>
            <a:ahLst/>
            <a:cxnLst/>
            <a:rect l="l" t="t" r="r" b="b"/>
            <a:pathLst>
              <a:path w="172082" h="172082">
                <a:moveTo>
                  <a:pt x="150572" y="86041"/>
                </a:moveTo>
                <a:cubicBezTo>
                  <a:pt x="150572" y="50425"/>
                  <a:pt x="121656" y="21510"/>
                  <a:pt x="86041" y="21510"/>
                </a:cubicBezTo>
                <a:cubicBezTo>
                  <a:pt x="50425" y="21510"/>
                  <a:pt x="21510" y="50425"/>
                  <a:pt x="21510" y="86041"/>
                </a:cubicBezTo>
                <a:cubicBezTo>
                  <a:pt x="21510" y="121656"/>
                  <a:pt x="50425" y="150572"/>
                  <a:pt x="86041" y="150572"/>
                </a:cubicBezTo>
                <a:cubicBezTo>
                  <a:pt x="121656" y="150572"/>
                  <a:pt x="150572" y="121656"/>
                  <a:pt x="150572" y="86041"/>
                </a:cubicBezTo>
                <a:close/>
                <a:moveTo>
                  <a:pt x="0" y="86041"/>
                </a:moveTo>
                <a:cubicBezTo>
                  <a:pt x="0" y="38554"/>
                  <a:pt x="38554" y="0"/>
                  <a:pt x="86041" y="0"/>
                </a:cubicBezTo>
                <a:cubicBezTo>
                  <a:pt x="133528" y="0"/>
                  <a:pt x="172082" y="38554"/>
                  <a:pt x="172082" y="86041"/>
                </a:cubicBezTo>
                <a:cubicBezTo>
                  <a:pt x="172082" y="133528"/>
                  <a:pt x="133528" y="172082"/>
                  <a:pt x="86041" y="172082"/>
                </a:cubicBezTo>
                <a:cubicBezTo>
                  <a:pt x="38554" y="172082"/>
                  <a:pt x="0" y="133528"/>
                  <a:pt x="0" y="86041"/>
                </a:cubicBezTo>
                <a:close/>
                <a:moveTo>
                  <a:pt x="86041" y="112929"/>
                </a:moveTo>
                <a:cubicBezTo>
                  <a:pt x="100881" y="112929"/>
                  <a:pt x="112929" y="100881"/>
                  <a:pt x="112929" y="86041"/>
                </a:cubicBezTo>
                <a:cubicBezTo>
                  <a:pt x="112929" y="71201"/>
                  <a:pt x="100881" y="59153"/>
                  <a:pt x="86041" y="59153"/>
                </a:cubicBezTo>
                <a:cubicBezTo>
                  <a:pt x="71201" y="59153"/>
                  <a:pt x="59153" y="71201"/>
                  <a:pt x="59153" y="86041"/>
                </a:cubicBezTo>
                <a:cubicBezTo>
                  <a:pt x="59153" y="100881"/>
                  <a:pt x="71201" y="112929"/>
                  <a:pt x="86041" y="112929"/>
                </a:cubicBezTo>
                <a:close/>
                <a:moveTo>
                  <a:pt x="86041" y="37643"/>
                </a:moveTo>
                <a:cubicBezTo>
                  <a:pt x="112753" y="37643"/>
                  <a:pt x="134439" y="59329"/>
                  <a:pt x="134439" y="86041"/>
                </a:cubicBezTo>
                <a:cubicBezTo>
                  <a:pt x="134439" y="112753"/>
                  <a:pt x="112753" y="134439"/>
                  <a:pt x="86041" y="134439"/>
                </a:cubicBezTo>
                <a:cubicBezTo>
                  <a:pt x="59329" y="134439"/>
                  <a:pt x="37643" y="112753"/>
                  <a:pt x="37643" y="86041"/>
                </a:cubicBezTo>
                <a:cubicBezTo>
                  <a:pt x="37643" y="59329"/>
                  <a:pt x="59329" y="37643"/>
                  <a:pt x="86041" y="37643"/>
                </a:cubicBezTo>
                <a:close/>
                <a:moveTo>
                  <a:pt x="75286" y="86041"/>
                </a:moveTo>
                <a:cubicBezTo>
                  <a:pt x="75286" y="80105"/>
                  <a:pt x="80105" y="75286"/>
                  <a:pt x="86041" y="75286"/>
                </a:cubicBezTo>
                <a:cubicBezTo>
                  <a:pt x="91977" y="75286"/>
                  <a:pt x="96796" y="80105"/>
                  <a:pt x="96796" y="86041"/>
                </a:cubicBezTo>
                <a:cubicBezTo>
                  <a:pt x="96796" y="91977"/>
                  <a:pt x="91977" y="96796"/>
                  <a:pt x="86041" y="96796"/>
                </a:cubicBezTo>
                <a:cubicBezTo>
                  <a:pt x="80105" y="96796"/>
                  <a:pt x="75286" y="91977"/>
                  <a:pt x="75286" y="86041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7" name="Text 24"/>
          <p:cNvSpPr/>
          <p:nvPr/>
        </p:nvSpPr>
        <p:spPr>
          <a:xfrm>
            <a:off x="1039374" y="5045439"/>
            <a:ext cx="989471" cy="27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6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Моя цель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40337" y="5527269"/>
            <a:ext cx="5291517" cy="912034"/>
          </a:xfrm>
          <a:custGeom>
            <a:avLst/>
            <a:gdLst/>
            <a:ahLst/>
            <a:cxnLst/>
            <a:rect l="l" t="t" r="r" b="b"/>
            <a:pathLst>
              <a:path w="5291517" h="912034">
                <a:moveTo>
                  <a:pt x="34416" y="0"/>
                </a:moveTo>
                <a:lnTo>
                  <a:pt x="5188266" y="0"/>
                </a:lnTo>
                <a:cubicBezTo>
                  <a:pt x="5245290" y="0"/>
                  <a:pt x="5291517" y="46227"/>
                  <a:pt x="5291517" y="103251"/>
                </a:cubicBezTo>
                <a:lnTo>
                  <a:pt x="5291517" y="808783"/>
                </a:lnTo>
                <a:cubicBezTo>
                  <a:pt x="5291517" y="865807"/>
                  <a:pt x="5245290" y="912034"/>
                  <a:pt x="5188266" y="912034"/>
                </a:cubicBezTo>
                <a:lnTo>
                  <a:pt x="34416" y="912034"/>
                </a:lnTo>
                <a:cubicBezTo>
                  <a:pt x="15409" y="912034"/>
                  <a:pt x="0" y="896625"/>
                  <a:pt x="0" y="877618"/>
                </a:cubicBezTo>
                <a:lnTo>
                  <a:pt x="0" y="34416"/>
                </a:lnTo>
                <a:cubicBezTo>
                  <a:pt x="0" y="15421"/>
                  <a:pt x="15421" y="0"/>
                  <a:pt x="34416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9" name="Shape 26"/>
          <p:cNvSpPr/>
          <p:nvPr/>
        </p:nvSpPr>
        <p:spPr>
          <a:xfrm>
            <a:off x="540337" y="5527269"/>
            <a:ext cx="34416" cy="912034"/>
          </a:xfrm>
          <a:custGeom>
            <a:avLst/>
            <a:gdLst/>
            <a:ahLst/>
            <a:cxnLst/>
            <a:rect l="l" t="t" r="r" b="b"/>
            <a:pathLst>
              <a:path w="34416" h="912034">
                <a:moveTo>
                  <a:pt x="34416" y="0"/>
                </a:moveTo>
                <a:lnTo>
                  <a:pt x="34416" y="0"/>
                </a:lnTo>
                <a:lnTo>
                  <a:pt x="34416" y="912034"/>
                </a:lnTo>
                <a:lnTo>
                  <a:pt x="34416" y="912034"/>
                </a:lnTo>
                <a:cubicBezTo>
                  <a:pt x="15409" y="912034"/>
                  <a:pt x="0" y="896625"/>
                  <a:pt x="0" y="877618"/>
                </a:cubicBezTo>
                <a:lnTo>
                  <a:pt x="0" y="34416"/>
                </a:lnTo>
                <a:cubicBezTo>
                  <a:pt x="0" y="15409"/>
                  <a:pt x="15409" y="0"/>
                  <a:pt x="34416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0" name="Text 27"/>
          <p:cNvSpPr/>
          <p:nvPr/>
        </p:nvSpPr>
        <p:spPr>
          <a:xfrm>
            <a:off x="695211" y="5664934"/>
            <a:ext cx="5085019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Поступление на физико-математические факультеты: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98652" y="6012539"/>
            <a:ext cx="523129" cy="282214"/>
          </a:xfrm>
          <a:custGeom>
            <a:avLst/>
            <a:gdLst/>
            <a:ahLst/>
            <a:cxnLst/>
            <a:rect l="l" t="t" r="r" b="b"/>
            <a:pathLst>
              <a:path w="523129" h="282214">
                <a:moveTo>
                  <a:pt x="141107" y="0"/>
                </a:moveTo>
                <a:lnTo>
                  <a:pt x="382022" y="0"/>
                </a:lnTo>
                <a:cubicBezTo>
                  <a:pt x="459953" y="0"/>
                  <a:pt x="523129" y="63176"/>
                  <a:pt x="523129" y="141107"/>
                </a:cubicBezTo>
                <a:lnTo>
                  <a:pt x="523129" y="141107"/>
                </a:lnTo>
                <a:cubicBezTo>
                  <a:pt x="523129" y="219038"/>
                  <a:pt x="459953" y="282214"/>
                  <a:pt x="382022" y="282214"/>
                </a:cubicBezTo>
                <a:lnTo>
                  <a:pt x="141107" y="282214"/>
                </a:lnTo>
                <a:cubicBezTo>
                  <a:pt x="63228" y="282214"/>
                  <a:pt x="0" y="218986"/>
                  <a:pt x="0" y="141107"/>
                </a:cubicBezTo>
                <a:lnTo>
                  <a:pt x="0" y="141107"/>
                </a:lnTo>
                <a:cubicBezTo>
                  <a:pt x="0" y="63228"/>
                  <a:pt x="63228" y="0"/>
                  <a:pt x="141107" y="0"/>
                </a:cubicBezTo>
                <a:close/>
              </a:path>
            </a:pathLst>
          </a:custGeom>
          <a:solidFill>
            <a:srgbClr val="0A0E17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5211" y="6009098"/>
            <a:ext cx="585078" cy="275331"/>
          </a:xfrm>
          <a:prstGeom prst="rect">
            <a:avLst/>
          </a:prstGeom>
          <a:noFill/>
          <a:ln/>
        </p:spPr>
        <p:txBody>
          <a:bodyPr wrap="square" lIns="103249" tIns="34416" rIns="103249" bIns="34416" rtlCol="0" anchor="ctr"/>
          <a:lstStyle/>
          <a:p>
            <a:pPr>
              <a:lnSpc>
                <a:spcPct val="130000"/>
              </a:lnSpc>
            </a:pPr>
            <a:r>
              <a:rPr lang="en-US" sz="1084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ФТФ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301584" y="6012539"/>
            <a:ext cx="566149" cy="282214"/>
          </a:xfrm>
          <a:custGeom>
            <a:avLst/>
            <a:gdLst/>
            <a:ahLst/>
            <a:cxnLst/>
            <a:rect l="l" t="t" r="r" b="b"/>
            <a:pathLst>
              <a:path w="566149" h="282214">
                <a:moveTo>
                  <a:pt x="141107" y="0"/>
                </a:moveTo>
                <a:lnTo>
                  <a:pt x="425042" y="0"/>
                </a:lnTo>
                <a:cubicBezTo>
                  <a:pt x="502974" y="0"/>
                  <a:pt x="566149" y="63176"/>
                  <a:pt x="566149" y="141107"/>
                </a:cubicBezTo>
                <a:lnTo>
                  <a:pt x="566149" y="141107"/>
                </a:lnTo>
                <a:cubicBezTo>
                  <a:pt x="566149" y="219038"/>
                  <a:pt x="502974" y="282214"/>
                  <a:pt x="425042" y="282214"/>
                </a:cubicBezTo>
                <a:lnTo>
                  <a:pt x="141107" y="282214"/>
                </a:lnTo>
                <a:cubicBezTo>
                  <a:pt x="63228" y="282214"/>
                  <a:pt x="0" y="218986"/>
                  <a:pt x="0" y="141107"/>
                </a:cubicBezTo>
                <a:lnTo>
                  <a:pt x="0" y="141107"/>
                </a:lnTo>
                <a:cubicBezTo>
                  <a:pt x="0" y="63228"/>
                  <a:pt x="63228" y="0"/>
                  <a:pt x="141107" y="0"/>
                </a:cubicBezTo>
                <a:close/>
              </a:path>
            </a:pathLst>
          </a:custGeom>
          <a:solidFill>
            <a:srgbClr val="0A0E17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298143" y="6009098"/>
            <a:ext cx="628099" cy="275331"/>
          </a:xfrm>
          <a:prstGeom prst="rect">
            <a:avLst/>
          </a:prstGeom>
          <a:noFill/>
          <a:ln/>
        </p:spPr>
        <p:txBody>
          <a:bodyPr wrap="square" lIns="103249" tIns="34416" rIns="103249" bIns="34416" rtlCol="0" anchor="ctr"/>
          <a:lstStyle/>
          <a:p>
            <a:pPr>
              <a:lnSpc>
                <a:spcPct val="130000"/>
              </a:lnSpc>
            </a:pPr>
            <a:r>
              <a:rPr lang="en-US" sz="1084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ММФ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1946461" y="6012539"/>
            <a:ext cx="445692" cy="282214"/>
          </a:xfrm>
          <a:custGeom>
            <a:avLst/>
            <a:gdLst/>
            <a:ahLst/>
            <a:cxnLst/>
            <a:rect l="l" t="t" r="r" b="b"/>
            <a:pathLst>
              <a:path w="445692" h="282214">
                <a:moveTo>
                  <a:pt x="141107" y="0"/>
                </a:moveTo>
                <a:lnTo>
                  <a:pt x="304585" y="0"/>
                </a:lnTo>
                <a:cubicBezTo>
                  <a:pt x="382516" y="0"/>
                  <a:pt x="445692" y="63176"/>
                  <a:pt x="445692" y="141107"/>
                </a:cubicBezTo>
                <a:lnTo>
                  <a:pt x="445692" y="141107"/>
                </a:lnTo>
                <a:cubicBezTo>
                  <a:pt x="445692" y="219038"/>
                  <a:pt x="382516" y="282214"/>
                  <a:pt x="304585" y="282214"/>
                </a:cubicBezTo>
                <a:lnTo>
                  <a:pt x="141107" y="282214"/>
                </a:lnTo>
                <a:cubicBezTo>
                  <a:pt x="63228" y="282214"/>
                  <a:pt x="0" y="218986"/>
                  <a:pt x="0" y="141107"/>
                </a:cubicBezTo>
                <a:lnTo>
                  <a:pt x="0" y="141107"/>
                </a:lnTo>
                <a:cubicBezTo>
                  <a:pt x="0" y="63228"/>
                  <a:pt x="63228" y="0"/>
                  <a:pt x="141107" y="0"/>
                </a:cubicBezTo>
                <a:close/>
              </a:path>
            </a:pathLst>
          </a:custGeom>
          <a:solidFill>
            <a:srgbClr val="0A0E17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943019" y="6009098"/>
            <a:ext cx="507641" cy="275331"/>
          </a:xfrm>
          <a:prstGeom prst="rect">
            <a:avLst/>
          </a:prstGeom>
          <a:noFill/>
          <a:ln/>
        </p:spPr>
        <p:txBody>
          <a:bodyPr wrap="square" lIns="103249" tIns="34416" rIns="103249" bIns="34416" rtlCol="0" anchor="ctr"/>
          <a:lstStyle/>
          <a:p>
            <a:pPr>
              <a:lnSpc>
                <a:spcPct val="130000"/>
              </a:lnSpc>
            </a:pPr>
            <a:r>
              <a:rPr lang="en-US" sz="1084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ФФ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2466901" y="6012539"/>
            <a:ext cx="531733" cy="282214"/>
          </a:xfrm>
          <a:custGeom>
            <a:avLst/>
            <a:gdLst/>
            <a:ahLst/>
            <a:cxnLst/>
            <a:rect l="l" t="t" r="r" b="b"/>
            <a:pathLst>
              <a:path w="531733" h="282214">
                <a:moveTo>
                  <a:pt x="141107" y="0"/>
                </a:moveTo>
                <a:lnTo>
                  <a:pt x="390626" y="0"/>
                </a:lnTo>
                <a:cubicBezTo>
                  <a:pt x="468557" y="0"/>
                  <a:pt x="531733" y="63176"/>
                  <a:pt x="531733" y="141107"/>
                </a:cubicBezTo>
                <a:lnTo>
                  <a:pt x="531733" y="141107"/>
                </a:lnTo>
                <a:cubicBezTo>
                  <a:pt x="531733" y="219038"/>
                  <a:pt x="468557" y="282214"/>
                  <a:pt x="390626" y="282214"/>
                </a:cubicBezTo>
                <a:lnTo>
                  <a:pt x="141107" y="282214"/>
                </a:lnTo>
                <a:cubicBezTo>
                  <a:pt x="63228" y="282214"/>
                  <a:pt x="0" y="218986"/>
                  <a:pt x="0" y="141107"/>
                </a:cubicBezTo>
                <a:lnTo>
                  <a:pt x="0" y="141107"/>
                </a:lnTo>
                <a:cubicBezTo>
                  <a:pt x="0" y="63228"/>
                  <a:pt x="63228" y="0"/>
                  <a:pt x="141107" y="0"/>
                </a:cubicBezTo>
                <a:close/>
              </a:path>
            </a:pathLst>
          </a:custGeom>
          <a:solidFill>
            <a:srgbClr val="0A0E17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463459" y="6009098"/>
            <a:ext cx="593682" cy="275331"/>
          </a:xfrm>
          <a:prstGeom prst="rect">
            <a:avLst/>
          </a:prstGeom>
          <a:noFill/>
          <a:ln/>
        </p:spPr>
        <p:txBody>
          <a:bodyPr wrap="square" lIns="103249" tIns="34416" rIns="103249" bIns="34416" rtlCol="0" anchor="ctr"/>
          <a:lstStyle/>
          <a:p>
            <a:pPr>
              <a:lnSpc>
                <a:spcPct val="130000"/>
              </a:lnSpc>
            </a:pPr>
            <a:r>
              <a:rPr lang="en-US" sz="1084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РФФ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184945" y="1139182"/>
            <a:ext cx="5659772" cy="5470482"/>
          </a:xfrm>
          <a:custGeom>
            <a:avLst/>
            <a:gdLst/>
            <a:ahLst/>
            <a:cxnLst/>
            <a:rect l="l" t="t" r="r" b="b"/>
            <a:pathLst>
              <a:path w="5659772" h="5470482">
                <a:moveTo>
                  <a:pt x="103228" y="0"/>
                </a:moveTo>
                <a:lnTo>
                  <a:pt x="5556544" y="0"/>
                </a:lnTo>
                <a:cubicBezTo>
                  <a:pt x="5613556" y="0"/>
                  <a:pt x="5659772" y="46217"/>
                  <a:pt x="5659772" y="103228"/>
                </a:cubicBezTo>
                <a:lnTo>
                  <a:pt x="5659772" y="5367254"/>
                </a:lnTo>
                <a:cubicBezTo>
                  <a:pt x="5659772" y="5424266"/>
                  <a:pt x="5613556" y="5470482"/>
                  <a:pt x="5556544" y="5470482"/>
                </a:cubicBezTo>
                <a:lnTo>
                  <a:pt x="103228" y="5470482"/>
                </a:lnTo>
                <a:cubicBezTo>
                  <a:pt x="46217" y="5470482"/>
                  <a:pt x="0" y="5424266"/>
                  <a:pt x="0" y="5367254"/>
                </a:cubicBezTo>
                <a:lnTo>
                  <a:pt x="0" y="103228"/>
                </a:lnTo>
                <a:cubicBezTo>
                  <a:pt x="0" y="46255"/>
                  <a:pt x="46255" y="0"/>
                  <a:pt x="103228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360468" y="1314708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206498" y="0"/>
                </a:moveTo>
                <a:lnTo>
                  <a:pt x="206498" y="0"/>
                </a:lnTo>
                <a:cubicBezTo>
                  <a:pt x="320544" y="0"/>
                  <a:pt x="412996" y="92452"/>
                  <a:pt x="412996" y="206498"/>
                </a:cubicBezTo>
                <a:lnTo>
                  <a:pt x="412996" y="206498"/>
                </a:lnTo>
                <a:cubicBezTo>
                  <a:pt x="412996" y="320544"/>
                  <a:pt x="320544" y="412996"/>
                  <a:pt x="206498" y="412996"/>
                </a:cubicBezTo>
                <a:lnTo>
                  <a:pt x="206498" y="412996"/>
                </a:lnTo>
                <a:cubicBezTo>
                  <a:pt x="92452" y="412996"/>
                  <a:pt x="0" y="320544"/>
                  <a:pt x="0" y="206498"/>
                </a:cubicBezTo>
                <a:lnTo>
                  <a:pt x="0" y="206498"/>
                </a:lnTo>
                <a:cubicBezTo>
                  <a:pt x="0" y="92452"/>
                  <a:pt x="92452" y="0"/>
                  <a:pt x="206498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1" name="Shape 38"/>
          <p:cNvSpPr/>
          <p:nvPr/>
        </p:nvSpPr>
        <p:spPr>
          <a:xfrm>
            <a:off x="6480926" y="1435165"/>
            <a:ext cx="172082" cy="172082"/>
          </a:xfrm>
          <a:custGeom>
            <a:avLst/>
            <a:gdLst/>
            <a:ahLst/>
            <a:cxnLst/>
            <a:rect l="l" t="t" r="r" b="b"/>
            <a:pathLst>
              <a:path w="172082" h="172082">
                <a:moveTo>
                  <a:pt x="43020" y="107551"/>
                </a:moveTo>
                <a:lnTo>
                  <a:pt x="8234" y="107551"/>
                </a:lnTo>
                <a:cubicBezTo>
                  <a:pt x="-134" y="107551"/>
                  <a:pt x="-5277" y="98443"/>
                  <a:pt x="-975" y="91250"/>
                </a:cubicBezTo>
                <a:lnTo>
                  <a:pt x="16805" y="61607"/>
                </a:lnTo>
                <a:cubicBezTo>
                  <a:pt x="19729" y="56733"/>
                  <a:pt x="24972" y="53776"/>
                  <a:pt x="30652" y="53776"/>
                </a:cubicBezTo>
                <a:lnTo>
                  <a:pt x="62581" y="53776"/>
                </a:lnTo>
                <a:cubicBezTo>
                  <a:pt x="88158" y="10453"/>
                  <a:pt x="126305" y="8268"/>
                  <a:pt x="151815" y="11999"/>
                </a:cubicBezTo>
                <a:cubicBezTo>
                  <a:pt x="156117" y="12637"/>
                  <a:pt x="159478" y="15998"/>
                  <a:pt x="160083" y="20267"/>
                </a:cubicBezTo>
                <a:cubicBezTo>
                  <a:pt x="163814" y="45776"/>
                  <a:pt x="161629" y="83924"/>
                  <a:pt x="118306" y="109501"/>
                </a:cubicBezTo>
                <a:lnTo>
                  <a:pt x="118306" y="141430"/>
                </a:lnTo>
                <a:cubicBezTo>
                  <a:pt x="118306" y="147110"/>
                  <a:pt x="115349" y="152353"/>
                  <a:pt x="110475" y="155277"/>
                </a:cubicBezTo>
                <a:lnTo>
                  <a:pt x="80831" y="173057"/>
                </a:lnTo>
                <a:cubicBezTo>
                  <a:pt x="73673" y="177359"/>
                  <a:pt x="64531" y="172183"/>
                  <a:pt x="64531" y="163847"/>
                </a:cubicBezTo>
                <a:lnTo>
                  <a:pt x="64531" y="129061"/>
                </a:lnTo>
                <a:cubicBezTo>
                  <a:pt x="64531" y="117197"/>
                  <a:pt x="54885" y="107551"/>
                  <a:pt x="43020" y="107551"/>
                </a:cubicBezTo>
                <a:lnTo>
                  <a:pt x="42987" y="107551"/>
                </a:lnTo>
                <a:close/>
                <a:moveTo>
                  <a:pt x="134439" y="53776"/>
                </a:moveTo>
                <a:cubicBezTo>
                  <a:pt x="134439" y="44872"/>
                  <a:pt x="127210" y="37643"/>
                  <a:pt x="118306" y="37643"/>
                </a:cubicBezTo>
                <a:cubicBezTo>
                  <a:pt x="109402" y="37643"/>
                  <a:pt x="102174" y="44872"/>
                  <a:pt x="102174" y="53776"/>
                </a:cubicBezTo>
                <a:cubicBezTo>
                  <a:pt x="102174" y="62679"/>
                  <a:pt x="109402" y="69908"/>
                  <a:pt x="118306" y="69908"/>
                </a:cubicBezTo>
                <a:cubicBezTo>
                  <a:pt x="127210" y="69908"/>
                  <a:pt x="134439" y="62679"/>
                  <a:pt x="134439" y="53776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42" name="Text 39"/>
          <p:cNvSpPr/>
          <p:nvPr/>
        </p:nvSpPr>
        <p:spPr>
          <a:xfrm>
            <a:off x="6876714" y="1383541"/>
            <a:ext cx="3114682" cy="27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6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Идеальная программа для меня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367351" y="1872253"/>
            <a:ext cx="5296680" cy="1424838"/>
          </a:xfrm>
          <a:custGeom>
            <a:avLst/>
            <a:gdLst/>
            <a:ahLst/>
            <a:cxnLst/>
            <a:rect l="l" t="t" r="r" b="b"/>
            <a:pathLst>
              <a:path w="5296680" h="1424838">
                <a:moveTo>
                  <a:pt x="103244" y="0"/>
                </a:moveTo>
                <a:lnTo>
                  <a:pt x="5193436" y="0"/>
                </a:lnTo>
                <a:cubicBezTo>
                  <a:pt x="5250456" y="0"/>
                  <a:pt x="5296680" y="46224"/>
                  <a:pt x="5296680" y="103244"/>
                </a:cubicBezTo>
                <a:lnTo>
                  <a:pt x="5296680" y="1321594"/>
                </a:lnTo>
                <a:cubicBezTo>
                  <a:pt x="5296680" y="1378614"/>
                  <a:pt x="5250456" y="1424838"/>
                  <a:pt x="5193436" y="1424838"/>
                </a:cubicBezTo>
                <a:lnTo>
                  <a:pt x="103244" y="1424838"/>
                </a:lnTo>
                <a:cubicBezTo>
                  <a:pt x="46224" y="1424838"/>
                  <a:pt x="0" y="1378614"/>
                  <a:pt x="0" y="1321594"/>
                </a:cubicBezTo>
                <a:lnTo>
                  <a:pt x="0" y="103244"/>
                </a:lnTo>
                <a:cubicBezTo>
                  <a:pt x="0" y="46262"/>
                  <a:pt x="46262" y="0"/>
                  <a:pt x="103244" y="0"/>
                </a:cubicBezTo>
                <a:close/>
              </a:path>
            </a:pathLst>
          </a:custGeom>
          <a:solidFill>
            <a:srgbClr val="00D4FF"/>
          </a:solidFill>
          <a:ln w="20320">
            <a:solidFill>
              <a:srgbClr val="00D4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46317" y="2051215"/>
            <a:ext cx="5016186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ФТФ ТГУ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546317" y="2360962"/>
            <a:ext cx="5024790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«Технологии проектирования и управления БАС»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546317" y="2670710"/>
            <a:ext cx="5007582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4" dirty="0">
                <a:solidFill>
                  <a:srgbClr val="E8F4F8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Баллистика и гидроаэродинамика — программа, которая напрямую связана с моим опытом работы с беспилотниками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360468" y="3407221"/>
            <a:ext cx="2598436" cy="1695006"/>
          </a:xfrm>
          <a:custGeom>
            <a:avLst/>
            <a:gdLst/>
            <a:ahLst/>
            <a:cxnLst/>
            <a:rect l="l" t="t" r="r" b="b"/>
            <a:pathLst>
              <a:path w="2598436" h="1695006">
                <a:moveTo>
                  <a:pt x="68834" y="0"/>
                </a:moveTo>
                <a:lnTo>
                  <a:pt x="2529602" y="0"/>
                </a:lnTo>
                <a:cubicBezTo>
                  <a:pt x="2567618" y="0"/>
                  <a:pt x="2598436" y="30818"/>
                  <a:pt x="2598436" y="68834"/>
                </a:cubicBezTo>
                <a:lnTo>
                  <a:pt x="2598436" y="1626172"/>
                </a:lnTo>
                <a:cubicBezTo>
                  <a:pt x="2598436" y="1664188"/>
                  <a:pt x="2567618" y="1695006"/>
                  <a:pt x="2529602" y="1695006"/>
                </a:cubicBezTo>
                <a:lnTo>
                  <a:pt x="68834" y="1695006"/>
                </a:lnTo>
                <a:cubicBezTo>
                  <a:pt x="30818" y="1695006"/>
                  <a:pt x="0" y="1664188"/>
                  <a:pt x="0" y="1626172"/>
                </a:cubicBezTo>
                <a:lnTo>
                  <a:pt x="0" y="68834"/>
                </a:lnTo>
                <a:cubicBezTo>
                  <a:pt x="0" y="30844"/>
                  <a:pt x="30844" y="0"/>
                  <a:pt x="68834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48" name="Text 45"/>
          <p:cNvSpPr/>
          <p:nvPr/>
        </p:nvSpPr>
        <p:spPr>
          <a:xfrm>
            <a:off x="6498134" y="3544886"/>
            <a:ext cx="2391938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Что изучаю: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498134" y="3820217"/>
            <a:ext cx="2391938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Структура БАС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6498134" y="4061132"/>
            <a:ext cx="2391938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Подготовка к полёту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498134" y="4302047"/>
            <a:ext cx="2391938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Анализ неисправностей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498134" y="4542961"/>
            <a:ext cx="2391938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Ремонт и обслуживание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9065810" y="3407221"/>
            <a:ext cx="2598436" cy="1695006"/>
          </a:xfrm>
          <a:custGeom>
            <a:avLst/>
            <a:gdLst/>
            <a:ahLst/>
            <a:cxnLst/>
            <a:rect l="l" t="t" r="r" b="b"/>
            <a:pathLst>
              <a:path w="2598436" h="1695006">
                <a:moveTo>
                  <a:pt x="68834" y="0"/>
                </a:moveTo>
                <a:lnTo>
                  <a:pt x="2529602" y="0"/>
                </a:lnTo>
                <a:cubicBezTo>
                  <a:pt x="2567618" y="0"/>
                  <a:pt x="2598436" y="30818"/>
                  <a:pt x="2598436" y="68834"/>
                </a:cubicBezTo>
                <a:lnTo>
                  <a:pt x="2598436" y="1626172"/>
                </a:lnTo>
                <a:cubicBezTo>
                  <a:pt x="2598436" y="1664188"/>
                  <a:pt x="2567618" y="1695006"/>
                  <a:pt x="2529602" y="1695006"/>
                </a:cubicBezTo>
                <a:lnTo>
                  <a:pt x="68834" y="1695006"/>
                </a:lnTo>
                <a:cubicBezTo>
                  <a:pt x="30818" y="1695006"/>
                  <a:pt x="0" y="1664188"/>
                  <a:pt x="0" y="1626172"/>
                </a:cubicBezTo>
                <a:lnTo>
                  <a:pt x="0" y="68834"/>
                </a:lnTo>
                <a:cubicBezTo>
                  <a:pt x="0" y="30844"/>
                  <a:pt x="30844" y="0"/>
                  <a:pt x="68834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54" name="Text 51"/>
          <p:cNvSpPr/>
          <p:nvPr/>
        </p:nvSpPr>
        <p:spPr>
          <a:xfrm>
            <a:off x="9203476" y="3544886"/>
            <a:ext cx="2391938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Места: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9203476" y="3820217"/>
            <a:ext cx="2452167" cy="30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32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9203476" y="4129965"/>
            <a:ext cx="2391938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бюджетных мест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9203476" y="4408737"/>
            <a:ext cx="2323105" cy="6883"/>
          </a:xfrm>
          <a:custGeom>
            <a:avLst/>
            <a:gdLst/>
            <a:ahLst/>
            <a:cxnLst/>
            <a:rect l="l" t="t" r="r" b="b"/>
            <a:pathLst>
              <a:path w="2323105" h="6883">
                <a:moveTo>
                  <a:pt x="0" y="0"/>
                </a:moveTo>
                <a:lnTo>
                  <a:pt x="2323105" y="0"/>
                </a:lnTo>
                <a:lnTo>
                  <a:pt x="2323105" y="6883"/>
                </a:lnTo>
                <a:lnTo>
                  <a:pt x="0" y="6883"/>
                </a:lnTo>
                <a:lnTo>
                  <a:pt x="0" y="0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8" name="Text 55"/>
          <p:cNvSpPr/>
          <p:nvPr/>
        </p:nvSpPr>
        <p:spPr>
          <a:xfrm>
            <a:off x="9203476" y="4481014"/>
            <a:ext cx="2391938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Проходной балл: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9203476" y="4687512"/>
            <a:ext cx="2426354" cy="27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6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169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6360468" y="5203649"/>
            <a:ext cx="5308725" cy="722744"/>
          </a:xfrm>
          <a:custGeom>
            <a:avLst/>
            <a:gdLst/>
            <a:ahLst/>
            <a:cxnLst/>
            <a:rect l="l" t="t" r="r" b="b"/>
            <a:pathLst>
              <a:path w="5308725" h="722744">
                <a:moveTo>
                  <a:pt x="103251" y="0"/>
                </a:moveTo>
                <a:lnTo>
                  <a:pt x="5205474" y="0"/>
                </a:lnTo>
                <a:cubicBezTo>
                  <a:pt x="5262498" y="0"/>
                  <a:pt x="5308725" y="46227"/>
                  <a:pt x="5308725" y="103251"/>
                </a:cubicBezTo>
                <a:lnTo>
                  <a:pt x="5308725" y="619493"/>
                </a:lnTo>
                <a:cubicBezTo>
                  <a:pt x="5308725" y="676517"/>
                  <a:pt x="5262498" y="722744"/>
                  <a:pt x="5205474" y="722744"/>
                </a:cubicBezTo>
                <a:lnTo>
                  <a:pt x="103251" y="722744"/>
                </a:lnTo>
                <a:cubicBezTo>
                  <a:pt x="46227" y="722744"/>
                  <a:pt x="0" y="676517"/>
                  <a:pt x="0" y="619493"/>
                </a:cubicBezTo>
                <a:lnTo>
                  <a:pt x="0" y="103251"/>
                </a:lnTo>
                <a:cubicBezTo>
                  <a:pt x="0" y="46265"/>
                  <a:pt x="46265" y="0"/>
                  <a:pt x="103251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61" name="Shape 58"/>
          <p:cNvSpPr/>
          <p:nvPr/>
        </p:nvSpPr>
        <p:spPr>
          <a:xfrm>
            <a:off x="6515342" y="5382612"/>
            <a:ext cx="137665" cy="137665"/>
          </a:xfrm>
          <a:custGeom>
            <a:avLst/>
            <a:gdLst/>
            <a:ahLst/>
            <a:cxnLst/>
            <a:rect l="l" t="t" r="r" b="b"/>
            <a:pathLst>
              <a:path w="137665" h="137665">
                <a:moveTo>
                  <a:pt x="68833" y="137665"/>
                </a:moveTo>
                <a:cubicBezTo>
                  <a:pt x="106823" y="137665"/>
                  <a:pt x="137665" y="106823"/>
                  <a:pt x="137665" y="68833"/>
                </a:cubicBezTo>
                <a:cubicBezTo>
                  <a:pt x="137665" y="30843"/>
                  <a:pt x="106823" y="0"/>
                  <a:pt x="68833" y="0"/>
                </a:cubicBezTo>
                <a:cubicBezTo>
                  <a:pt x="30843" y="0"/>
                  <a:pt x="0" y="30843"/>
                  <a:pt x="0" y="68833"/>
                </a:cubicBezTo>
                <a:cubicBezTo>
                  <a:pt x="0" y="106823"/>
                  <a:pt x="30843" y="137665"/>
                  <a:pt x="68833" y="137665"/>
                </a:cubicBezTo>
                <a:close/>
                <a:moveTo>
                  <a:pt x="91526" y="57190"/>
                </a:moveTo>
                <a:lnTo>
                  <a:pt x="70016" y="91607"/>
                </a:lnTo>
                <a:cubicBezTo>
                  <a:pt x="68887" y="93408"/>
                  <a:pt x="66951" y="94537"/>
                  <a:pt x="64826" y="94645"/>
                </a:cubicBezTo>
                <a:cubicBezTo>
                  <a:pt x="62702" y="94753"/>
                  <a:pt x="60659" y="93785"/>
                  <a:pt x="59395" y="92064"/>
                </a:cubicBezTo>
                <a:lnTo>
                  <a:pt x="46489" y="74856"/>
                </a:lnTo>
                <a:cubicBezTo>
                  <a:pt x="44338" y="72006"/>
                  <a:pt x="44929" y="67972"/>
                  <a:pt x="47780" y="65821"/>
                </a:cubicBezTo>
                <a:cubicBezTo>
                  <a:pt x="50630" y="63670"/>
                  <a:pt x="54663" y="64262"/>
                  <a:pt x="56814" y="67112"/>
                </a:cubicBezTo>
                <a:lnTo>
                  <a:pt x="64074" y="76792"/>
                </a:lnTo>
                <a:lnTo>
                  <a:pt x="80583" y="50361"/>
                </a:lnTo>
                <a:cubicBezTo>
                  <a:pt x="82465" y="47349"/>
                  <a:pt x="86444" y="46408"/>
                  <a:pt x="89483" y="48317"/>
                </a:cubicBezTo>
                <a:cubicBezTo>
                  <a:pt x="92521" y="50226"/>
                  <a:pt x="93435" y="54179"/>
                  <a:pt x="91526" y="57217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62" name="Text 59"/>
          <p:cNvSpPr/>
          <p:nvPr/>
        </p:nvSpPr>
        <p:spPr>
          <a:xfrm>
            <a:off x="6716849" y="5341314"/>
            <a:ext cx="4883512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4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Эта программа идеально сочетает физику, математику, инженерию и IT</a:t>
            </a:r>
            <a:pPr>
              <a:lnSpc>
                <a:spcPct val="140000"/>
              </a:lnSpc>
            </a:pPr>
            <a:r>
              <a:rPr lang="en-US" sz="1084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всё то, что мне интересно и в чём я уже развиваюсь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d3ef1751cbe8e07be768dece6121ff565b39dfff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E17">
                  <a:alpha val="95000"/>
                </a:srgbClr>
              </a:gs>
              <a:gs pos="100000">
                <a:srgbClr val="1E3A5F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457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D4FF"/>
          </a:solidFill>
          <a:ln/>
          <a:effectLst>
            <a:outerShdw sx="100000" sy="100000" kx="0" ky="0" algn="bl" rotWithShape="0" blurRad="381000" dist="50800" dir="2700000">
              <a:srgbClr val="00d4ff">
                <a:alpha val="1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33400" y="609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2105" y="15091"/>
                </a:moveTo>
                <a:cubicBezTo>
                  <a:pt x="54114" y="12368"/>
                  <a:pt x="57329" y="10716"/>
                  <a:pt x="60722" y="10716"/>
                </a:cubicBezTo>
                <a:lnTo>
                  <a:pt x="167878" y="10716"/>
                </a:lnTo>
                <a:cubicBezTo>
                  <a:pt x="171271" y="10716"/>
                  <a:pt x="174486" y="12323"/>
                  <a:pt x="176495" y="15091"/>
                </a:cubicBezTo>
                <a:lnTo>
                  <a:pt x="226502" y="82957"/>
                </a:lnTo>
                <a:cubicBezTo>
                  <a:pt x="229538" y="87064"/>
                  <a:pt x="229225" y="92735"/>
                  <a:pt x="225832" y="96530"/>
                </a:cubicBezTo>
                <a:lnTo>
                  <a:pt x="122247" y="210830"/>
                </a:lnTo>
                <a:cubicBezTo>
                  <a:pt x="120238" y="213062"/>
                  <a:pt x="117336" y="214357"/>
                  <a:pt x="114300" y="214357"/>
                </a:cubicBezTo>
                <a:cubicBezTo>
                  <a:pt x="111264" y="214357"/>
                  <a:pt x="108406" y="213062"/>
                  <a:pt x="106353" y="210830"/>
                </a:cubicBezTo>
                <a:lnTo>
                  <a:pt x="2768" y="96530"/>
                </a:lnTo>
                <a:cubicBezTo>
                  <a:pt x="-670" y="92735"/>
                  <a:pt x="-938" y="87064"/>
                  <a:pt x="2098" y="82957"/>
                </a:cubicBezTo>
                <a:lnTo>
                  <a:pt x="52105" y="15091"/>
                </a:lnTo>
                <a:close/>
                <a:moveTo>
                  <a:pt x="69294" y="32861"/>
                </a:moveTo>
                <a:cubicBezTo>
                  <a:pt x="67821" y="33977"/>
                  <a:pt x="67419" y="35987"/>
                  <a:pt x="68357" y="37549"/>
                </a:cubicBezTo>
                <a:lnTo>
                  <a:pt x="93985" y="80278"/>
                </a:lnTo>
                <a:lnTo>
                  <a:pt x="28262" y="85725"/>
                </a:lnTo>
                <a:cubicBezTo>
                  <a:pt x="26432" y="85859"/>
                  <a:pt x="25003" y="87422"/>
                  <a:pt x="25003" y="89297"/>
                </a:cubicBezTo>
                <a:cubicBezTo>
                  <a:pt x="25003" y="91172"/>
                  <a:pt x="26432" y="92690"/>
                  <a:pt x="28262" y="92869"/>
                </a:cubicBezTo>
                <a:lnTo>
                  <a:pt x="113987" y="100013"/>
                </a:lnTo>
                <a:cubicBezTo>
                  <a:pt x="114166" y="100013"/>
                  <a:pt x="114389" y="100013"/>
                  <a:pt x="114568" y="100013"/>
                </a:cubicBezTo>
                <a:lnTo>
                  <a:pt x="200293" y="92869"/>
                </a:lnTo>
                <a:cubicBezTo>
                  <a:pt x="202123" y="92735"/>
                  <a:pt x="203552" y="91172"/>
                  <a:pt x="203552" y="89297"/>
                </a:cubicBezTo>
                <a:cubicBezTo>
                  <a:pt x="203552" y="87422"/>
                  <a:pt x="202123" y="85904"/>
                  <a:pt x="200293" y="85725"/>
                </a:cubicBezTo>
                <a:lnTo>
                  <a:pt x="134570" y="80233"/>
                </a:lnTo>
                <a:lnTo>
                  <a:pt x="160199" y="37549"/>
                </a:lnTo>
                <a:cubicBezTo>
                  <a:pt x="161136" y="35987"/>
                  <a:pt x="160734" y="33933"/>
                  <a:pt x="159261" y="32861"/>
                </a:cubicBezTo>
                <a:cubicBezTo>
                  <a:pt x="157788" y="31790"/>
                  <a:pt x="155734" y="31968"/>
                  <a:pt x="154484" y="33308"/>
                </a:cubicBezTo>
                <a:lnTo>
                  <a:pt x="114300" y="76885"/>
                </a:lnTo>
                <a:lnTo>
                  <a:pt x="74072" y="33308"/>
                </a:lnTo>
                <a:cubicBezTo>
                  <a:pt x="72822" y="31968"/>
                  <a:pt x="70768" y="31790"/>
                  <a:pt x="69294" y="32861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6" name="Text 3"/>
          <p:cNvSpPr/>
          <p:nvPr/>
        </p:nvSpPr>
        <p:spPr>
          <a:xfrm>
            <a:off x="1066800" y="381000"/>
            <a:ext cx="3676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АРГУМЕНТАЦИЯ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66800" y="609600"/>
            <a:ext cx="3829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Почему именно 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4810" y="1261110"/>
            <a:ext cx="3703320" cy="3893820"/>
          </a:xfrm>
          <a:custGeom>
            <a:avLst/>
            <a:gdLst/>
            <a:ahLst/>
            <a:cxnLst/>
            <a:rect l="l" t="t" r="r" b="b"/>
            <a:pathLst>
              <a:path w="3703320" h="3893820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3779536"/>
                </a:lnTo>
                <a:cubicBezTo>
                  <a:pt x="3703320" y="3842653"/>
                  <a:pt x="3652153" y="3893820"/>
                  <a:pt x="3589036" y="3893820"/>
                </a:cubicBezTo>
                <a:lnTo>
                  <a:pt x="114284" y="3893820"/>
                </a:lnTo>
                <a:cubicBezTo>
                  <a:pt x="51167" y="3893820"/>
                  <a:pt x="0" y="3842653"/>
                  <a:pt x="0" y="3779536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9120" y="14554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0" name="Shape 7"/>
          <p:cNvSpPr/>
          <p:nvPr/>
        </p:nvSpPr>
        <p:spPr>
          <a:xfrm>
            <a:off x="712470" y="15887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1" name="Text 8"/>
          <p:cNvSpPr/>
          <p:nvPr/>
        </p:nvSpPr>
        <p:spPr>
          <a:xfrm>
            <a:off x="1150620" y="1550673"/>
            <a:ext cx="266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Сочетание теории и практики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79120" y="2026923"/>
            <a:ext cx="3314700" cy="1238250"/>
          </a:xfrm>
          <a:custGeom>
            <a:avLst/>
            <a:gdLst/>
            <a:ahLst/>
            <a:cxnLst/>
            <a:rect l="l" t="t" r="r" b="b"/>
            <a:pathLst>
              <a:path w="3314700" h="1238250">
                <a:moveTo>
                  <a:pt x="76202" y="0"/>
                </a:moveTo>
                <a:lnTo>
                  <a:pt x="3238498" y="0"/>
                </a:lnTo>
                <a:cubicBezTo>
                  <a:pt x="3280583" y="0"/>
                  <a:pt x="3314700" y="34117"/>
                  <a:pt x="3314700" y="76202"/>
                </a:cubicBezTo>
                <a:lnTo>
                  <a:pt x="3314700" y="1162048"/>
                </a:lnTo>
                <a:cubicBezTo>
                  <a:pt x="3314700" y="1204133"/>
                  <a:pt x="3280583" y="1238250"/>
                  <a:pt x="3238498" y="1238250"/>
                </a:cubicBezTo>
                <a:lnTo>
                  <a:pt x="76202" y="1238250"/>
                </a:lnTo>
                <a:cubicBezTo>
                  <a:pt x="34117" y="1238250"/>
                  <a:pt x="0" y="1204133"/>
                  <a:pt x="0" y="116204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179323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Академические достижения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1520" y="2484123"/>
            <a:ext cx="30861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Участие в олимпиадах демонстрирует глубокое понимание физики, математики и естественных наук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79120" y="3379473"/>
            <a:ext cx="3314700" cy="1238250"/>
          </a:xfrm>
          <a:custGeom>
            <a:avLst/>
            <a:gdLst/>
            <a:ahLst/>
            <a:cxnLst/>
            <a:rect l="l" t="t" r="r" b="b"/>
            <a:pathLst>
              <a:path w="3314700" h="1238250">
                <a:moveTo>
                  <a:pt x="76202" y="0"/>
                </a:moveTo>
                <a:lnTo>
                  <a:pt x="3238498" y="0"/>
                </a:lnTo>
                <a:cubicBezTo>
                  <a:pt x="3280583" y="0"/>
                  <a:pt x="3314700" y="34117"/>
                  <a:pt x="3314700" y="76202"/>
                </a:cubicBezTo>
                <a:lnTo>
                  <a:pt x="3314700" y="1162048"/>
                </a:lnTo>
                <a:cubicBezTo>
                  <a:pt x="3314700" y="1204133"/>
                  <a:pt x="3280583" y="1238250"/>
                  <a:pt x="3238498" y="1238250"/>
                </a:cubicBezTo>
                <a:lnTo>
                  <a:pt x="76202" y="1238250"/>
                </a:lnTo>
                <a:cubicBezTo>
                  <a:pt x="34117" y="1238250"/>
                  <a:pt x="0" y="1204133"/>
                  <a:pt x="0" y="116204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531873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Практические навыки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31520" y="3836673"/>
            <a:ext cx="30861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Работа с БПЛА даёт реальный инженерный опыт: от конструирования до программирования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02932" y="47510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893445" y="4732023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Уникальное сочетание для школьника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245531" y="1261110"/>
            <a:ext cx="3703320" cy="3893820"/>
          </a:xfrm>
          <a:custGeom>
            <a:avLst/>
            <a:gdLst/>
            <a:ahLst/>
            <a:cxnLst/>
            <a:rect l="l" t="t" r="r" b="b"/>
            <a:pathLst>
              <a:path w="3703320" h="3893820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3779536"/>
                </a:lnTo>
                <a:cubicBezTo>
                  <a:pt x="3703320" y="3842653"/>
                  <a:pt x="3652153" y="3893820"/>
                  <a:pt x="3589036" y="3893820"/>
                </a:cubicBezTo>
                <a:lnTo>
                  <a:pt x="114284" y="3893820"/>
                </a:lnTo>
                <a:cubicBezTo>
                  <a:pt x="51167" y="3893820"/>
                  <a:pt x="0" y="3842653"/>
                  <a:pt x="0" y="3779536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39841" y="14554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2" name="Shape 19"/>
          <p:cNvSpPr/>
          <p:nvPr/>
        </p:nvSpPr>
        <p:spPr>
          <a:xfrm>
            <a:off x="4573191" y="15887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14114" y="120960"/>
                </a:moveTo>
                <a:lnTo>
                  <a:pt x="60424" y="141610"/>
                </a:lnTo>
                <a:cubicBezTo>
                  <a:pt x="53206" y="144400"/>
                  <a:pt x="46100" y="137294"/>
                  <a:pt x="48890" y="130076"/>
                </a:cubicBezTo>
                <a:lnTo>
                  <a:pt x="69540" y="76386"/>
                </a:lnTo>
                <a:cubicBezTo>
                  <a:pt x="70768" y="73223"/>
                  <a:pt x="73223" y="70768"/>
                  <a:pt x="76386" y="69540"/>
                </a:cubicBezTo>
                <a:lnTo>
                  <a:pt x="130076" y="48890"/>
                </a:lnTo>
                <a:cubicBezTo>
                  <a:pt x="137294" y="46100"/>
                  <a:pt x="144400" y="53206"/>
                  <a:pt x="141610" y="60424"/>
                </a:cubicBezTo>
                <a:lnTo>
                  <a:pt x="120960" y="114114"/>
                </a:lnTo>
                <a:cubicBezTo>
                  <a:pt x="119769" y="117277"/>
                  <a:pt x="117277" y="119732"/>
                  <a:pt x="114114" y="120960"/>
                </a:cubicBezTo>
                <a:close/>
                <a:moveTo>
                  <a:pt x="107156" y="95250"/>
                </a:moveTo>
                <a:cubicBezTo>
                  <a:pt x="107156" y="88679"/>
                  <a:pt x="101821" y="83344"/>
                  <a:pt x="95250" y="83344"/>
                </a:cubicBezTo>
                <a:cubicBezTo>
                  <a:pt x="88679" y="83344"/>
                  <a:pt x="83344" y="88679"/>
                  <a:pt x="83344" y="95250"/>
                </a:cubicBezTo>
                <a:cubicBezTo>
                  <a:pt x="83344" y="101821"/>
                  <a:pt x="88679" y="107156"/>
                  <a:pt x="95250" y="107156"/>
                </a:cubicBezTo>
                <a:cubicBezTo>
                  <a:pt x="101821" y="107156"/>
                  <a:pt x="107156" y="101821"/>
                  <a:pt x="107156" y="9525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3" name="Text 20"/>
          <p:cNvSpPr/>
          <p:nvPr/>
        </p:nvSpPr>
        <p:spPr>
          <a:xfrm>
            <a:off x="5011341" y="1550673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Чёткие цели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439841" y="2026923"/>
            <a:ext cx="3314700" cy="1028700"/>
          </a:xfrm>
          <a:custGeom>
            <a:avLst/>
            <a:gdLst/>
            <a:ahLst/>
            <a:cxnLst/>
            <a:rect l="l" t="t" r="r" b="b"/>
            <a:pathLst>
              <a:path w="3314700" h="1028700">
                <a:moveTo>
                  <a:pt x="76196" y="0"/>
                </a:moveTo>
                <a:lnTo>
                  <a:pt x="3238504" y="0"/>
                </a:lnTo>
                <a:cubicBezTo>
                  <a:pt x="3280586" y="0"/>
                  <a:pt x="3314700" y="34114"/>
                  <a:pt x="3314700" y="76196"/>
                </a:cubicBezTo>
                <a:lnTo>
                  <a:pt x="3314700" y="952504"/>
                </a:lnTo>
                <a:cubicBezTo>
                  <a:pt x="3314700" y="994586"/>
                  <a:pt x="3280586" y="1028700"/>
                  <a:pt x="323850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5" name="Text 22"/>
          <p:cNvSpPr/>
          <p:nvPr/>
        </p:nvSpPr>
        <p:spPr>
          <a:xfrm>
            <a:off x="4592241" y="2179323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Я знаю, к чему стремлюсь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592241" y="2484123"/>
            <a:ext cx="3086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Конкретная цель — поступление в ТГУ на программу по БПЛА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439841" y="3169923"/>
            <a:ext cx="3314700" cy="1028700"/>
          </a:xfrm>
          <a:custGeom>
            <a:avLst/>
            <a:gdLst/>
            <a:ahLst/>
            <a:cxnLst/>
            <a:rect l="l" t="t" r="r" b="b"/>
            <a:pathLst>
              <a:path w="3314700" h="1028700">
                <a:moveTo>
                  <a:pt x="76196" y="0"/>
                </a:moveTo>
                <a:lnTo>
                  <a:pt x="3238504" y="0"/>
                </a:lnTo>
                <a:cubicBezTo>
                  <a:pt x="3280586" y="0"/>
                  <a:pt x="3314700" y="34114"/>
                  <a:pt x="3314700" y="76196"/>
                </a:cubicBezTo>
                <a:lnTo>
                  <a:pt x="3314700" y="952504"/>
                </a:lnTo>
                <a:cubicBezTo>
                  <a:pt x="3314700" y="994586"/>
                  <a:pt x="3280586" y="1028700"/>
                  <a:pt x="323850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8" name="Text 25"/>
          <p:cNvSpPr/>
          <p:nvPr/>
        </p:nvSpPr>
        <p:spPr>
          <a:xfrm>
            <a:off x="4592241" y="3322323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Осознанный выбор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592241" y="3627123"/>
            <a:ext cx="3086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Профессия в сфере высоких технологий — моё призвание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463653" y="47510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1" name="Text 28"/>
          <p:cNvSpPr/>
          <p:nvPr/>
        </p:nvSpPr>
        <p:spPr>
          <a:xfrm>
            <a:off x="4754166" y="4732023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Целеустремлённость и мотивация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106371" y="1261110"/>
            <a:ext cx="3703320" cy="3893820"/>
          </a:xfrm>
          <a:custGeom>
            <a:avLst/>
            <a:gdLst/>
            <a:ahLst/>
            <a:cxnLst/>
            <a:rect l="l" t="t" r="r" b="b"/>
            <a:pathLst>
              <a:path w="3703320" h="3893820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3779536"/>
                </a:lnTo>
                <a:cubicBezTo>
                  <a:pt x="3703320" y="3842653"/>
                  <a:pt x="3652153" y="3893820"/>
                  <a:pt x="3589036" y="3893820"/>
                </a:cubicBezTo>
                <a:lnTo>
                  <a:pt x="114284" y="3893820"/>
                </a:lnTo>
                <a:cubicBezTo>
                  <a:pt x="51167" y="3893820"/>
                  <a:pt x="0" y="3842653"/>
                  <a:pt x="0" y="3779536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300681" y="14554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4" name="Shape 31"/>
          <p:cNvSpPr/>
          <p:nvPr/>
        </p:nvSpPr>
        <p:spPr>
          <a:xfrm>
            <a:off x="8445937" y="158877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59717" y="-9823"/>
                </a:moveTo>
                <a:cubicBezTo>
                  <a:pt x="63178" y="-12725"/>
                  <a:pt x="68275" y="-12613"/>
                  <a:pt x="71586" y="-9488"/>
                </a:cubicBezTo>
                <a:cubicBezTo>
                  <a:pt x="76163" y="-5172"/>
                  <a:pt x="80256" y="-409"/>
                  <a:pt x="84200" y="4428"/>
                </a:cubicBezTo>
                <a:cubicBezTo>
                  <a:pt x="89222" y="10567"/>
                  <a:pt x="95250" y="18678"/>
                  <a:pt x="101054" y="28315"/>
                </a:cubicBezTo>
                <a:cubicBezTo>
                  <a:pt x="102989" y="25784"/>
                  <a:pt x="104775" y="23552"/>
                  <a:pt x="106338" y="21654"/>
                </a:cubicBezTo>
                <a:cubicBezTo>
                  <a:pt x="106747" y="21171"/>
                  <a:pt x="107156" y="20650"/>
                  <a:pt x="107566" y="20129"/>
                </a:cubicBezTo>
                <a:cubicBezTo>
                  <a:pt x="110505" y="16483"/>
                  <a:pt x="114151" y="11906"/>
                  <a:pt x="119025" y="11906"/>
                </a:cubicBezTo>
                <a:cubicBezTo>
                  <a:pt x="124011" y="11906"/>
                  <a:pt x="127508" y="16334"/>
                  <a:pt x="130485" y="20129"/>
                </a:cubicBezTo>
                <a:cubicBezTo>
                  <a:pt x="130969" y="20762"/>
                  <a:pt x="131452" y="21357"/>
                  <a:pt x="131936" y="21915"/>
                </a:cubicBezTo>
                <a:cubicBezTo>
                  <a:pt x="135768" y="26529"/>
                  <a:pt x="140866" y="33189"/>
                  <a:pt x="145963" y="41411"/>
                </a:cubicBezTo>
                <a:cubicBezTo>
                  <a:pt x="156083" y="57745"/>
                  <a:pt x="166650" y="81000"/>
                  <a:pt x="166650" y="107119"/>
                </a:cubicBezTo>
                <a:cubicBezTo>
                  <a:pt x="166650" y="153144"/>
                  <a:pt x="129332" y="190463"/>
                  <a:pt x="83307" y="190463"/>
                </a:cubicBezTo>
                <a:cubicBezTo>
                  <a:pt x="37281" y="190463"/>
                  <a:pt x="0" y="153181"/>
                  <a:pt x="0" y="107156"/>
                </a:cubicBezTo>
                <a:cubicBezTo>
                  <a:pt x="0" y="73261"/>
                  <a:pt x="15292" y="43904"/>
                  <a:pt x="29952" y="23440"/>
                </a:cubicBezTo>
                <a:cubicBezTo>
                  <a:pt x="37356" y="13134"/>
                  <a:pt x="44723" y="4874"/>
                  <a:pt x="50267" y="-781"/>
                </a:cubicBezTo>
                <a:cubicBezTo>
                  <a:pt x="53318" y="-3907"/>
                  <a:pt x="56406" y="-6995"/>
                  <a:pt x="59754" y="-9785"/>
                </a:cubicBezTo>
                <a:close/>
                <a:moveTo>
                  <a:pt x="83976" y="154781"/>
                </a:moveTo>
                <a:cubicBezTo>
                  <a:pt x="93390" y="154781"/>
                  <a:pt x="101724" y="152177"/>
                  <a:pt x="109575" y="146968"/>
                </a:cubicBezTo>
                <a:cubicBezTo>
                  <a:pt x="125239" y="136029"/>
                  <a:pt x="129443" y="114151"/>
                  <a:pt x="120030" y="96962"/>
                </a:cubicBezTo>
                <a:cubicBezTo>
                  <a:pt x="118356" y="93613"/>
                  <a:pt x="114077" y="93390"/>
                  <a:pt x="111658" y="96217"/>
                </a:cubicBezTo>
                <a:lnTo>
                  <a:pt x="102282" y="107119"/>
                </a:lnTo>
                <a:cubicBezTo>
                  <a:pt x="99826" y="109947"/>
                  <a:pt x="95399" y="109872"/>
                  <a:pt x="93092" y="106933"/>
                </a:cubicBezTo>
                <a:cubicBezTo>
                  <a:pt x="86655" y="98710"/>
                  <a:pt x="74823" y="83716"/>
                  <a:pt x="68796" y="76051"/>
                </a:cubicBezTo>
                <a:cubicBezTo>
                  <a:pt x="66787" y="73484"/>
                  <a:pt x="63140" y="73075"/>
                  <a:pt x="60796" y="75344"/>
                </a:cubicBezTo>
                <a:cubicBezTo>
                  <a:pt x="53987" y="81967"/>
                  <a:pt x="41635" y="96478"/>
                  <a:pt x="41635" y="114151"/>
                </a:cubicBezTo>
                <a:cubicBezTo>
                  <a:pt x="41635" y="139675"/>
                  <a:pt x="60461" y="154781"/>
                  <a:pt x="83939" y="154781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35" name="Text 32"/>
          <p:cNvSpPr/>
          <p:nvPr/>
        </p:nvSpPr>
        <p:spPr>
          <a:xfrm>
            <a:off x="8872181" y="1550673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Готовность к вызовам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300681" y="2026923"/>
            <a:ext cx="3314700" cy="1028700"/>
          </a:xfrm>
          <a:custGeom>
            <a:avLst/>
            <a:gdLst/>
            <a:ahLst/>
            <a:cxnLst/>
            <a:rect l="l" t="t" r="r" b="b"/>
            <a:pathLst>
              <a:path w="3314700" h="1028700">
                <a:moveTo>
                  <a:pt x="76196" y="0"/>
                </a:moveTo>
                <a:lnTo>
                  <a:pt x="3238504" y="0"/>
                </a:lnTo>
                <a:cubicBezTo>
                  <a:pt x="3280586" y="0"/>
                  <a:pt x="3314700" y="34114"/>
                  <a:pt x="3314700" y="76196"/>
                </a:cubicBezTo>
                <a:lnTo>
                  <a:pt x="3314700" y="952504"/>
                </a:lnTo>
                <a:cubicBezTo>
                  <a:pt x="3314700" y="994586"/>
                  <a:pt x="3280586" y="1028700"/>
                  <a:pt x="323850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37" name="Text 34"/>
          <p:cNvSpPr/>
          <p:nvPr/>
        </p:nvSpPr>
        <p:spPr>
          <a:xfrm>
            <a:off x="8453081" y="2179323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Опыт решения задач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453081" y="2484123"/>
            <a:ext cx="3086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Олимпиады и проекты научили работать в условиях неопределённости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300681" y="3169923"/>
            <a:ext cx="3314700" cy="1028700"/>
          </a:xfrm>
          <a:custGeom>
            <a:avLst/>
            <a:gdLst/>
            <a:ahLst/>
            <a:cxnLst/>
            <a:rect l="l" t="t" r="r" b="b"/>
            <a:pathLst>
              <a:path w="3314700" h="1028700">
                <a:moveTo>
                  <a:pt x="76196" y="0"/>
                </a:moveTo>
                <a:lnTo>
                  <a:pt x="3238504" y="0"/>
                </a:lnTo>
                <a:cubicBezTo>
                  <a:pt x="3280586" y="0"/>
                  <a:pt x="3314700" y="34114"/>
                  <a:pt x="3314700" y="76196"/>
                </a:cubicBezTo>
                <a:lnTo>
                  <a:pt x="3314700" y="952504"/>
                </a:lnTo>
                <a:cubicBezTo>
                  <a:pt x="3314700" y="994586"/>
                  <a:pt x="3280586" y="1028700"/>
                  <a:pt x="323850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40" name="Text 37"/>
          <p:cNvSpPr/>
          <p:nvPr/>
        </p:nvSpPr>
        <p:spPr>
          <a:xfrm>
            <a:off x="8453081" y="3322323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Командная работа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453081" y="3627123"/>
            <a:ext cx="3086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Умею эффективно взаимодействовать в группе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324493" y="47510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3" name="Text 40"/>
          <p:cNvSpPr/>
          <p:nvPr/>
        </p:nvSpPr>
        <p:spPr>
          <a:xfrm>
            <a:off x="8615006" y="4732023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Готов к инженерным кейсам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388620" y="5318761"/>
            <a:ext cx="11416665" cy="1329690"/>
          </a:xfrm>
          <a:custGeom>
            <a:avLst/>
            <a:gdLst/>
            <a:ahLst/>
            <a:cxnLst/>
            <a:rect l="l" t="t" r="r" b="b"/>
            <a:pathLst>
              <a:path w="11416665" h="1329690">
                <a:moveTo>
                  <a:pt x="114300" y="0"/>
                </a:moveTo>
                <a:lnTo>
                  <a:pt x="11302365" y="0"/>
                </a:lnTo>
                <a:cubicBezTo>
                  <a:pt x="11365491" y="0"/>
                  <a:pt x="11416665" y="51174"/>
                  <a:pt x="11416665" y="114300"/>
                </a:cubicBezTo>
                <a:lnTo>
                  <a:pt x="11416665" y="1215390"/>
                </a:lnTo>
                <a:cubicBezTo>
                  <a:pt x="11416665" y="1278516"/>
                  <a:pt x="11365491" y="1329690"/>
                  <a:pt x="11302365" y="1329690"/>
                </a:cubicBezTo>
                <a:lnTo>
                  <a:pt x="114300" y="1329690"/>
                </a:lnTo>
                <a:cubicBezTo>
                  <a:pt x="51174" y="1329690"/>
                  <a:pt x="0" y="1278516"/>
                  <a:pt x="0" y="121539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D4FF"/>
          </a:solidFill>
          <a:ln w="20320">
            <a:solidFill>
              <a:srgbClr val="00D4F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6740" y="568106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6" name="Shape 43"/>
          <p:cNvSpPr/>
          <p:nvPr/>
        </p:nvSpPr>
        <p:spPr>
          <a:xfrm>
            <a:off x="733187" y="5842992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2734" y="-10548"/>
                </a:moveTo>
                <a:cubicBezTo>
                  <a:pt x="170445" y="-15013"/>
                  <a:pt x="165813" y="-17859"/>
                  <a:pt x="160790" y="-17859"/>
                </a:cubicBezTo>
                <a:cubicBezTo>
                  <a:pt x="155767" y="-17859"/>
                  <a:pt x="151135" y="-15013"/>
                  <a:pt x="148847" y="-10548"/>
                </a:cubicBezTo>
                <a:lnTo>
                  <a:pt x="107770" y="69931"/>
                </a:lnTo>
                <a:lnTo>
                  <a:pt x="18529" y="84106"/>
                </a:lnTo>
                <a:cubicBezTo>
                  <a:pt x="13562" y="84888"/>
                  <a:pt x="9432" y="88404"/>
                  <a:pt x="7869" y="93204"/>
                </a:cubicBezTo>
                <a:cubicBezTo>
                  <a:pt x="6307" y="98003"/>
                  <a:pt x="7590" y="103250"/>
                  <a:pt x="11106" y="106821"/>
                </a:cubicBezTo>
                <a:lnTo>
                  <a:pt x="74954" y="170724"/>
                </a:lnTo>
                <a:lnTo>
                  <a:pt x="60889" y="259966"/>
                </a:lnTo>
                <a:cubicBezTo>
                  <a:pt x="60108" y="264933"/>
                  <a:pt x="62173" y="269956"/>
                  <a:pt x="66247" y="272914"/>
                </a:cubicBezTo>
                <a:cubicBezTo>
                  <a:pt x="70321" y="275872"/>
                  <a:pt x="75679" y="276318"/>
                  <a:pt x="80200" y="274030"/>
                </a:cubicBezTo>
                <a:lnTo>
                  <a:pt x="160790" y="233065"/>
                </a:lnTo>
                <a:lnTo>
                  <a:pt x="241325" y="274030"/>
                </a:lnTo>
                <a:cubicBezTo>
                  <a:pt x="245790" y="276318"/>
                  <a:pt x="251203" y="275872"/>
                  <a:pt x="255277" y="272914"/>
                </a:cubicBezTo>
                <a:cubicBezTo>
                  <a:pt x="259352" y="269956"/>
                  <a:pt x="261417" y="264988"/>
                  <a:pt x="260635" y="259966"/>
                </a:cubicBezTo>
                <a:lnTo>
                  <a:pt x="246515" y="170724"/>
                </a:lnTo>
                <a:lnTo>
                  <a:pt x="310362" y="106821"/>
                </a:lnTo>
                <a:cubicBezTo>
                  <a:pt x="313934" y="103250"/>
                  <a:pt x="315162" y="98003"/>
                  <a:pt x="313599" y="93204"/>
                </a:cubicBezTo>
                <a:cubicBezTo>
                  <a:pt x="312037" y="88404"/>
                  <a:pt x="307963" y="84888"/>
                  <a:pt x="302940" y="84106"/>
                </a:cubicBezTo>
                <a:lnTo>
                  <a:pt x="213754" y="69931"/>
                </a:lnTo>
                <a:lnTo>
                  <a:pt x="172734" y="-10548"/>
                </a:ln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47" name="Text 44"/>
          <p:cNvSpPr/>
          <p:nvPr/>
        </p:nvSpPr>
        <p:spPr>
          <a:xfrm>
            <a:off x="1348740" y="5516882"/>
            <a:ext cx="10372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Я — идеальный кандидат для форума «Технологические лидеры»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1348740" y="5897761"/>
            <a:ext cx="103441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Потому что я уже сегодня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создаю технологии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а не просто мечтаю о них. У меня есть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результаты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навыки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и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чёткий план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развития в технологической сфере.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a1207db2326ba4d300848d5ccd49c1cca6cdff4f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8986" b="8986"/>
          <a:stretch/>
        </p:blipFill>
        <p:spPr>
          <a:xfrm>
            <a:off x="0" y="0"/>
            <a:ext cx="12192000" cy="6856868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6868"/>
          </a:xfrm>
          <a:custGeom>
            <a:avLst/>
            <a:gdLst/>
            <a:ahLst/>
            <a:cxnLst/>
            <a:rect l="l" t="t" r="r" b="b"/>
            <a:pathLst>
              <a:path w="12192000" h="6856868">
                <a:moveTo>
                  <a:pt x="0" y="0"/>
                </a:moveTo>
                <a:lnTo>
                  <a:pt x="12192000" y="0"/>
                </a:lnTo>
                <a:lnTo>
                  <a:pt x="12192000" y="6856868"/>
                </a:lnTo>
                <a:lnTo>
                  <a:pt x="0" y="6856868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E17">
                  <a:alpha val="95000"/>
                </a:srgbClr>
              </a:gs>
              <a:gs pos="100000">
                <a:srgbClr val="1E3A5F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62318" y="434782"/>
            <a:ext cx="507245" cy="507245"/>
          </a:xfrm>
          <a:custGeom>
            <a:avLst/>
            <a:gdLst/>
            <a:ahLst/>
            <a:cxnLst/>
            <a:rect l="l" t="t" r="r" b="b"/>
            <a:pathLst>
              <a:path w="507245" h="507245">
                <a:moveTo>
                  <a:pt x="108698" y="0"/>
                </a:moveTo>
                <a:lnTo>
                  <a:pt x="398548" y="0"/>
                </a:lnTo>
                <a:cubicBezTo>
                  <a:pt x="458580" y="0"/>
                  <a:pt x="507245" y="48666"/>
                  <a:pt x="507245" y="108698"/>
                </a:cubicBezTo>
                <a:lnTo>
                  <a:pt x="507245" y="398548"/>
                </a:lnTo>
                <a:cubicBezTo>
                  <a:pt x="507245" y="458580"/>
                  <a:pt x="458580" y="507245"/>
                  <a:pt x="398548" y="507245"/>
                </a:cubicBezTo>
                <a:lnTo>
                  <a:pt x="108698" y="507245"/>
                </a:lnTo>
                <a:cubicBezTo>
                  <a:pt x="48666" y="507245"/>
                  <a:pt x="0" y="458580"/>
                  <a:pt x="0" y="398548"/>
                </a:cubicBezTo>
                <a:lnTo>
                  <a:pt x="0" y="108698"/>
                </a:lnTo>
                <a:cubicBezTo>
                  <a:pt x="0" y="48706"/>
                  <a:pt x="48706" y="0"/>
                  <a:pt x="108698" y="0"/>
                </a:cubicBezTo>
                <a:close/>
              </a:path>
            </a:pathLst>
          </a:custGeom>
          <a:solidFill>
            <a:srgbClr val="00D4FF"/>
          </a:solidFill>
          <a:ln/>
          <a:effectLst>
            <a:outerShdw sx="100000" sy="100000" kx="0" ky="0" algn="bl" rotWithShape="0" blurRad="362318" dist="50800" dir="2700000">
              <a:srgbClr val="00d4ff">
                <a:alpha val="1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93658" y="579709"/>
            <a:ext cx="244565" cy="217391"/>
          </a:xfrm>
          <a:custGeom>
            <a:avLst/>
            <a:gdLst/>
            <a:ahLst/>
            <a:cxnLst/>
            <a:rect l="l" t="t" r="r" b="b"/>
            <a:pathLst>
              <a:path w="244565" h="217391">
                <a:moveTo>
                  <a:pt x="114173" y="36175"/>
                </a:moveTo>
                <a:lnTo>
                  <a:pt x="64665" y="91202"/>
                </a:lnTo>
                <a:cubicBezTo>
                  <a:pt x="62712" y="93368"/>
                  <a:pt x="62797" y="96722"/>
                  <a:pt x="64878" y="98802"/>
                </a:cubicBezTo>
                <a:cubicBezTo>
                  <a:pt x="77828" y="111752"/>
                  <a:pt x="98845" y="111752"/>
                  <a:pt x="111795" y="98802"/>
                </a:cubicBezTo>
                <a:lnTo>
                  <a:pt x="125297" y="85300"/>
                </a:lnTo>
                <a:cubicBezTo>
                  <a:pt x="127080" y="83517"/>
                  <a:pt x="129331" y="82541"/>
                  <a:pt x="131623" y="82371"/>
                </a:cubicBezTo>
                <a:cubicBezTo>
                  <a:pt x="134511" y="82116"/>
                  <a:pt x="137483" y="83093"/>
                  <a:pt x="139691" y="85300"/>
                </a:cubicBezTo>
                <a:lnTo>
                  <a:pt x="214673" y="159646"/>
                </a:lnTo>
                <a:lnTo>
                  <a:pt x="244565" y="135869"/>
                </a:lnTo>
                <a:lnTo>
                  <a:pt x="244565" y="13587"/>
                </a:lnTo>
                <a:lnTo>
                  <a:pt x="197010" y="40761"/>
                </a:lnTo>
                <a:lnTo>
                  <a:pt x="186905" y="34010"/>
                </a:lnTo>
                <a:cubicBezTo>
                  <a:pt x="180197" y="29552"/>
                  <a:pt x="172342" y="27174"/>
                  <a:pt x="164274" y="27174"/>
                </a:cubicBezTo>
                <a:lnTo>
                  <a:pt x="134383" y="27174"/>
                </a:lnTo>
                <a:cubicBezTo>
                  <a:pt x="133916" y="27174"/>
                  <a:pt x="133407" y="27174"/>
                  <a:pt x="132940" y="27216"/>
                </a:cubicBezTo>
                <a:cubicBezTo>
                  <a:pt x="125764" y="27598"/>
                  <a:pt x="119013" y="30825"/>
                  <a:pt x="114173" y="36175"/>
                </a:cubicBezTo>
                <a:close/>
                <a:moveTo>
                  <a:pt x="49507" y="77573"/>
                </a:moveTo>
                <a:lnTo>
                  <a:pt x="94854" y="27174"/>
                </a:lnTo>
                <a:lnTo>
                  <a:pt x="78040" y="27174"/>
                </a:lnTo>
                <a:cubicBezTo>
                  <a:pt x="67213" y="27174"/>
                  <a:pt x="56853" y="31462"/>
                  <a:pt x="49210" y="39105"/>
                </a:cubicBezTo>
                <a:lnTo>
                  <a:pt x="47554" y="40761"/>
                </a:lnTo>
                <a:lnTo>
                  <a:pt x="0" y="13587"/>
                </a:lnTo>
                <a:lnTo>
                  <a:pt x="0" y="135869"/>
                </a:lnTo>
                <a:lnTo>
                  <a:pt x="66406" y="191193"/>
                </a:lnTo>
                <a:cubicBezTo>
                  <a:pt x="76172" y="199346"/>
                  <a:pt x="88485" y="203804"/>
                  <a:pt x="101180" y="203804"/>
                </a:cubicBezTo>
                <a:lnTo>
                  <a:pt x="107846" y="203804"/>
                </a:lnTo>
                <a:lnTo>
                  <a:pt x="104874" y="200832"/>
                </a:lnTo>
                <a:cubicBezTo>
                  <a:pt x="100883" y="196841"/>
                  <a:pt x="100883" y="190387"/>
                  <a:pt x="104874" y="186438"/>
                </a:cubicBezTo>
                <a:cubicBezTo>
                  <a:pt x="108865" y="182489"/>
                  <a:pt x="115319" y="182447"/>
                  <a:pt x="119268" y="186438"/>
                </a:cubicBezTo>
                <a:lnTo>
                  <a:pt x="136676" y="203846"/>
                </a:lnTo>
                <a:lnTo>
                  <a:pt x="140497" y="203846"/>
                </a:lnTo>
                <a:cubicBezTo>
                  <a:pt x="148607" y="203846"/>
                  <a:pt x="156547" y="202021"/>
                  <a:pt x="163765" y="198624"/>
                </a:cubicBezTo>
                <a:lnTo>
                  <a:pt x="152428" y="187245"/>
                </a:lnTo>
                <a:cubicBezTo>
                  <a:pt x="148437" y="183254"/>
                  <a:pt x="148437" y="176800"/>
                  <a:pt x="152428" y="172851"/>
                </a:cubicBezTo>
                <a:cubicBezTo>
                  <a:pt x="156419" y="168902"/>
                  <a:pt x="162873" y="168860"/>
                  <a:pt x="166822" y="172851"/>
                </a:cubicBezTo>
                <a:lnTo>
                  <a:pt x="180409" y="186438"/>
                </a:lnTo>
                <a:lnTo>
                  <a:pt x="187839" y="179008"/>
                </a:lnTo>
                <a:cubicBezTo>
                  <a:pt x="191618" y="175229"/>
                  <a:pt x="192722" y="169752"/>
                  <a:pt x="191066" y="164954"/>
                </a:cubicBezTo>
                <a:lnTo>
                  <a:pt x="132515" y="106870"/>
                </a:lnTo>
                <a:lnTo>
                  <a:pt x="126189" y="113196"/>
                </a:lnTo>
                <a:cubicBezTo>
                  <a:pt x="105256" y="134128"/>
                  <a:pt x="71374" y="134128"/>
                  <a:pt x="50441" y="113196"/>
                </a:cubicBezTo>
                <a:cubicBezTo>
                  <a:pt x="40676" y="103430"/>
                  <a:pt x="40294" y="87763"/>
                  <a:pt x="49507" y="7753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6" name="Text 3"/>
          <p:cNvSpPr/>
          <p:nvPr/>
        </p:nvSpPr>
        <p:spPr>
          <a:xfrm>
            <a:off x="1014490" y="362318"/>
            <a:ext cx="4981872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b="1" spc="57" kern="0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ОЖИДАНИЯ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4490" y="579709"/>
            <a:ext cx="5126799" cy="434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23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я ожидаю от форума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5941" y="1199273"/>
            <a:ext cx="5632233" cy="2507240"/>
          </a:xfrm>
          <a:custGeom>
            <a:avLst/>
            <a:gdLst/>
            <a:ahLst/>
            <a:cxnLst/>
            <a:rect l="l" t="t" r="r" b="b"/>
            <a:pathLst>
              <a:path w="5632233" h="2507240">
                <a:moveTo>
                  <a:pt x="108689" y="0"/>
                </a:moveTo>
                <a:lnTo>
                  <a:pt x="5523544" y="0"/>
                </a:lnTo>
                <a:cubicBezTo>
                  <a:pt x="5583571" y="0"/>
                  <a:pt x="5632233" y="48662"/>
                  <a:pt x="5632233" y="108689"/>
                </a:cubicBezTo>
                <a:lnTo>
                  <a:pt x="5632233" y="2398552"/>
                </a:lnTo>
                <a:cubicBezTo>
                  <a:pt x="5632233" y="2458579"/>
                  <a:pt x="5583571" y="2507240"/>
                  <a:pt x="5523544" y="2507240"/>
                </a:cubicBezTo>
                <a:lnTo>
                  <a:pt x="108689" y="2507240"/>
                </a:lnTo>
                <a:cubicBezTo>
                  <a:pt x="48662" y="2507240"/>
                  <a:pt x="0" y="2458579"/>
                  <a:pt x="0" y="2398552"/>
                </a:cubicBezTo>
                <a:lnTo>
                  <a:pt x="0" y="108689"/>
                </a:lnTo>
                <a:cubicBezTo>
                  <a:pt x="0" y="48702"/>
                  <a:pt x="48702" y="0"/>
                  <a:pt x="108689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0723" y="1384057"/>
            <a:ext cx="434782" cy="434782"/>
          </a:xfrm>
          <a:custGeom>
            <a:avLst/>
            <a:gdLst/>
            <a:ahLst/>
            <a:cxnLst/>
            <a:rect l="l" t="t" r="r" b="b"/>
            <a:pathLst>
              <a:path w="434782" h="434782">
                <a:moveTo>
                  <a:pt x="217391" y="0"/>
                </a:moveTo>
                <a:lnTo>
                  <a:pt x="217391" y="0"/>
                </a:lnTo>
                <a:cubicBezTo>
                  <a:pt x="337452" y="0"/>
                  <a:pt x="434782" y="97329"/>
                  <a:pt x="434782" y="217391"/>
                </a:cubicBezTo>
                <a:lnTo>
                  <a:pt x="434782" y="217391"/>
                </a:lnTo>
                <a:cubicBezTo>
                  <a:pt x="434782" y="337452"/>
                  <a:pt x="337452" y="434782"/>
                  <a:pt x="217391" y="434782"/>
                </a:cubicBezTo>
                <a:lnTo>
                  <a:pt x="217391" y="434782"/>
                </a:lnTo>
                <a:cubicBezTo>
                  <a:pt x="97329" y="434782"/>
                  <a:pt x="0" y="337452"/>
                  <a:pt x="0" y="217391"/>
                </a:cubicBezTo>
                <a:lnTo>
                  <a:pt x="0" y="217391"/>
                </a:lnTo>
                <a:cubicBezTo>
                  <a:pt x="0" y="97329"/>
                  <a:pt x="97329" y="0"/>
                  <a:pt x="217391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0" name="Shape 7"/>
          <p:cNvSpPr/>
          <p:nvPr/>
        </p:nvSpPr>
        <p:spPr>
          <a:xfrm>
            <a:off x="654890" y="1510869"/>
            <a:ext cx="226449" cy="181159"/>
          </a:xfrm>
          <a:custGeom>
            <a:avLst/>
            <a:gdLst/>
            <a:ahLst/>
            <a:cxnLst/>
            <a:rect l="l" t="t" r="r" b="b"/>
            <a:pathLst>
              <a:path w="226449" h="181159">
                <a:moveTo>
                  <a:pt x="113224" y="5661"/>
                </a:moveTo>
                <a:cubicBezTo>
                  <a:pt x="133534" y="5661"/>
                  <a:pt x="150022" y="22150"/>
                  <a:pt x="150022" y="42459"/>
                </a:cubicBezTo>
                <a:cubicBezTo>
                  <a:pt x="150022" y="62768"/>
                  <a:pt x="133534" y="79257"/>
                  <a:pt x="113224" y="79257"/>
                </a:cubicBezTo>
                <a:cubicBezTo>
                  <a:pt x="92915" y="79257"/>
                  <a:pt x="76426" y="62768"/>
                  <a:pt x="76426" y="42459"/>
                </a:cubicBezTo>
                <a:cubicBezTo>
                  <a:pt x="76426" y="22150"/>
                  <a:pt x="92915" y="5661"/>
                  <a:pt x="113224" y="5661"/>
                </a:cubicBezTo>
                <a:close/>
                <a:moveTo>
                  <a:pt x="33967" y="31137"/>
                </a:moveTo>
                <a:cubicBezTo>
                  <a:pt x="48028" y="31137"/>
                  <a:pt x="59443" y="42552"/>
                  <a:pt x="59443" y="56612"/>
                </a:cubicBezTo>
                <a:cubicBezTo>
                  <a:pt x="59443" y="70672"/>
                  <a:pt x="48028" y="82088"/>
                  <a:pt x="33967" y="82088"/>
                </a:cubicBezTo>
                <a:cubicBezTo>
                  <a:pt x="19907" y="82088"/>
                  <a:pt x="8492" y="70672"/>
                  <a:pt x="8492" y="56612"/>
                </a:cubicBezTo>
                <a:cubicBezTo>
                  <a:pt x="8492" y="42552"/>
                  <a:pt x="19907" y="31137"/>
                  <a:pt x="33967" y="31137"/>
                </a:cubicBezTo>
                <a:close/>
                <a:moveTo>
                  <a:pt x="0" y="147192"/>
                </a:moveTo>
                <a:cubicBezTo>
                  <a:pt x="0" y="122176"/>
                  <a:pt x="20274" y="101902"/>
                  <a:pt x="45290" y="101902"/>
                </a:cubicBezTo>
                <a:cubicBezTo>
                  <a:pt x="49819" y="101902"/>
                  <a:pt x="54206" y="102574"/>
                  <a:pt x="58346" y="103813"/>
                </a:cubicBezTo>
                <a:cubicBezTo>
                  <a:pt x="46705" y="116833"/>
                  <a:pt x="39629" y="134029"/>
                  <a:pt x="39629" y="152853"/>
                </a:cubicBezTo>
                <a:lnTo>
                  <a:pt x="39629" y="158514"/>
                </a:lnTo>
                <a:cubicBezTo>
                  <a:pt x="39629" y="162548"/>
                  <a:pt x="40478" y="166369"/>
                  <a:pt x="41999" y="169837"/>
                </a:cubicBezTo>
                <a:lnTo>
                  <a:pt x="11322" y="169837"/>
                </a:lnTo>
                <a:cubicBezTo>
                  <a:pt x="5060" y="169837"/>
                  <a:pt x="0" y="164777"/>
                  <a:pt x="0" y="158514"/>
                </a:cubicBezTo>
                <a:lnTo>
                  <a:pt x="0" y="147192"/>
                </a:lnTo>
                <a:close/>
                <a:moveTo>
                  <a:pt x="184450" y="169837"/>
                </a:moveTo>
                <a:cubicBezTo>
                  <a:pt x="185971" y="166369"/>
                  <a:pt x="186820" y="162548"/>
                  <a:pt x="186820" y="158514"/>
                </a:cubicBezTo>
                <a:lnTo>
                  <a:pt x="186820" y="152853"/>
                </a:lnTo>
                <a:cubicBezTo>
                  <a:pt x="186820" y="134029"/>
                  <a:pt x="179744" y="116833"/>
                  <a:pt x="168103" y="103813"/>
                </a:cubicBezTo>
                <a:cubicBezTo>
                  <a:pt x="172243" y="102574"/>
                  <a:pt x="176630" y="101902"/>
                  <a:pt x="181159" y="101902"/>
                </a:cubicBezTo>
                <a:cubicBezTo>
                  <a:pt x="206174" y="101902"/>
                  <a:pt x="226449" y="122176"/>
                  <a:pt x="226449" y="147192"/>
                </a:cubicBezTo>
                <a:lnTo>
                  <a:pt x="226449" y="158514"/>
                </a:lnTo>
                <a:cubicBezTo>
                  <a:pt x="226449" y="164777"/>
                  <a:pt x="221389" y="169837"/>
                  <a:pt x="215126" y="169837"/>
                </a:cubicBezTo>
                <a:lnTo>
                  <a:pt x="184450" y="169837"/>
                </a:lnTo>
                <a:close/>
                <a:moveTo>
                  <a:pt x="167006" y="56612"/>
                </a:moveTo>
                <a:cubicBezTo>
                  <a:pt x="167006" y="42552"/>
                  <a:pt x="178421" y="31137"/>
                  <a:pt x="192481" y="31137"/>
                </a:cubicBezTo>
                <a:cubicBezTo>
                  <a:pt x="206542" y="31137"/>
                  <a:pt x="217957" y="42552"/>
                  <a:pt x="217957" y="56612"/>
                </a:cubicBezTo>
                <a:cubicBezTo>
                  <a:pt x="217957" y="70672"/>
                  <a:pt x="206542" y="82088"/>
                  <a:pt x="192481" y="82088"/>
                </a:cubicBezTo>
                <a:cubicBezTo>
                  <a:pt x="178421" y="82088"/>
                  <a:pt x="167006" y="70672"/>
                  <a:pt x="167006" y="56612"/>
                </a:cubicBezTo>
                <a:close/>
                <a:moveTo>
                  <a:pt x="56612" y="152853"/>
                </a:moveTo>
                <a:cubicBezTo>
                  <a:pt x="56612" y="121575"/>
                  <a:pt x="81946" y="96241"/>
                  <a:pt x="113224" y="96241"/>
                </a:cubicBezTo>
                <a:cubicBezTo>
                  <a:pt x="144503" y="96241"/>
                  <a:pt x="169837" y="121575"/>
                  <a:pt x="169837" y="152853"/>
                </a:cubicBezTo>
                <a:lnTo>
                  <a:pt x="169837" y="158514"/>
                </a:lnTo>
                <a:cubicBezTo>
                  <a:pt x="169837" y="164777"/>
                  <a:pt x="164777" y="169837"/>
                  <a:pt x="158514" y="169837"/>
                </a:cubicBezTo>
                <a:lnTo>
                  <a:pt x="67935" y="169837"/>
                </a:lnTo>
                <a:cubicBezTo>
                  <a:pt x="61672" y="169837"/>
                  <a:pt x="56612" y="164777"/>
                  <a:pt x="56612" y="158514"/>
                </a:cubicBezTo>
                <a:lnTo>
                  <a:pt x="56612" y="152853"/>
                </a:ln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1" name="Text 8"/>
          <p:cNvSpPr/>
          <p:nvPr/>
        </p:nvSpPr>
        <p:spPr>
          <a:xfrm>
            <a:off x="1094200" y="1474637"/>
            <a:ext cx="1068838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6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Нетворкинг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50723" y="1927534"/>
            <a:ext cx="5262669" cy="416666"/>
          </a:xfrm>
          <a:custGeom>
            <a:avLst/>
            <a:gdLst/>
            <a:ahLst/>
            <a:cxnLst/>
            <a:rect l="l" t="t" r="r" b="b"/>
            <a:pathLst>
              <a:path w="5262669" h="416666">
                <a:moveTo>
                  <a:pt x="72462" y="0"/>
                </a:moveTo>
                <a:lnTo>
                  <a:pt x="5190206" y="0"/>
                </a:lnTo>
                <a:cubicBezTo>
                  <a:pt x="5230226" y="0"/>
                  <a:pt x="5262669" y="32442"/>
                  <a:pt x="5262669" y="72462"/>
                </a:cubicBezTo>
                <a:lnTo>
                  <a:pt x="5262669" y="344203"/>
                </a:lnTo>
                <a:cubicBezTo>
                  <a:pt x="5262669" y="384223"/>
                  <a:pt x="5230226" y="416666"/>
                  <a:pt x="5190206" y="416666"/>
                </a:cubicBezTo>
                <a:lnTo>
                  <a:pt x="72462" y="416666"/>
                </a:lnTo>
                <a:cubicBezTo>
                  <a:pt x="32469" y="416666"/>
                  <a:pt x="0" y="384196"/>
                  <a:pt x="0" y="344203"/>
                </a:cubicBezTo>
                <a:lnTo>
                  <a:pt x="0" y="72462"/>
                </a:lnTo>
                <a:cubicBezTo>
                  <a:pt x="0" y="32469"/>
                  <a:pt x="32469" y="0"/>
                  <a:pt x="72462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3" name="Shape 10"/>
          <p:cNvSpPr/>
          <p:nvPr/>
        </p:nvSpPr>
        <p:spPr>
          <a:xfrm>
            <a:off x="692254" y="2072461"/>
            <a:ext cx="142663" cy="163043"/>
          </a:xfrm>
          <a:custGeom>
            <a:avLst/>
            <a:gdLst/>
            <a:ahLst/>
            <a:cxnLst/>
            <a:rect l="l" t="t" r="r" b="b"/>
            <a:pathLst>
              <a:path w="142663" h="163043">
                <a:moveTo>
                  <a:pt x="138459" y="22323"/>
                </a:moveTo>
                <a:cubicBezTo>
                  <a:pt x="143013" y="25635"/>
                  <a:pt x="144032" y="32004"/>
                  <a:pt x="140720" y="36557"/>
                </a:cubicBezTo>
                <a:lnTo>
                  <a:pt x="59199" y="148649"/>
                </a:lnTo>
                <a:cubicBezTo>
                  <a:pt x="57447" y="151070"/>
                  <a:pt x="54740" y="152566"/>
                  <a:pt x="51747" y="152821"/>
                </a:cubicBezTo>
                <a:cubicBezTo>
                  <a:pt x="48754" y="153076"/>
                  <a:pt x="45856" y="151961"/>
                  <a:pt x="43754" y="149860"/>
                </a:cubicBezTo>
                <a:lnTo>
                  <a:pt x="2993" y="109099"/>
                </a:lnTo>
                <a:cubicBezTo>
                  <a:pt x="-987" y="105118"/>
                  <a:pt x="-987" y="98654"/>
                  <a:pt x="2993" y="94673"/>
                </a:cubicBezTo>
                <a:cubicBezTo>
                  <a:pt x="6974" y="90693"/>
                  <a:pt x="13438" y="90693"/>
                  <a:pt x="17419" y="94673"/>
                </a:cubicBezTo>
                <a:lnTo>
                  <a:pt x="49741" y="126995"/>
                </a:lnTo>
                <a:lnTo>
                  <a:pt x="124257" y="24552"/>
                </a:lnTo>
                <a:cubicBezTo>
                  <a:pt x="127568" y="19998"/>
                  <a:pt x="133937" y="18979"/>
                  <a:pt x="138491" y="22291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4" name="Text 11"/>
          <p:cNvSpPr/>
          <p:nvPr/>
        </p:nvSpPr>
        <p:spPr>
          <a:xfrm>
            <a:off x="971918" y="2036230"/>
            <a:ext cx="3731875" cy="19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Знакомство с ведущими учёными и инженерами ТГУ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50723" y="2416664"/>
            <a:ext cx="5262669" cy="615941"/>
          </a:xfrm>
          <a:custGeom>
            <a:avLst/>
            <a:gdLst/>
            <a:ahLst/>
            <a:cxnLst/>
            <a:rect l="l" t="t" r="r" b="b"/>
            <a:pathLst>
              <a:path w="5262669" h="615941">
                <a:moveTo>
                  <a:pt x="72465" y="0"/>
                </a:moveTo>
                <a:lnTo>
                  <a:pt x="5190203" y="0"/>
                </a:lnTo>
                <a:cubicBezTo>
                  <a:pt x="5230225" y="0"/>
                  <a:pt x="5262669" y="32444"/>
                  <a:pt x="5262669" y="72465"/>
                </a:cubicBezTo>
                <a:lnTo>
                  <a:pt x="5262669" y="543475"/>
                </a:lnTo>
                <a:cubicBezTo>
                  <a:pt x="5262669" y="583497"/>
                  <a:pt x="5230225" y="615941"/>
                  <a:pt x="5190203" y="615941"/>
                </a:cubicBezTo>
                <a:lnTo>
                  <a:pt x="72465" y="615941"/>
                </a:lnTo>
                <a:cubicBezTo>
                  <a:pt x="32471" y="615941"/>
                  <a:pt x="0" y="583470"/>
                  <a:pt x="0" y="543475"/>
                </a:cubicBezTo>
                <a:lnTo>
                  <a:pt x="0" y="72465"/>
                </a:lnTo>
                <a:cubicBezTo>
                  <a:pt x="0" y="32471"/>
                  <a:pt x="32471" y="0"/>
                  <a:pt x="72465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6" name="Shape 13"/>
          <p:cNvSpPr/>
          <p:nvPr/>
        </p:nvSpPr>
        <p:spPr>
          <a:xfrm>
            <a:off x="678667" y="2561591"/>
            <a:ext cx="142663" cy="163043"/>
          </a:xfrm>
          <a:custGeom>
            <a:avLst/>
            <a:gdLst/>
            <a:ahLst/>
            <a:cxnLst/>
            <a:rect l="l" t="t" r="r" b="b"/>
            <a:pathLst>
              <a:path w="142663" h="163043">
                <a:moveTo>
                  <a:pt x="138459" y="22323"/>
                </a:moveTo>
                <a:cubicBezTo>
                  <a:pt x="143013" y="25635"/>
                  <a:pt x="144032" y="32004"/>
                  <a:pt x="140720" y="36557"/>
                </a:cubicBezTo>
                <a:lnTo>
                  <a:pt x="59199" y="148649"/>
                </a:lnTo>
                <a:cubicBezTo>
                  <a:pt x="57447" y="151070"/>
                  <a:pt x="54740" y="152566"/>
                  <a:pt x="51747" y="152821"/>
                </a:cubicBezTo>
                <a:cubicBezTo>
                  <a:pt x="48754" y="153076"/>
                  <a:pt x="45856" y="151961"/>
                  <a:pt x="43754" y="149860"/>
                </a:cubicBezTo>
                <a:lnTo>
                  <a:pt x="2993" y="109099"/>
                </a:lnTo>
                <a:cubicBezTo>
                  <a:pt x="-987" y="105118"/>
                  <a:pt x="-987" y="98654"/>
                  <a:pt x="2993" y="94673"/>
                </a:cubicBezTo>
                <a:cubicBezTo>
                  <a:pt x="6974" y="90693"/>
                  <a:pt x="13438" y="90693"/>
                  <a:pt x="17419" y="94673"/>
                </a:cubicBezTo>
                <a:lnTo>
                  <a:pt x="49741" y="126995"/>
                </a:lnTo>
                <a:lnTo>
                  <a:pt x="124257" y="24552"/>
                </a:lnTo>
                <a:cubicBezTo>
                  <a:pt x="127568" y="19998"/>
                  <a:pt x="133937" y="18979"/>
                  <a:pt x="138491" y="22291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7" name="Text 14"/>
          <p:cNvSpPr/>
          <p:nvPr/>
        </p:nvSpPr>
        <p:spPr>
          <a:xfrm>
            <a:off x="944744" y="2525359"/>
            <a:ext cx="4836945" cy="398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Общение с единомышленниками — школьниками, увлечёнными технологиями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50723" y="3105068"/>
            <a:ext cx="5262669" cy="416666"/>
          </a:xfrm>
          <a:custGeom>
            <a:avLst/>
            <a:gdLst/>
            <a:ahLst/>
            <a:cxnLst/>
            <a:rect l="l" t="t" r="r" b="b"/>
            <a:pathLst>
              <a:path w="5262669" h="416666">
                <a:moveTo>
                  <a:pt x="72462" y="0"/>
                </a:moveTo>
                <a:lnTo>
                  <a:pt x="5190206" y="0"/>
                </a:lnTo>
                <a:cubicBezTo>
                  <a:pt x="5230226" y="0"/>
                  <a:pt x="5262669" y="32442"/>
                  <a:pt x="5262669" y="72462"/>
                </a:cubicBezTo>
                <a:lnTo>
                  <a:pt x="5262669" y="344203"/>
                </a:lnTo>
                <a:cubicBezTo>
                  <a:pt x="5262669" y="384223"/>
                  <a:pt x="5230226" y="416666"/>
                  <a:pt x="5190206" y="416666"/>
                </a:cubicBezTo>
                <a:lnTo>
                  <a:pt x="72462" y="416666"/>
                </a:lnTo>
                <a:cubicBezTo>
                  <a:pt x="32469" y="416666"/>
                  <a:pt x="0" y="384196"/>
                  <a:pt x="0" y="344203"/>
                </a:cubicBezTo>
                <a:lnTo>
                  <a:pt x="0" y="72462"/>
                </a:lnTo>
                <a:cubicBezTo>
                  <a:pt x="0" y="32469"/>
                  <a:pt x="32469" y="0"/>
                  <a:pt x="72462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9" name="Shape 16"/>
          <p:cNvSpPr/>
          <p:nvPr/>
        </p:nvSpPr>
        <p:spPr>
          <a:xfrm>
            <a:off x="692254" y="3249995"/>
            <a:ext cx="142663" cy="163043"/>
          </a:xfrm>
          <a:custGeom>
            <a:avLst/>
            <a:gdLst/>
            <a:ahLst/>
            <a:cxnLst/>
            <a:rect l="l" t="t" r="r" b="b"/>
            <a:pathLst>
              <a:path w="142663" h="163043">
                <a:moveTo>
                  <a:pt x="138459" y="22323"/>
                </a:moveTo>
                <a:cubicBezTo>
                  <a:pt x="143013" y="25635"/>
                  <a:pt x="144032" y="32004"/>
                  <a:pt x="140720" y="36557"/>
                </a:cubicBezTo>
                <a:lnTo>
                  <a:pt x="59199" y="148649"/>
                </a:lnTo>
                <a:cubicBezTo>
                  <a:pt x="57447" y="151070"/>
                  <a:pt x="54740" y="152566"/>
                  <a:pt x="51747" y="152821"/>
                </a:cubicBezTo>
                <a:cubicBezTo>
                  <a:pt x="48754" y="153076"/>
                  <a:pt x="45856" y="151961"/>
                  <a:pt x="43754" y="149860"/>
                </a:cubicBezTo>
                <a:lnTo>
                  <a:pt x="2993" y="109099"/>
                </a:lnTo>
                <a:cubicBezTo>
                  <a:pt x="-987" y="105118"/>
                  <a:pt x="-987" y="98654"/>
                  <a:pt x="2993" y="94673"/>
                </a:cubicBezTo>
                <a:cubicBezTo>
                  <a:pt x="6974" y="90693"/>
                  <a:pt x="13438" y="90693"/>
                  <a:pt x="17419" y="94673"/>
                </a:cubicBezTo>
                <a:lnTo>
                  <a:pt x="49741" y="126995"/>
                </a:lnTo>
                <a:lnTo>
                  <a:pt x="124257" y="24552"/>
                </a:lnTo>
                <a:cubicBezTo>
                  <a:pt x="127568" y="19998"/>
                  <a:pt x="133937" y="18979"/>
                  <a:pt x="138491" y="22291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0" name="Text 17"/>
          <p:cNvSpPr/>
          <p:nvPr/>
        </p:nvSpPr>
        <p:spPr>
          <a:xfrm>
            <a:off x="971918" y="3213763"/>
            <a:ext cx="3940208" cy="19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Встречи с представителями технологических компаний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65941" y="3858687"/>
            <a:ext cx="5632233" cy="2307966"/>
          </a:xfrm>
          <a:custGeom>
            <a:avLst/>
            <a:gdLst/>
            <a:ahLst/>
            <a:cxnLst/>
            <a:rect l="l" t="t" r="r" b="b"/>
            <a:pathLst>
              <a:path w="5632233" h="2307966">
                <a:moveTo>
                  <a:pt x="108705" y="0"/>
                </a:moveTo>
                <a:lnTo>
                  <a:pt x="5523528" y="0"/>
                </a:lnTo>
                <a:cubicBezTo>
                  <a:pt x="5583564" y="0"/>
                  <a:pt x="5632233" y="48669"/>
                  <a:pt x="5632233" y="108705"/>
                </a:cubicBezTo>
                <a:lnTo>
                  <a:pt x="5632233" y="2199260"/>
                </a:lnTo>
                <a:cubicBezTo>
                  <a:pt x="5632233" y="2259297"/>
                  <a:pt x="5583564" y="2307966"/>
                  <a:pt x="5523528" y="2307966"/>
                </a:cubicBezTo>
                <a:lnTo>
                  <a:pt x="108705" y="2307966"/>
                </a:lnTo>
                <a:cubicBezTo>
                  <a:pt x="48669" y="2307966"/>
                  <a:pt x="0" y="2259297"/>
                  <a:pt x="0" y="2199260"/>
                </a:cubicBezTo>
                <a:lnTo>
                  <a:pt x="0" y="108705"/>
                </a:lnTo>
                <a:cubicBezTo>
                  <a:pt x="0" y="48669"/>
                  <a:pt x="48669" y="0"/>
                  <a:pt x="108705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0723" y="4043468"/>
            <a:ext cx="434782" cy="434782"/>
          </a:xfrm>
          <a:custGeom>
            <a:avLst/>
            <a:gdLst/>
            <a:ahLst/>
            <a:cxnLst/>
            <a:rect l="l" t="t" r="r" b="b"/>
            <a:pathLst>
              <a:path w="434782" h="434782">
                <a:moveTo>
                  <a:pt x="217391" y="0"/>
                </a:moveTo>
                <a:lnTo>
                  <a:pt x="217391" y="0"/>
                </a:lnTo>
                <a:cubicBezTo>
                  <a:pt x="337452" y="0"/>
                  <a:pt x="434782" y="97329"/>
                  <a:pt x="434782" y="217391"/>
                </a:cubicBezTo>
                <a:lnTo>
                  <a:pt x="434782" y="217391"/>
                </a:lnTo>
                <a:cubicBezTo>
                  <a:pt x="434782" y="337452"/>
                  <a:pt x="337452" y="434782"/>
                  <a:pt x="217391" y="434782"/>
                </a:cubicBezTo>
                <a:lnTo>
                  <a:pt x="217391" y="434782"/>
                </a:lnTo>
                <a:cubicBezTo>
                  <a:pt x="97329" y="434782"/>
                  <a:pt x="0" y="337452"/>
                  <a:pt x="0" y="217391"/>
                </a:cubicBezTo>
                <a:lnTo>
                  <a:pt x="0" y="217391"/>
                </a:lnTo>
                <a:cubicBezTo>
                  <a:pt x="0" y="97329"/>
                  <a:pt x="97329" y="0"/>
                  <a:pt x="217391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3" name="Shape 20"/>
          <p:cNvSpPr/>
          <p:nvPr/>
        </p:nvSpPr>
        <p:spPr>
          <a:xfrm>
            <a:off x="677535" y="4170279"/>
            <a:ext cx="181159" cy="181159"/>
          </a:xfrm>
          <a:custGeom>
            <a:avLst/>
            <a:gdLst/>
            <a:ahLst/>
            <a:cxnLst/>
            <a:rect l="l" t="t" r="r" b="b"/>
            <a:pathLst>
              <a:path w="181159" h="181159">
                <a:moveTo>
                  <a:pt x="47342" y="12844"/>
                </a:moveTo>
                <a:cubicBezTo>
                  <a:pt x="51199" y="15533"/>
                  <a:pt x="52119" y="20840"/>
                  <a:pt x="49430" y="24662"/>
                </a:cubicBezTo>
                <a:lnTo>
                  <a:pt x="29615" y="52968"/>
                </a:lnTo>
                <a:cubicBezTo>
                  <a:pt x="28165" y="55020"/>
                  <a:pt x="25900" y="56329"/>
                  <a:pt x="23388" y="56541"/>
                </a:cubicBezTo>
                <a:cubicBezTo>
                  <a:pt x="20876" y="56754"/>
                  <a:pt x="18399" y="55905"/>
                  <a:pt x="16630" y="54135"/>
                </a:cubicBezTo>
                <a:lnTo>
                  <a:pt x="2477" y="39982"/>
                </a:lnTo>
                <a:cubicBezTo>
                  <a:pt x="-814" y="36656"/>
                  <a:pt x="-814" y="31278"/>
                  <a:pt x="2477" y="27952"/>
                </a:cubicBezTo>
                <a:cubicBezTo>
                  <a:pt x="5767" y="24626"/>
                  <a:pt x="11181" y="24662"/>
                  <a:pt x="14507" y="27952"/>
                </a:cubicBezTo>
                <a:lnTo>
                  <a:pt x="21513" y="34958"/>
                </a:lnTo>
                <a:lnTo>
                  <a:pt x="35524" y="14931"/>
                </a:lnTo>
                <a:cubicBezTo>
                  <a:pt x="38213" y="11075"/>
                  <a:pt x="43521" y="10155"/>
                  <a:pt x="47342" y="12844"/>
                </a:cubicBezTo>
                <a:close/>
                <a:moveTo>
                  <a:pt x="47342" y="69456"/>
                </a:moveTo>
                <a:cubicBezTo>
                  <a:pt x="51199" y="72145"/>
                  <a:pt x="52119" y="77453"/>
                  <a:pt x="49430" y="81274"/>
                </a:cubicBezTo>
                <a:lnTo>
                  <a:pt x="29615" y="109580"/>
                </a:lnTo>
                <a:cubicBezTo>
                  <a:pt x="28165" y="111632"/>
                  <a:pt x="25900" y="112941"/>
                  <a:pt x="23388" y="113154"/>
                </a:cubicBezTo>
                <a:cubicBezTo>
                  <a:pt x="20876" y="113366"/>
                  <a:pt x="18399" y="112517"/>
                  <a:pt x="16630" y="110748"/>
                </a:cubicBezTo>
                <a:lnTo>
                  <a:pt x="2477" y="96595"/>
                </a:lnTo>
                <a:cubicBezTo>
                  <a:pt x="-849" y="93269"/>
                  <a:pt x="-849" y="87890"/>
                  <a:pt x="2477" y="84600"/>
                </a:cubicBezTo>
                <a:cubicBezTo>
                  <a:pt x="5803" y="81309"/>
                  <a:pt x="11181" y="81274"/>
                  <a:pt x="14471" y="84600"/>
                </a:cubicBezTo>
                <a:lnTo>
                  <a:pt x="21477" y="91606"/>
                </a:lnTo>
                <a:lnTo>
                  <a:pt x="35489" y="71579"/>
                </a:lnTo>
                <a:cubicBezTo>
                  <a:pt x="38178" y="67722"/>
                  <a:pt x="43485" y="66802"/>
                  <a:pt x="47307" y="69491"/>
                </a:cubicBezTo>
                <a:close/>
                <a:moveTo>
                  <a:pt x="79257" y="33967"/>
                </a:moveTo>
                <a:cubicBezTo>
                  <a:pt x="79257" y="27705"/>
                  <a:pt x="84317" y="22645"/>
                  <a:pt x="90579" y="22645"/>
                </a:cubicBezTo>
                <a:lnTo>
                  <a:pt x="169837" y="22645"/>
                </a:lnTo>
                <a:cubicBezTo>
                  <a:pt x="176099" y="22645"/>
                  <a:pt x="181159" y="27705"/>
                  <a:pt x="181159" y="33967"/>
                </a:cubicBezTo>
                <a:cubicBezTo>
                  <a:pt x="181159" y="40230"/>
                  <a:pt x="176099" y="45290"/>
                  <a:pt x="169837" y="45290"/>
                </a:cubicBezTo>
                <a:lnTo>
                  <a:pt x="90579" y="45290"/>
                </a:lnTo>
                <a:cubicBezTo>
                  <a:pt x="84317" y="45290"/>
                  <a:pt x="79257" y="40230"/>
                  <a:pt x="79257" y="33967"/>
                </a:cubicBezTo>
                <a:close/>
                <a:moveTo>
                  <a:pt x="79257" y="90579"/>
                </a:moveTo>
                <a:cubicBezTo>
                  <a:pt x="79257" y="84317"/>
                  <a:pt x="84317" y="79257"/>
                  <a:pt x="90579" y="79257"/>
                </a:cubicBezTo>
                <a:lnTo>
                  <a:pt x="169837" y="79257"/>
                </a:lnTo>
                <a:cubicBezTo>
                  <a:pt x="176099" y="79257"/>
                  <a:pt x="181159" y="84317"/>
                  <a:pt x="181159" y="90579"/>
                </a:cubicBezTo>
                <a:cubicBezTo>
                  <a:pt x="181159" y="96842"/>
                  <a:pt x="176099" y="101902"/>
                  <a:pt x="169837" y="101902"/>
                </a:cubicBezTo>
                <a:lnTo>
                  <a:pt x="90579" y="101902"/>
                </a:lnTo>
                <a:cubicBezTo>
                  <a:pt x="84317" y="101902"/>
                  <a:pt x="79257" y="96842"/>
                  <a:pt x="79257" y="90579"/>
                </a:cubicBezTo>
                <a:close/>
                <a:moveTo>
                  <a:pt x="56612" y="147192"/>
                </a:moveTo>
                <a:cubicBezTo>
                  <a:pt x="56612" y="140929"/>
                  <a:pt x="61672" y="135869"/>
                  <a:pt x="67935" y="135869"/>
                </a:cubicBezTo>
                <a:lnTo>
                  <a:pt x="169837" y="135869"/>
                </a:lnTo>
                <a:cubicBezTo>
                  <a:pt x="176099" y="135869"/>
                  <a:pt x="181159" y="140929"/>
                  <a:pt x="181159" y="147192"/>
                </a:cubicBezTo>
                <a:cubicBezTo>
                  <a:pt x="181159" y="153454"/>
                  <a:pt x="176099" y="158514"/>
                  <a:pt x="169837" y="158514"/>
                </a:cubicBezTo>
                <a:lnTo>
                  <a:pt x="67935" y="158514"/>
                </a:lnTo>
                <a:cubicBezTo>
                  <a:pt x="61672" y="158514"/>
                  <a:pt x="56612" y="153454"/>
                  <a:pt x="56612" y="147192"/>
                </a:cubicBezTo>
                <a:close/>
                <a:moveTo>
                  <a:pt x="22645" y="133039"/>
                </a:moveTo>
                <a:cubicBezTo>
                  <a:pt x="30456" y="133039"/>
                  <a:pt x="36798" y="139380"/>
                  <a:pt x="36798" y="147192"/>
                </a:cubicBezTo>
                <a:cubicBezTo>
                  <a:pt x="36798" y="155003"/>
                  <a:pt x="30456" y="161345"/>
                  <a:pt x="22645" y="161345"/>
                </a:cubicBezTo>
                <a:cubicBezTo>
                  <a:pt x="14834" y="161345"/>
                  <a:pt x="8492" y="155003"/>
                  <a:pt x="8492" y="147192"/>
                </a:cubicBezTo>
                <a:cubicBezTo>
                  <a:pt x="8492" y="139380"/>
                  <a:pt x="14834" y="133039"/>
                  <a:pt x="22645" y="133039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4" name="Text 21"/>
          <p:cNvSpPr/>
          <p:nvPr/>
        </p:nvSpPr>
        <p:spPr>
          <a:xfrm>
            <a:off x="1094200" y="4134047"/>
            <a:ext cx="1711952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6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Практический опыт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50723" y="4586945"/>
            <a:ext cx="5262669" cy="416666"/>
          </a:xfrm>
          <a:custGeom>
            <a:avLst/>
            <a:gdLst/>
            <a:ahLst/>
            <a:cxnLst/>
            <a:rect l="l" t="t" r="r" b="b"/>
            <a:pathLst>
              <a:path w="5262669" h="416666">
                <a:moveTo>
                  <a:pt x="72462" y="0"/>
                </a:moveTo>
                <a:lnTo>
                  <a:pt x="5190206" y="0"/>
                </a:lnTo>
                <a:cubicBezTo>
                  <a:pt x="5230226" y="0"/>
                  <a:pt x="5262669" y="32442"/>
                  <a:pt x="5262669" y="72462"/>
                </a:cubicBezTo>
                <a:lnTo>
                  <a:pt x="5262669" y="344203"/>
                </a:lnTo>
                <a:cubicBezTo>
                  <a:pt x="5262669" y="384223"/>
                  <a:pt x="5230226" y="416666"/>
                  <a:pt x="5190206" y="416666"/>
                </a:cubicBezTo>
                <a:lnTo>
                  <a:pt x="72462" y="416666"/>
                </a:lnTo>
                <a:cubicBezTo>
                  <a:pt x="32469" y="416666"/>
                  <a:pt x="0" y="384196"/>
                  <a:pt x="0" y="344203"/>
                </a:cubicBezTo>
                <a:lnTo>
                  <a:pt x="0" y="72462"/>
                </a:lnTo>
                <a:cubicBezTo>
                  <a:pt x="0" y="32469"/>
                  <a:pt x="32469" y="0"/>
                  <a:pt x="72462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6" name="Shape 23"/>
          <p:cNvSpPr/>
          <p:nvPr/>
        </p:nvSpPr>
        <p:spPr>
          <a:xfrm>
            <a:off x="692254" y="4731872"/>
            <a:ext cx="142663" cy="163043"/>
          </a:xfrm>
          <a:custGeom>
            <a:avLst/>
            <a:gdLst/>
            <a:ahLst/>
            <a:cxnLst/>
            <a:rect l="l" t="t" r="r" b="b"/>
            <a:pathLst>
              <a:path w="142663" h="163043">
                <a:moveTo>
                  <a:pt x="138459" y="22323"/>
                </a:moveTo>
                <a:cubicBezTo>
                  <a:pt x="143013" y="25635"/>
                  <a:pt x="144032" y="32004"/>
                  <a:pt x="140720" y="36557"/>
                </a:cubicBezTo>
                <a:lnTo>
                  <a:pt x="59199" y="148649"/>
                </a:lnTo>
                <a:cubicBezTo>
                  <a:pt x="57447" y="151070"/>
                  <a:pt x="54740" y="152566"/>
                  <a:pt x="51747" y="152821"/>
                </a:cubicBezTo>
                <a:cubicBezTo>
                  <a:pt x="48754" y="153076"/>
                  <a:pt x="45856" y="151961"/>
                  <a:pt x="43754" y="149860"/>
                </a:cubicBezTo>
                <a:lnTo>
                  <a:pt x="2993" y="109099"/>
                </a:lnTo>
                <a:cubicBezTo>
                  <a:pt x="-987" y="105118"/>
                  <a:pt x="-987" y="98654"/>
                  <a:pt x="2993" y="94673"/>
                </a:cubicBezTo>
                <a:cubicBezTo>
                  <a:pt x="6974" y="90693"/>
                  <a:pt x="13438" y="90693"/>
                  <a:pt x="17419" y="94673"/>
                </a:cubicBezTo>
                <a:lnTo>
                  <a:pt x="49741" y="126995"/>
                </a:lnTo>
                <a:lnTo>
                  <a:pt x="124257" y="24552"/>
                </a:lnTo>
                <a:cubicBezTo>
                  <a:pt x="127568" y="19998"/>
                  <a:pt x="133937" y="18979"/>
                  <a:pt x="138491" y="22291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7" name="Text 24"/>
          <p:cNvSpPr/>
          <p:nvPr/>
        </p:nvSpPr>
        <p:spPr>
          <a:xfrm>
            <a:off x="971918" y="4695640"/>
            <a:ext cx="4411221" cy="19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Решение реальных технологических кейсов от работодателей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50723" y="5076074"/>
            <a:ext cx="5262669" cy="416666"/>
          </a:xfrm>
          <a:custGeom>
            <a:avLst/>
            <a:gdLst/>
            <a:ahLst/>
            <a:cxnLst/>
            <a:rect l="l" t="t" r="r" b="b"/>
            <a:pathLst>
              <a:path w="5262669" h="416666">
                <a:moveTo>
                  <a:pt x="72462" y="0"/>
                </a:moveTo>
                <a:lnTo>
                  <a:pt x="5190206" y="0"/>
                </a:lnTo>
                <a:cubicBezTo>
                  <a:pt x="5230226" y="0"/>
                  <a:pt x="5262669" y="32442"/>
                  <a:pt x="5262669" y="72462"/>
                </a:cubicBezTo>
                <a:lnTo>
                  <a:pt x="5262669" y="344203"/>
                </a:lnTo>
                <a:cubicBezTo>
                  <a:pt x="5262669" y="384223"/>
                  <a:pt x="5230226" y="416666"/>
                  <a:pt x="5190206" y="416666"/>
                </a:cubicBezTo>
                <a:lnTo>
                  <a:pt x="72462" y="416666"/>
                </a:lnTo>
                <a:cubicBezTo>
                  <a:pt x="32469" y="416666"/>
                  <a:pt x="0" y="384196"/>
                  <a:pt x="0" y="344203"/>
                </a:cubicBezTo>
                <a:lnTo>
                  <a:pt x="0" y="72462"/>
                </a:lnTo>
                <a:cubicBezTo>
                  <a:pt x="0" y="32469"/>
                  <a:pt x="32469" y="0"/>
                  <a:pt x="72462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9" name="Shape 26"/>
          <p:cNvSpPr/>
          <p:nvPr/>
        </p:nvSpPr>
        <p:spPr>
          <a:xfrm>
            <a:off x="692254" y="5221001"/>
            <a:ext cx="142663" cy="163043"/>
          </a:xfrm>
          <a:custGeom>
            <a:avLst/>
            <a:gdLst/>
            <a:ahLst/>
            <a:cxnLst/>
            <a:rect l="l" t="t" r="r" b="b"/>
            <a:pathLst>
              <a:path w="142663" h="163043">
                <a:moveTo>
                  <a:pt x="138459" y="22323"/>
                </a:moveTo>
                <a:cubicBezTo>
                  <a:pt x="143013" y="25635"/>
                  <a:pt x="144032" y="32004"/>
                  <a:pt x="140720" y="36557"/>
                </a:cubicBezTo>
                <a:lnTo>
                  <a:pt x="59199" y="148649"/>
                </a:lnTo>
                <a:cubicBezTo>
                  <a:pt x="57447" y="151070"/>
                  <a:pt x="54740" y="152566"/>
                  <a:pt x="51747" y="152821"/>
                </a:cubicBezTo>
                <a:cubicBezTo>
                  <a:pt x="48754" y="153076"/>
                  <a:pt x="45856" y="151961"/>
                  <a:pt x="43754" y="149860"/>
                </a:cubicBezTo>
                <a:lnTo>
                  <a:pt x="2993" y="109099"/>
                </a:lnTo>
                <a:cubicBezTo>
                  <a:pt x="-987" y="105118"/>
                  <a:pt x="-987" y="98654"/>
                  <a:pt x="2993" y="94673"/>
                </a:cubicBezTo>
                <a:cubicBezTo>
                  <a:pt x="6974" y="90693"/>
                  <a:pt x="13438" y="90693"/>
                  <a:pt x="17419" y="94673"/>
                </a:cubicBezTo>
                <a:lnTo>
                  <a:pt x="49741" y="126995"/>
                </a:lnTo>
                <a:lnTo>
                  <a:pt x="124257" y="24552"/>
                </a:lnTo>
                <a:cubicBezTo>
                  <a:pt x="127568" y="19998"/>
                  <a:pt x="133937" y="18979"/>
                  <a:pt x="138491" y="22291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0" name="Text 27"/>
          <p:cNvSpPr/>
          <p:nvPr/>
        </p:nvSpPr>
        <p:spPr>
          <a:xfrm>
            <a:off x="971918" y="5184769"/>
            <a:ext cx="3315210" cy="19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Работа в команде над инженерными задачами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50723" y="5565203"/>
            <a:ext cx="5262669" cy="416666"/>
          </a:xfrm>
          <a:custGeom>
            <a:avLst/>
            <a:gdLst/>
            <a:ahLst/>
            <a:cxnLst/>
            <a:rect l="l" t="t" r="r" b="b"/>
            <a:pathLst>
              <a:path w="5262669" h="416666">
                <a:moveTo>
                  <a:pt x="72462" y="0"/>
                </a:moveTo>
                <a:lnTo>
                  <a:pt x="5190206" y="0"/>
                </a:lnTo>
                <a:cubicBezTo>
                  <a:pt x="5230226" y="0"/>
                  <a:pt x="5262669" y="32442"/>
                  <a:pt x="5262669" y="72462"/>
                </a:cubicBezTo>
                <a:lnTo>
                  <a:pt x="5262669" y="344203"/>
                </a:lnTo>
                <a:cubicBezTo>
                  <a:pt x="5262669" y="384223"/>
                  <a:pt x="5230226" y="416666"/>
                  <a:pt x="5190206" y="416666"/>
                </a:cubicBezTo>
                <a:lnTo>
                  <a:pt x="72462" y="416666"/>
                </a:lnTo>
                <a:cubicBezTo>
                  <a:pt x="32469" y="416666"/>
                  <a:pt x="0" y="384196"/>
                  <a:pt x="0" y="344203"/>
                </a:cubicBezTo>
                <a:lnTo>
                  <a:pt x="0" y="72462"/>
                </a:lnTo>
                <a:cubicBezTo>
                  <a:pt x="0" y="32469"/>
                  <a:pt x="32469" y="0"/>
                  <a:pt x="72462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32" name="Shape 29"/>
          <p:cNvSpPr/>
          <p:nvPr/>
        </p:nvSpPr>
        <p:spPr>
          <a:xfrm>
            <a:off x="692254" y="5710130"/>
            <a:ext cx="142663" cy="163043"/>
          </a:xfrm>
          <a:custGeom>
            <a:avLst/>
            <a:gdLst/>
            <a:ahLst/>
            <a:cxnLst/>
            <a:rect l="l" t="t" r="r" b="b"/>
            <a:pathLst>
              <a:path w="142663" h="163043">
                <a:moveTo>
                  <a:pt x="138459" y="22323"/>
                </a:moveTo>
                <a:cubicBezTo>
                  <a:pt x="143013" y="25635"/>
                  <a:pt x="144032" y="32004"/>
                  <a:pt x="140720" y="36557"/>
                </a:cubicBezTo>
                <a:lnTo>
                  <a:pt x="59199" y="148649"/>
                </a:lnTo>
                <a:cubicBezTo>
                  <a:pt x="57447" y="151070"/>
                  <a:pt x="54740" y="152566"/>
                  <a:pt x="51747" y="152821"/>
                </a:cubicBezTo>
                <a:cubicBezTo>
                  <a:pt x="48754" y="153076"/>
                  <a:pt x="45856" y="151961"/>
                  <a:pt x="43754" y="149860"/>
                </a:cubicBezTo>
                <a:lnTo>
                  <a:pt x="2993" y="109099"/>
                </a:lnTo>
                <a:cubicBezTo>
                  <a:pt x="-987" y="105118"/>
                  <a:pt x="-987" y="98654"/>
                  <a:pt x="2993" y="94673"/>
                </a:cubicBezTo>
                <a:cubicBezTo>
                  <a:pt x="6974" y="90693"/>
                  <a:pt x="13438" y="90693"/>
                  <a:pt x="17419" y="94673"/>
                </a:cubicBezTo>
                <a:lnTo>
                  <a:pt x="49741" y="126995"/>
                </a:lnTo>
                <a:lnTo>
                  <a:pt x="124257" y="24552"/>
                </a:lnTo>
                <a:cubicBezTo>
                  <a:pt x="127568" y="19998"/>
                  <a:pt x="133937" y="18979"/>
                  <a:pt x="138491" y="22291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3" name="Text 30"/>
          <p:cNvSpPr/>
          <p:nvPr/>
        </p:nvSpPr>
        <p:spPr>
          <a:xfrm>
            <a:off x="971918" y="5673899"/>
            <a:ext cx="2880428" cy="19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Получение обратной связи от экспертов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189184" y="1199273"/>
            <a:ext cx="5632233" cy="2307966"/>
          </a:xfrm>
          <a:custGeom>
            <a:avLst/>
            <a:gdLst/>
            <a:ahLst/>
            <a:cxnLst/>
            <a:rect l="l" t="t" r="r" b="b"/>
            <a:pathLst>
              <a:path w="5632233" h="2307966">
                <a:moveTo>
                  <a:pt x="108705" y="0"/>
                </a:moveTo>
                <a:lnTo>
                  <a:pt x="5523528" y="0"/>
                </a:lnTo>
                <a:cubicBezTo>
                  <a:pt x="5583564" y="0"/>
                  <a:pt x="5632233" y="48669"/>
                  <a:pt x="5632233" y="108705"/>
                </a:cubicBezTo>
                <a:lnTo>
                  <a:pt x="5632233" y="2199260"/>
                </a:lnTo>
                <a:cubicBezTo>
                  <a:pt x="5632233" y="2259297"/>
                  <a:pt x="5583564" y="2307966"/>
                  <a:pt x="5523528" y="2307966"/>
                </a:cubicBezTo>
                <a:lnTo>
                  <a:pt x="108705" y="2307966"/>
                </a:lnTo>
                <a:cubicBezTo>
                  <a:pt x="48669" y="2307966"/>
                  <a:pt x="0" y="2259297"/>
                  <a:pt x="0" y="2199260"/>
                </a:cubicBezTo>
                <a:lnTo>
                  <a:pt x="0" y="108705"/>
                </a:lnTo>
                <a:cubicBezTo>
                  <a:pt x="0" y="48669"/>
                  <a:pt x="48669" y="0"/>
                  <a:pt x="108705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73966" y="1384057"/>
            <a:ext cx="434782" cy="434782"/>
          </a:xfrm>
          <a:custGeom>
            <a:avLst/>
            <a:gdLst/>
            <a:ahLst/>
            <a:cxnLst/>
            <a:rect l="l" t="t" r="r" b="b"/>
            <a:pathLst>
              <a:path w="434782" h="434782">
                <a:moveTo>
                  <a:pt x="217391" y="0"/>
                </a:moveTo>
                <a:lnTo>
                  <a:pt x="217391" y="0"/>
                </a:lnTo>
                <a:cubicBezTo>
                  <a:pt x="337452" y="0"/>
                  <a:pt x="434782" y="97329"/>
                  <a:pt x="434782" y="217391"/>
                </a:cubicBezTo>
                <a:lnTo>
                  <a:pt x="434782" y="217391"/>
                </a:lnTo>
                <a:cubicBezTo>
                  <a:pt x="434782" y="337452"/>
                  <a:pt x="337452" y="434782"/>
                  <a:pt x="217391" y="434782"/>
                </a:cubicBezTo>
                <a:lnTo>
                  <a:pt x="217391" y="434782"/>
                </a:lnTo>
                <a:cubicBezTo>
                  <a:pt x="97329" y="434782"/>
                  <a:pt x="0" y="337452"/>
                  <a:pt x="0" y="217391"/>
                </a:cubicBezTo>
                <a:lnTo>
                  <a:pt x="0" y="217391"/>
                </a:lnTo>
                <a:cubicBezTo>
                  <a:pt x="0" y="97329"/>
                  <a:pt x="97329" y="0"/>
                  <a:pt x="217391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6" name="Shape 33"/>
          <p:cNvSpPr/>
          <p:nvPr/>
        </p:nvSpPr>
        <p:spPr>
          <a:xfrm>
            <a:off x="6500777" y="1510869"/>
            <a:ext cx="181159" cy="181159"/>
          </a:xfrm>
          <a:custGeom>
            <a:avLst/>
            <a:gdLst/>
            <a:ahLst/>
            <a:cxnLst/>
            <a:rect l="l" t="t" r="r" b="b"/>
            <a:pathLst>
              <a:path w="181159" h="181159">
                <a:moveTo>
                  <a:pt x="96205" y="7147"/>
                </a:moveTo>
                <a:cubicBezTo>
                  <a:pt x="92738" y="5166"/>
                  <a:pt x="88457" y="5166"/>
                  <a:pt x="84954" y="7147"/>
                </a:cubicBezTo>
                <a:lnTo>
                  <a:pt x="5697" y="52437"/>
                </a:lnTo>
                <a:cubicBezTo>
                  <a:pt x="1238" y="54985"/>
                  <a:pt x="-955" y="60221"/>
                  <a:pt x="354" y="65175"/>
                </a:cubicBezTo>
                <a:cubicBezTo>
                  <a:pt x="1663" y="70128"/>
                  <a:pt x="6192" y="73596"/>
                  <a:pt x="11322" y="73596"/>
                </a:cubicBezTo>
                <a:lnTo>
                  <a:pt x="22645" y="73596"/>
                </a:lnTo>
                <a:lnTo>
                  <a:pt x="22645" y="147192"/>
                </a:lnTo>
                <a:lnTo>
                  <a:pt x="22645" y="147192"/>
                </a:lnTo>
                <a:lnTo>
                  <a:pt x="4529" y="160779"/>
                </a:lnTo>
                <a:cubicBezTo>
                  <a:pt x="1663" y="162902"/>
                  <a:pt x="0" y="166263"/>
                  <a:pt x="0" y="169837"/>
                </a:cubicBezTo>
                <a:cubicBezTo>
                  <a:pt x="0" y="176099"/>
                  <a:pt x="5060" y="181159"/>
                  <a:pt x="11322" y="181159"/>
                </a:cubicBezTo>
                <a:lnTo>
                  <a:pt x="169837" y="181159"/>
                </a:lnTo>
                <a:cubicBezTo>
                  <a:pt x="176099" y="181159"/>
                  <a:pt x="181159" y="176099"/>
                  <a:pt x="181159" y="169837"/>
                </a:cubicBezTo>
                <a:cubicBezTo>
                  <a:pt x="181159" y="166263"/>
                  <a:pt x="179496" y="162902"/>
                  <a:pt x="176630" y="160779"/>
                </a:cubicBezTo>
                <a:lnTo>
                  <a:pt x="158514" y="147192"/>
                </a:lnTo>
                <a:lnTo>
                  <a:pt x="158514" y="73596"/>
                </a:lnTo>
                <a:lnTo>
                  <a:pt x="169837" y="73596"/>
                </a:lnTo>
                <a:cubicBezTo>
                  <a:pt x="174967" y="73596"/>
                  <a:pt x="179461" y="70128"/>
                  <a:pt x="180770" y="65175"/>
                </a:cubicBezTo>
                <a:cubicBezTo>
                  <a:pt x="182079" y="60221"/>
                  <a:pt x="179885" y="54985"/>
                  <a:pt x="175427" y="52437"/>
                </a:cubicBezTo>
                <a:lnTo>
                  <a:pt x="96170" y="7147"/>
                </a:lnTo>
                <a:close/>
                <a:moveTo>
                  <a:pt x="141530" y="73596"/>
                </a:moveTo>
                <a:lnTo>
                  <a:pt x="141530" y="147192"/>
                </a:lnTo>
                <a:lnTo>
                  <a:pt x="118886" y="147192"/>
                </a:lnTo>
                <a:lnTo>
                  <a:pt x="118886" y="73596"/>
                </a:lnTo>
                <a:lnTo>
                  <a:pt x="141530" y="73596"/>
                </a:lnTo>
                <a:close/>
                <a:moveTo>
                  <a:pt x="101902" y="73596"/>
                </a:moveTo>
                <a:lnTo>
                  <a:pt x="101902" y="147192"/>
                </a:lnTo>
                <a:lnTo>
                  <a:pt x="79257" y="147192"/>
                </a:lnTo>
                <a:lnTo>
                  <a:pt x="79257" y="73596"/>
                </a:lnTo>
                <a:lnTo>
                  <a:pt x="101902" y="73596"/>
                </a:lnTo>
                <a:close/>
                <a:moveTo>
                  <a:pt x="62273" y="73596"/>
                </a:moveTo>
                <a:lnTo>
                  <a:pt x="62273" y="147192"/>
                </a:lnTo>
                <a:lnTo>
                  <a:pt x="39629" y="147192"/>
                </a:lnTo>
                <a:lnTo>
                  <a:pt x="39629" y="73596"/>
                </a:lnTo>
                <a:lnTo>
                  <a:pt x="62273" y="73596"/>
                </a:lnTo>
                <a:close/>
                <a:moveTo>
                  <a:pt x="90579" y="33967"/>
                </a:moveTo>
                <a:cubicBezTo>
                  <a:pt x="96829" y="33967"/>
                  <a:pt x="101902" y="39041"/>
                  <a:pt x="101902" y="45290"/>
                </a:cubicBezTo>
                <a:cubicBezTo>
                  <a:pt x="101902" y="51539"/>
                  <a:pt x="96829" y="56612"/>
                  <a:pt x="90579" y="56612"/>
                </a:cubicBezTo>
                <a:cubicBezTo>
                  <a:pt x="84330" y="56612"/>
                  <a:pt x="79257" y="51539"/>
                  <a:pt x="79257" y="45290"/>
                </a:cubicBezTo>
                <a:cubicBezTo>
                  <a:pt x="79257" y="39041"/>
                  <a:pt x="84330" y="33967"/>
                  <a:pt x="90579" y="33967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37" name="Text 34"/>
          <p:cNvSpPr/>
          <p:nvPr/>
        </p:nvSpPr>
        <p:spPr>
          <a:xfrm>
            <a:off x="6917443" y="1474637"/>
            <a:ext cx="1576083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6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Знакомство с ТГУ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373966" y="1927534"/>
            <a:ext cx="5262669" cy="416666"/>
          </a:xfrm>
          <a:custGeom>
            <a:avLst/>
            <a:gdLst/>
            <a:ahLst/>
            <a:cxnLst/>
            <a:rect l="l" t="t" r="r" b="b"/>
            <a:pathLst>
              <a:path w="5262669" h="416666">
                <a:moveTo>
                  <a:pt x="72462" y="0"/>
                </a:moveTo>
                <a:lnTo>
                  <a:pt x="5190206" y="0"/>
                </a:lnTo>
                <a:cubicBezTo>
                  <a:pt x="5230226" y="0"/>
                  <a:pt x="5262669" y="32442"/>
                  <a:pt x="5262669" y="72462"/>
                </a:cubicBezTo>
                <a:lnTo>
                  <a:pt x="5262669" y="344203"/>
                </a:lnTo>
                <a:cubicBezTo>
                  <a:pt x="5262669" y="384223"/>
                  <a:pt x="5230226" y="416666"/>
                  <a:pt x="5190206" y="416666"/>
                </a:cubicBezTo>
                <a:lnTo>
                  <a:pt x="72462" y="416666"/>
                </a:lnTo>
                <a:cubicBezTo>
                  <a:pt x="32469" y="416666"/>
                  <a:pt x="0" y="384196"/>
                  <a:pt x="0" y="344203"/>
                </a:cubicBezTo>
                <a:lnTo>
                  <a:pt x="0" y="72462"/>
                </a:lnTo>
                <a:cubicBezTo>
                  <a:pt x="0" y="32469"/>
                  <a:pt x="32469" y="0"/>
                  <a:pt x="72462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39" name="Shape 36"/>
          <p:cNvSpPr/>
          <p:nvPr/>
        </p:nvSpPr>
        <p:spPr>
          <a:xfrm>
            <a:off x="6515496" y="2072461"/>
            <a:ext cx="142663" cy="163043"/>
          </a:xfrm>
          <a:custGeom>
            <a:avLst/>
            <a:gdLst/>
            <a:ahLst/>
            <a:cxnLst/>
            <a:rect l="l" t="t" r="r" b="b"/>
            <a:pathLst>
              <a:path w="142663" h="163043">
                <a:moveTo>
                  <a:pt x="138459" y="22323"/>
                </a:moveTo>
                <a:cubicBezTo>
                  <a:pt x="143013" y="25635"/>
                  <a:pt x="144032" y="32004"/>
                  <a:pt x="140720" y="36557"/>
                </a:cubicBezTo>
                <a:lnTo>
                  <a:pt x="59199" y="148649"/>
                </a:lnTo>
                <a:cubicBezTo>
                  <a:pt x="57447" y="151070"/>
                  <a:pt x="54740" y="152566"/>
                  <a:pt x="51747" y="152821"/>
                </a:cubicBezTo>
                <a:cubicBezTo>
                  <a:pt x="48754" y="153076"/>
                  <a:pt x="45856" y="151961"/>
                  <a:pt x="43754" y="149860"/>
                </a:cubicBezTo>
                <a:lnTo>
                  <a:pt x="2993" y="109099"/>
                </a:lnTo>
                <a:cubicBezTo>
                  <a:pt x="-987" y="105118"/>
                  <a:pt x="-987" y="98654"/>
                  <a:pt x="2993" y="94673"/>
                </a:cubicBezTo>
                <a:cubicBezTo>
                  <a:pt x="6974" y="90693"/>
                  <a:pt x="13438" y="90693"/>
                  <a:pt x="17419" y="94673"/>
                </a:cubicBezTo>
                <a:lnTo>
                  <a:pt x="49741" y="126995"/>
                </a:lnTo>
                <a:lnTo>
                  <a:pt x="124257" y="24552"/>
                </a:lnTo>
                <a:cubicBezTo>
                  <a:pt x="127568" y="19998"/>
                  <a:pt x="133937" y="18979"/>
                  <a:pt x="138491" y="22291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0" name="Text 37"/>
          <p:cNvSpPr/>
          <p:nvPr/>
        </p:nvSpPr>
        <p:spPr>
          <a:xfrm>
            <a:off x="6795160" y="2036230"/>
            <a:ext cx="3514484" cy="19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Экскурсии по лабораториям и учебным корпусам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373966" y="2416664"/>
            <a:ext cx="5262669" cy="416666"/>
          </a:xfrm>
          <a:custGeom>
            <a:avLst/>
            <a:gdLst/>
            <a:ahLst/>
            <a:cxnLst/>
            <a:rect l="l" t="t" r="r" b="b"/>
            <a:pathLst>
              <a:path w="5262669" h="416666">
                <a:moveTo>
                  <a:pt x="72462" y="0"/>
                </a:moveTo>
                <a:lnTo>
                  <a:pt x="5190206" y="0"/>
                </a:lnTo>
                <a:cubicBezTo>
                  <a:pt x="5230226" y="0"/>
                  <a:pt x="5262669" y="32442"/>
                  <a:pt x="5262669" y="72462"/>
                </a:cubicBezTo>
                <a:lnTo>
                  <a:pt x="5262669" y="344203"/>
                </a:lnTo>
                <a:cubicBezTo>
                  <a:pt x="5262669" y="384223"/>
                  <a:pt x="5230226" y="416666"/>
                  <a:pt x="5190206" y="416666"/>
                </a:cubicBezTo>
                <a:lnTo>
                  <a:pt x="72462" y="416666"/>
                </a:lnTo>
                <a:cubicBezTo>
                  <a:pt x="32469" y="416666"/>
                  <a:pt x="0" y="384196"/>
                  <a:pt x="0" y="344203"/>
                </a:cubicBezTo>
                <a:lnTo>
                  <a:pt x="0" y="72462"/>
                </a:lnTo>
                <a:cubicBezTo>
                  <a:pt x="0" y="32469"/>
                  <a:pt x="32469" y="0"/>
                  <a:pt x="72462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42" name="Shape 39"/>
          <p:cNvSpPr/>
          <p:nvPr/>
        </p:nvSpPr>
        <p:spPr>
          <a:xfrm>
            <a:off x="6515496" y="2561591"/>
            <a:ext cx="142663" cy="163043"/>
          </a:xfrm>
          <a:custGeom>
            <a:avLst/>
            <a:gdLst/>
            <a:ahLst/>
            <a:cxnLst/>
            <a:rect l="l" t="t" r="r" b="b"/>
            <a:pathLst>
              <a:path w="142663" h="163043">
                <a:moveTo>
                  <a:pt x="138459" y="22323"/>
                </a:moveTo>
                <a:cubicBezTo>
                  <a:pt x="143013" y="25635"/>
                  <a:pt x="144032" y="32004"/>
                  <a:pt x="140720" y="36557"/>
                </a:cubicBezTo>
                <a:lnTo>
                  <a:pt x="59199" y="148649"/>
                </a:lnTo>
                <a:cubicBezTo>
                  <a:pt x="57447" y="151070"/>
                  <a:pt x="54740" y="152566"/>
                  <a:pt x="51747" y="152821"/>
                </a:cubicBezTo>
                <a:cubicBezTo>
                  <a:pt x="48754" y="153076"/>
                  <a:pt x="45856" y="151961"/>
                  <a:pt x="43754" y="149860"/>
                </a:cubicBezTo>
                <a:lnTo>
                  <a:pt x="2993" y="109099"/>
                </a:lnTo>
                <a:cubicBezTo>
                  <a:pt x="-987" y="105118"/>
                  <a:pt x="-987" y="98654"/>
                  <a:pt x="2993" y="94673"/>
                </a:cubicBezTo>
                <a:cubicBezTo>
                  <a:pt x="6974" y="90693"/>
                  <a:pt x="13438" y="90693"/>
                  <a:pt x="17419" y="94673"/>
                </a:cubicBezTo>
                <a:lnTo>
                  <a:pt x="49741" y="126995"/>
                </a:lnTo>
                <a:lnTo>
                  <a:pt x="124257" y="24552"/>
                </a:lnTo>
                <a:cubicBezTo>
                  <a:pt x="127568" y="19998"/>
                  <a:pt x="133937" y="18979"/>
                  <a:pt x="138491" y="22291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3" name="Text 40"/>
          <p:cNvSpPr/>
          <p:nvPr/>
        </p:nvSpPr>
        <p:spPr>
          <a:xfrm>
            <a:off x="6795160" y="2525359"/>
            <a:ext cx="3931150" cy="19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Встречи с деканами факультетов ФТФ, ММФ, ФФ, РФФ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373966" y="2905793"/>
            <a:ext cx="5262669" cy="416666"/>
          </a:xfrm>
          <a:custGeom>
            <a:avLst/>
            <a:gdLst/>
            <a:ahLst/>
            <a:cxnLst/>
            <a:rect l="l" t="t" r="r" b="b"/>
            <a:pathLst>
              <a:path w="5262669" h="416666">
                <a:moveTo>
                  <a:pt x="72462" y="0"/>
                </a:moveTo>
                <a:lnTo>
                  <a:pt x="5190206" y="0"/>
                </a:lnTo>
                <a:cubicBezTo>
                  <a:pt x="5230226" y="0"/>
                  <a:pt x="5262669" y="32442"/>
                  <a:pt x="5262669" y="72462"/>
                </a:cubicBezTo>
                <a:lnTo>
                  <a:pt x="5262669" y="344203"/>
                </a:lnTo>
                <a:cubicBezTo>
                  <a:pt x="5262669" y="384223"/>
                  <a:pt x="5230226" y="416666"/>
                  <a:pt x="5190206" y="416666"/>
                </a:cubicBezTo>
                <a:lnTo>
                  <a:pt x="72462" y="416666"/>
                </a:lnTo>
                <a:cubicBezTo>
                  <a:pt x="32469" y="416666"/>
                  <a:pt x="0" y="384196"/>
                  <a:pt x="0" y="344203"/>
                </a:cubicBezTo>
                <a:lnTo>
                  <a:pt x="0" y="72462"/>
                </a:lnTo>
                <a:cubicBezTo>
                  <a:pt x="0" y="32469"/>
                  <a:pt x="32469" y="0"/>
                  <a:pt x="72462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45" name="Shape 42"/>
          <p:cNvSpPr/>
          <p:nvPr/>
        </p:nvSpPr>
        <p:spPr>
          <a:xfrm>
            <a:off x="6515496" y="3050720"/>
            <a:ext cx="142663" cy="163043"/>
          </a:xfrm>
          <a:custGeom>
            <a:avLst/>
            <a:gdLst/>
            <a:ahLst/>
            <a:cxnLst/>
            <a:rect l="l" t="t" r="r" b="b"/>
            <a:pathLst>
              <a:path w="142663" h="163043">
                <a:moveTo>
                  <a:pt x="138459" y="22323"/>
                </a:moveTo>
                <a:cubicBezTo>
                  <a:pt x="143013" y="25635"/>
                  <a:pt x="144032" y="32004"/>
                  <a:pt x="140720" y="36557"/>
                </a:cubicBezTo>
                <a:lnTo>
                  <a:pt x="59199" y="148649"/>
                </a:lnTo>
                <a:cubicBezTo>
                  <a:pt x="57447" y="151070"/>
                  <a:pt x="54740" y="152566"/>
                  <a:pt x="51747" y="152821"/>
                </a:cubicBezTo>
                <a:cubicBezTo>
                  <a:pt x="48754" y="153076"/>
                  <a:pt x="45856" y="151961"/>
                  <a:pt x="43754" y="149860"/>
                </a:cubicBezTo>
                <a:lnTo>
                  <a:pt x="2993" y="109099"/>
                </a:lnTo>
                <a:cubicBezTo>
                  <a:pt x="-987" y="105118"/>
                  <a:pt x="-987" y="98654"/>
                  <a:pt x="2993" y="94673"/>
                </a:cubicBezTo>
                <a:cubicBezTo>
                  <a:pt x="6974" y="90693"/>
                  <a:pt x="13438" y="90693"/>
                  <a:pt x="17419" y="94673"/>
                </a:cubicBezTo>
                <a:lnTo>
                  <a:pt x="49741" y="126995"/>
                </a:lnTo>
                <a:lnTo>
                  <a:pt x="124257" y="24552"/>
                </a:lnTo>
                <a:cubicBezTo>
                  <a:pt x="127568" y="19998"/>
                  <a:pt x="133937" y="18979"/>
                  <a:pt x="138491" y="22291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6" name="Text 43"/>
          <p:cNvSpPr/>
          <p:nvPr/>
        </p:nvSpPr>
        <p:spPr>
          <a:xfrm>
            <a:off x="6795160" y="3014488"/>
            <a:ext cx="3876802" cy="19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Изучение образовательных программ и возможностей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189184" y="3659412"/>
            <a:ext cx="5632233" cy="2307966"/>
          </a:xfrm>
          <a:custGeom>
            <a:avLst/>
            <a:gdLst/>
            <a:ahLst/>
            <a:cxnLst/>
            <a:rect l="l" t="t" r="r" b="b"/>
            <a:pathLst>
              <a:path w="5632233" h="2307966">
                <a:moveTo>
                  <a:pt x="108705" y="0"/>
                </a:moveTo>
                <a:lnTo>
                  <a:pt x="5523528" y="0"/>
                </a:lnTo>
                <a:cubicBezTo>
                  <a:pt x="5583564" y="0"/>
                  <a:pt x="5632233" y="48669"/>
                  <a:pt x="5632233" y="108705"/>
                </a:cubicBezTo>
                <a:lnTo>
                  <a:pt x="5632233" y="2199260"/>
                </a:lnTo>
                <a:cubicBezTo>
                  <a:pt x="5632233" y="2259297"/>
                  <a:pt x="5583564" y="2307966"/>
                  <a:pt x="5523528" y="2307966"/>
                </a:cubicBezTo>
                <a:lnTo>
                  <a:pt x="108705" y="2307966"/>
                </a:lnTo>
                <a:cubicBezTo>
                  <a:pt x="48669" y="2307966"/>
                  <a:pt x="0" y="2259297"/>
                  <a:pt x="0" y="2199260"/>
                </a:cubicBezTo>
                <a:lnTo>
                  <a:pt x="0" y="108705"/>
                </a:lnTo>
                <a:cubicBezTo>
                  <a:pt x="0" y="48669"/>
                  <a:pt x="48669" y="0"/>
                  <a:pt x="108705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373966" y="3844193"/>
            <a:ext cx="434782" cy="434782"/>
          </a:xfrm>
          <a:custGeom>
            <a:avLst/>
            <a:gdLst/>
            <a:ahLst/>
            <a:cxnLst/>
            <a:rect l="l" t="t" r="r" b="b"/>
            <a:pathLst>
              <a:path w="434782" h="434782">
                <a:moveTo>
                  <a:pt x="217391" y="0"/>
                </a:moveTo>
                <a:lnTo>
                  <a:pt x="217391" y="0"/>
                </a:lnTo>
                <a:cubicBezTo>
                  <a:pt x="337452" y="0"/>
                  <a:pt x="434782" y="97329"/>
                  <a:pt x="434782" y="217391"/>
                </a:cubicBezTo>
                <a:lnTo>
                  <a:pt x="434782" y="217391"/>
                </a:lnTo>
                <a:cubicBezTo>
                  <a:pt x="434782" y="337452"/>
                  <a:pt x="337452" y="434782"/>
                  <a:pt x="217391" y="434782"/>
                </a:cubicBezTo>
                <a:lnTo>
                  <a:pt x="217391" y="434782"/>
                </a:lnTo>
                <a:cubicBezTo>
                  <a:pt x="97329" y="434782"/>
                  <a:pt x="0" y="337452"/>
                  <a:pt x="0" y="217391"/>
                </a:cubicBezTo>
                <a:lnTo>
                  <a:pt x="0" y="217391"/>
                </a:lnTo>
                <a:cubicBezTo>
                  <a:pt x="0" y="97329"/>
                  <a:pt x="97329" y="0"/>
                  <a:pt x="217391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9" name="Shape 46"/>
          <p:cNvSpPr/>
          <p:nvPr/>
        </p:nvSpPr>
        <p:spPr>
          <a:xfrm>
            <a:off x="6500777" y="3971004"/>
            <a:ext cx="181159" cy="181159"/>
          </a:xfrm>
          <a:custGeom>
            <a:avLst/>
            <a:gdLst/>
            <a:ahLst/>
            <a:cxnLst/>
            <a:rect l="l" t="t" r="r" b="b"/>
            <a:pathLst>
              <a:path w="181159" h="181159">
                <a:moveTo>
                  <a:pt x="90579" y="181159"/>
                </a:moveTo>
                <a:cubicBezTo>
                  <a:pt x="140572" y="181159"/>
                  <a:pt x="181159" y="140572"/>
                  <a:pt x="181159" y="90579"/>
                </a:cubicBezTo>
                <a:cubicBezTo>
                  <a:pt x="181159" y="40587"/>
                  <a:pt x="140572" y="0"/>
                  <a:pt x="90579" y="0"/>
                </a:cubicBezTo>
                <a:cubicBezTo>
                  <a:pt x="40587" y="0"/>
                  <a:pt x="0" y="40587"/>
                  <a:pt x="0" y="90579"/>
                </a:cubicBezTo>
                <a:cubicBezTo>
                  <a:pt x="0" y="140572"/>
                  <a:pt x="40587" y="181159"/>
                  <a:pt x="90579" y="181159"/>
                </a:cubicBezTo>
                <a:close/>
                <a:moveTo>
                  <a:pt x="82088" y="121716"/>
                </a:moveTo>
                <a:lnTo>
                  <a:pt x="82088" y="99071"/>
                </a:lnTo>
                <a:lnTo>
                  <a:pt x="59443" y="99071"/>
                </a:lnTo>
                <a:cubicBezTo>
                  <a:pt x="54737" y="99071"/>
                  <a:pt x="50951" y="95285"/>
                  <a:pt x="50951" y="90579"/>
                </a:cubicBezTo>
                <a:cubicBezTo>
                  <a:pt x="50951" y="85874"/>
                  <a:pt x="54737" y="82088"/>
                  <a:pt x="59443" y="82088"/>
                </a:cubicBezTo>
                <a:lnTo>
                  <a:pt x="82088" y="82088"/>
                </a:lnTo>
                <a:lnTo>
                  <a:pt x="82088" y="59443"/>
                </a:lnTo>
                <a:cubicBezTo>
                  <a:pt x="82088" y="54737"/>
                  <a:pt x="85874" y="50951"/>
                  <a:pt x="90579" y="50951"/>
                </a:cubicBezTo>
                <a:cubicBezTo>
                  <a:pt x="95285" y="50951"/>
                  <a:pt x="99071" y="54737"/>
                  <a:pt x="99071" y="59443"/>
                </a:cubicBezTo>
                <a:lnTo>
                  <a:pt x="99071" y="82088"/>
                </a:lnTo>
                <a:lnTo>
                  <a:pt x="121716" y="82088"/>
                </a:lnTo>
                <a:cubicBezTo>
                  <a:pt x="126422" y="82088"/>
                  <a:pt x="130208" y="85874"/>
                  <a:pt x="130208" y="90579"/>
                </a:cubicBezTo>
                <a:cubicBezTo>
                  <a:pt x="130208" y="95285"/>
                  <a:pt x="126422" y="99071"/>
                  <a:pt x="121716" y="99071"/>
                </a:cubicBezTo>
                <a:lnTo>
                  <a:pt x="99071" y="99071"/>
                </a:lnTo>
                <a:lnTo>
                  <a:pt x="99071" y="121716"/>
                </a:lnTo>
                <a:cubicBezTo>
                  <a:pt x="99071" y="126422"/>
                  <a:pt x="95285" y="130208"/>
                  <a:pt x="90579" y="130208"/>
                </a:cubicBezTo>
                <a:cubicBezTo>
                  <a:pt x="85874" y="130208"/>
                  <a:pt x="82088" y="126422"/>
                  <a:pt x="82088" y="121716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50" name="Text 47"/>
          <p:cNvSpPr/>
          <p:nvPr/>
        </p:nvSpPr>
        <p:spPr>
          <a:xfrm>
            <a:off x="6917443" y="3934772"/>
            <a:ext cx="2672095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6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Дополнительные возможности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6373966" y="4387670"/>
            <a:ext cx="5262669" cy="416666"/>
          </a:xfrm>
          <a:custGeom>
            <a:avLst/>
            <a:gdLst/>
            <a:ahLst/>
            <a:cxnLst/>
            <a:rect l="l" t="t" r="r" b="b"/>
            <a:pathLst>
              <a:path w="5262669" h="416666">
                <a:moveTo>
                  <a:pt x="72462" y="0"/>
                </a:moveTo>
                <a:lnTo>
                  <a:pt x="5190206" y="0"/>
                </a:lnTo>
                <a:cubicBezTo>
                  <a:pt x="5230226" y="0"/>
                  <a:pt x="5262669" y="32442"/>
                  <a:pt x="5262669" y="72462"/>
                </a:cubicBezTo>
                <a:lnTo>
                  <a:pt x="5262669" y="344203"/>
                </a:lnTo>
                <a:cubicBezTo>
                  <a:pt x="5262669" y="384223"/>
                  <a:pt x="5230226" y="416666"/>
                  <a:pt x="5190206" y="416666"/>
                </a:cubicBezTo>
                <a:lnTo>
                  <a:pt x="72462" y="416666"/>
                </a:lnTo>
                <a:cubicBezTo>
                  <a:pt x="32469" y="416666"/>
                  <a:pt x="0" y="384196"/>
                  <a:pt x="0" y="344203"/>
                </a:cubicBezTo>
                <a:lnTo>
                  <a:pt x="0" y="72462"/>
                </a:lnTo>
                <a:cubicBezTo>
                  <a:pt x="0" y="32469"/>
                  <a:pt x="32469" y="0"/>
                  <a:pt x="72462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52" name="Shape 49"/>
          <p:cNvSpPr/>
          <p:nvPr/>
        </p:nvSpPr>
        <p:spPr>
          <a:xfrm>
            <a:off x="6515496" y="4532597"/>
            <a:ext cx="142663" cy="163043"/>
          </a:xfrm>
          <a:custGeom>
            <a:avLst/>
            <a:gdLst/>
            <a:ahLst/>
            <a:cxnLst/>
            <a:rect l="l" t="t" r="r" b="b"/>
            <a:pathLst>
              <a:path w="142663" h="163043">
                <a:moveTo>
                  <a:pt x="138459" y="22323"/>
                </a:moveTo>
                <a:cubicBezTo>
                  <a:pt x="143013" y="25635"/>
                  <a:pt x="144032" y="32004"/>
                  <a:pt x="140720" y="36557"/>
                </a:cubicBezTo>
                <a:lnTo>
                  <a:pt x="59199" y="148649"/>
                </a:lnTo>
                <a:cubicBezTo>
                  <a:pt x="57447" y="151070"/>
                  <a:pt x="54740" y="152566"/>
                  <a:pt x="51747" y="152821"/>
                </a:cubicBezTo>
                <a:cubicBezTo>
                  <a:pt x="48754" y="153076"/>
                  <a:pt x="45856" y="151961"/>
                  <a:pt x="43754" y="149860"/>
                </a:cubicBezTo>
                <a:lnTo>
                  <a:pt x="2993" y="109099"/>
                </a:lnTo>
                <a:cubicBezTo>
                  <a:pt x="-987" y="105118"/>
                  <a:pt x="-987" y="98654"/>
                  <a:pt x="2993" y="94673"/>
                </a:cubicBezTo>
                <a:cubicBezTo>
                  <a:pt x="6974" y="90693"/>
                  <a:pt x="13438" y="90693"/>
                  <a:pt x="17419" y="94673"/>
                </a:cubicBezTo>
                <a:lnTo>
                  <a:pt x="49741" y="126995"/>
                </a:lnTo>
                <a:lnTo>
                  <a:pt x="124257" y="24552"/>
                </a:lnTo>
                <a:cubicBezTo>
                  <a:pt x="127568" y="19998"/>
                  <a:pt x="133937" y="18979"/>
                  <a:pt x="138491" y="22291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3" name="Text 50"/>
          <p:cNvSpPr/>
          <p:nvPr/>
        </p:nvSpPr>
        <p:spPr>
          <a:xfrm>
            <a:off x="6795160" y="4496365"/>
            <a:ext cx="3378615" cy="19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Дополнительные баллы при поступлении в ТГУ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6373966" y="4876799"/>
            <a:ext cx="5262669" cy="416666"/>
          </a:xfrm>
          <a:custGeom>
            <a:avLst/>
            <a:gdLst/>
            <a:ahLst/>
            <a:cxnLst/>
            <a:rect l="l" t="t" r="r" b="b"/>
            <a:pathLst>
              <a:path w="5262669" h="416666">
                <a:moveTo>
                  <a:pt x="72462" y="0"/>
                </a:moveTo>
                <a:lnTo>
                  <a:pt x="5190206" y="0"/>
                </a:lnTo>
                <a:cubicBezTo>
                  <a:pt x="5230226" y="0"/>
                  <a:pt x="5262669" y="32442"/>
                  <a:pt x="5262669" y="72462"/>
                </a:cubicBezTo>
                <a:lnTo>
                  <a:pt x="5262669" y="344203"/>
                </a:lnTo>
                <a:cubicBezTo>
                  <a:pt x="5262669" y="384223"/>
                  <a:pt x="5230226" y="416666"/>
                  <a:pt x="5190206" y="416666"/>
                </a:cubicBezTo>
                <a:lnTo>
                  <a:pt x="72462" y="416666"/>
                </a:lnTo>
                <a:cubicBezTo>
                  <a:pt x="32469" y="416666"/>
                  <a:pt x="0" y="384196"/>
                  <a:pt x="0" y="344203"/>
                </a:cubicBezTo>
                <a:lnTo>
                  <a:pt x="0" y="72462"/>
                </a:lnTo>
                <a:cubicBezTo>
                  <a:pt x="0" y="32469"/>
                  <a:pt x="32469" y="0"/>
                  <a:pt x="72462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55" name="Shape 52"/>
          <p:cNvSpPr/>
          <p:nvPr/>
        </p:nvSpPr>
        <p:spPr>
          <a:xfrm>
            <a:off x="6515496" y="5021726"/>
            <a:ext cx="142663" cy="163043"/>
          </a:xfrm>
          <a:custGeom>
            <a:avLst/>
            <a:gdLst/>
            <a:ahLst/>
            <a:cxnLst/>
            <a:rect l="l" t="t" r="r" b="b"/>
            <a:pathLst>
              <a:path w="142663" h="163043">
                <a:moveTo>
                  <a:pt x="138459" y="22323"/>
                </a:moveTo>
                <a:cubicBezTo>
                  <a:pt x="143013" y="25635"/>
                  <a:pt x="144032" y="32004"/>
                  <a:pt x="140720" y="36557"/>
                </a:cubicBezTo>
                <a:lnTo>
                  <a:pt x="59199" y="148649"/>
                </a:lnTo>
                <a:cubicBezTo>
                  <a:pt x="57447" y="151070"/>
                  <a:pt x="54740" y="152566"/>
                  <a:pt x="51747" y="152821"/>
                </a:cubicBezTo>
                <a:cubicBezTo>
                  <a:pt x="48754" y="153076"/>
                  <a:pt x="45856" y="151961"/>
                  <a:pt x="43754" y="149860"/>
                </a:cubicBezTo>
                <a:lnTo>
                  <a:pt x="2993" y="109099"/>
                </a:lnTo>
                <a:cubicBezTo>
                  <a:pt x="-987" y="105118"/>
                  <a:pt x="-987" y="98654"/>
                  <a:pt x="2993" y="94673"/>
                </a:cubicBezTo>
                <a:cubicBezTo>
                  <a:pt x="6974" y="90693"/>
                  <a:pt x="13438" y="90693"/>
                  <a:pt x="17419" y="94673"/>
                </a:cubicBezTo>
                <a:lnTo>
                  <a:pt x="49741" y="126995"/>
                </a:lnTo>
                <a:lnTo>
                  <a:pt x="124257" y="24552"/>
                </a:lnTo>
                <a:cubicBezTo>
                  <a:pt x="127568" y="19998"/>
                  <a:pt x="133937" y="18979"/>
                  <a:pt x="138491" y="22291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6" name="Text 53"/>
          <p:cNvSpPr/>
          <p:nvPr/>
        </p:nvSpPr>
        <p:spPr>
          <a:xfrm>
            <a:off x="6795160" y="4985495"/>
            <a:ext cx="2182966" cy="19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Сертификаты и рекомендации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6373966" y="5365928"/>
            <a:ext cx="5262669" cy="416666"/>
          </a:xfrm>
          <a:custGeom>
            <a:avLst/>
            <a:gdLst/>
            <a:ahLst/>
            <a:cxnLst/>
            <a:rect l="l" t="t" r="r" b="b"/>
            <a:pathLst>
              <a:path w="5262669" h="416666">
                <a:moveTo>
                  <a:pt x="72462" y="0"/>
                </a:moveTo>
                <a:lnTo>
                  <a:pt x="5190206" y="0"/>
                </a:lnTo>
                <a:cubicBezTo>
                  <a:pt x="5230226" y="0"/>
                  <a:pt x="5262669" y="32442"/>
                  <a:pt x="5262669" y="72462"/>
                </a:cubicBezTo>
                <a:lnTo>
                  <a:pt x="5262669" y="344203"/>
                </a:lnTo>
                <a:cubicBezTo>
                  <a:pt x="5262669" y="384223"/>
                  <a:pt x="5230226" y="416666"/>
                  <a:pt x="5190206" y="416666"/>
                </a:cubicBezTo>
                <a:lnTo>
                  <a:pt x="72462" y="416666"/>
                </a:lnTo>
                <a:cubicBezTo>
                  <a:pt x="32469" y="416666"/>
                  <a:pt x="0" y="384196"/>
                  <a:pt x="0" y="344203"/>
                </a:cubicBezTo>
                <a:lnTo>
                  <a:pt x="0" y="72462"/>
                </a:lnTo>
                <a:cubicBezTo>
                  <a:pt x="0" y="32469"/>
                  <a:pt x="32469" y="0"/>
                  <a:pt x="72462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58" name="Shape 55"/>
          <p:cNvSpPr/>
          <p:nvPr/>
        </p:nvSpPr>
        <p:spPr>
          <a:xfrm>
            <a:off x="6515496" y="5510856"/>
            <a:ext cx="142663" cy="163043"/>
          </a:xfrm>
          <a:custGeom>
            <a:avLst/>
            <a:gdLst/>
            <a:ahLst/>
            <a:cxnLst/>
            <a:rect l="l" t="t" r="r" b="b"/>
            <a:pathLst>
              <a:path w="142663" h="163043">
                <a:moveTo>
                  <a:pt x="138459" y="22323"/>
                </a:moveTo>
                <a:cubicBezTo>
                  <a:pt x="143013" y="25635"/>
                  <a:pt x="144032" y="32004"/>
                  <a:pt x="140720" y="36557"/>
                </a:cubicBezTo>
                <a:lnTo>
                  <a:pt x="59199" y="148649"/>
                </a:lnTo>
                <a:cubicBezTo>
                  <a:pt x="57447" y="151070"/>
                  <a:pt x="54740" y="152566"/>
                  <a:pt x="51747" y="152821"/>
                </a:cubicBezTo>
                <a:cubicBezTo>
                  <a:pt x="48754" y="153076"/>
                  <a:pt x="45856" y="151961"/>
                  <a:pt x="43754" y="149860"/>
                </a:cubicBezTo>
                <a:lnTo>
                  <a:pt x="2993" y="109099"/>
                </a:lnTo>
                <a:cubicBezTo>
                  <a:pt x="-987" y="105118"/>
                  <a:pt x="-987" y="98654"/>
                  <a:pt x="2993" y="94673"/>
                </a:cubicBezTo>
                <a:cubicBezTo>
                  <a:pt x="6974" y="90693"/>
                  <a:pt x="13438" y="90693"/>
                  <a:pt x="17419" y="94673"/>
                </a:cubicBezTo>
                <a:lnTo>
                  <a:pt x="49741" y="126995"/>
                </a:lnTo>
                <a:lnTo>
                  <a:pt x="124257" y="24552"/>
                </a:lnTo>
                <a:cubicBezTo>
                  <a:pt x="127568" y="19998"/>
                  <a:pt x="133937" y="18979"/>
                  <a:pt x="138491" y="22291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9" name="Text 56"/>
          <p:cNvSpPr/>
          <p:nvPr/>
        </p:nvSpPr>
        <p:spPr>
          <a:xfrm>
            <a:off x="6795160" y="5474624"/>
            <a:ext cx="2409415" cy="19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4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Вдохновение для новых проектов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380434" y="6315204"/>
            <a:ext cx="11449248" cy="543477"/>
          </a:xfrm>
          <a:custGeom>
            <a:avLst/>
            <a:gdLst/>
            <a:ahLst/>
            <a:cxnLst/>
            <a:rect l="l" t="t" r="r" b="b"/>
            <a:pathLst>
              <a:path w="11449248" h="543477">
                <a:moveTo>
                  <a:pt x="36232" y="0"/>
                </a:moveTo>
                <a:lnTo>
                  <a:pt x="11340553" y="0"/>
                </a:lnTo>
                <a:cubicBezTo>
                  <a:pt x="11400584" y="0"/>
                  <a:pt x="11449248" y="48665"/>
                  <a:pt x="11449248" y="108695"/>
                </a:cubicBezTo>
                <a:lnTo>
                  <a:pt x="11449248" y="434782"/>
                </a:lnTo>
                <a:cubicBezTo>
                  <a:pt x="11449248" y="494812"/>
                  <a:pt x="11400584" y="543477"/>
                  <a:pt x="11340553" y="543477"/>
                </a:cubicBezTo>
                <a:lnTo>
                  <a:pt x="36232" y="543477"/>
                </a:lnTo>
                <a:cubicBezTo>
                  <a:pt x="16222" y="543477"/>
                  <a:pt x="0" y="527255"/>
                  <a:pt x="0" y="507245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61" name="Shape 58"/>
          <p:cNvSpPr/>
          <p:nvPr/>
        </p:nvSpPr>
        <p:spPr>
          <a:xfrm>
            <a:off x="380434" y="6315204"/>
            <a:ext cx="36232" cy="543477"/>
          </a:xfrm>
          <a:custGeom>
            <a:avLst/>
            <a:gdLst/>
            <a:ahLst/>
            <a:cxnLst/>
            <a:rect l="l" t="t" r="r" b="b"/>
            <a:pathLst>
              <a:path w="36232" h="543477">
                <a:moveTo>
                  <a:pt x="36232" y="0"/>
                </a:moveTo>
                <a:lnTo>
                  <a:pt x="36232" y="0"/>
                </a:lnTo>
                <a:lnTo>
                  <a:pt x="36232" y="543477"/>
                </a:lnTo>
                <a:lnTo>
                  <a:pt x="36232" y="543477"/>
                </a:lnTo>
                <a:cubicBezTo>
                  <a:pt x="16222" y="543477"/>
                  <a:pt x="0" y="527255"/>
                  <a:pt x="0" y="507245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62" name="Shape 59"/>
          <p:cNvSpPr/>
          <p:nvPr/>
        </p:nvSpPr>
        <p:spPr>
          <a:xfrm>
            <a:off x="2978141" y="6518101"/>
            <a:ext cx="142663" cy="163043"/>
          </a:xfrm>
          <a:custGeom>
            <a:avLst/>
            <a:gdLst/>
            <a:ahLst/>
            <a:cxnLst/>
            <a:rect l="l" t="t" r="r" b="b"/>
            <a:pathLst>
              <a:path w="142663" h="163043">
                <a:moveTo>
                  <a:pt x="0" y="68784"/>
                </a:moveTo>
                <a:cubicBezTo>
                  <a:pt x="0" y="47671"/>
                  <a:pt x="17100" y="30571"/>
                  <a:pt x="38213" y="30571"/>
                </a:cubicBezTo>
                <a:lnTo>
                  <a:pt x="40761" y="30571"/>
                </a:lnTo>
                <a:cubicBezTo>
                  <a:pt x="46397" y="30571"/>
                  <a:pt x="50951" y="35124"/>
                  <a:pt x="50951" y="40761"/>
                </a:cubicBezTo>
                <a:cubicBezTo>
                  <a:pt x="50951" y="46397"/>
                  <a:pt x="46397" y="50951"/>
                  <a:pt x="40761" y="50951"/>
                </a:cubicBezTo>
                <a:lnTo>
                  <a:pt x="38213" y="50951"/>
                </a:lnTo>
                <a:cubicBezTo>
                  <a:pt x="28373" y="50951"/>
                  <a:pt x="20380" y="58944"/>
                  <a:pt x="20380" y="68784"/>
                </a:cubicBezTo>
                <a:lnTo>
                  <a:pt x="20380" y="71331"/>
                </a:lnTo>
                <a:lnTo>
                  <a:pt x="40761" y="71331"/>
                </a:lnTo>
                <a:cubicBezTo>
                  <a:pt x="52002" y="71331"/>
                  <a:pt x="61141" y="80471"/>
                  <a:pt x="61141" y="91712"/>
                </a:cubicBezTo>
                <a:lnTo>
                  <a:pt x="61141" y="112092"/>
                </a:lnTo>
                <a:cubicBezTo>
                  <a:pt x="61141" y="123333"/>
                  <a:pt x="52002" y="132473"/>
                  <a:pt x="40761" y="132473"/>
                </a:cubicBezTo>
                <a:lnTo>
                  <a:pt x="20380" y="132473"/>
                </a:lnTo>
                <a:cubicBezTo>
                  <a:pt x="9139" y="132473"/>
                  <a:pt x="0" y="123333"/>
                  <a:pt x="0" y="112092"/>
                </a:cubicBezTo>
                <a:lnTo>
                  <a:pt x="0" y="68784"/>
                </a:lnTo>
                <a:close/>
                <a:moveTo>
                  <a:pt x="81522" y="68784"/>
                </a:moveTo>
                <a:cubicBezTo>
                  <a:pt x="81522" y="47671"/>
                  <a:pt x="98622" y="30571"/>
                  <a:pt x="119735" y="30571"/>
                </a:cubicBezTo>
                <a:lnTo>
                  <a:pt x="122282" y="30571"/>
                </a:lnTo>
                <a:cubicBezTo>
                  <a:pt x="127919" y="30571"/>
                  <a:pt x="132473" y="35124"/>
                  <a:pt x="132473" y="40761"/>
                </a:cubicBezTo>
                <a:cubicBezTo>
                  <a:pt x="132473" y="46397"/>
                  <a:pt x="127919" y="50951"/>
                  <a:pt x="122282" y="50951"/>
                </a:cubicBezTo>
                <a:lnTo>
                  <a:pt x="119735" y="50951"/>
                </a:lnTo>
                <a:cubicBezTo>
                  <a:pt x="109895" y="50951"/>
                  <a:pt x="101902" y="58944"/>
                  <a:pt x="101902" y="68784"/>
                </a:cubicBezTo>
                <a:lnTo>
                  <a:pt x="101902" y="71331"/>
                </a:lnTo>
                <a:lnTo>
                  <a:pt x="122282" y="71331"/>
                </a:lnTo>
                <a:cubicBezTo>
                  <a:pt x="133523" y="71331"/>
                  <a:pt x="142663" y="80471"/>
                  <a:pt x="142663" y="91712"/>
                </a:cubicBezTo>
                <a:lnTo>
                  <a:pt x="142663" y="112092"/>
                </a:lnTo>
                <a:cubicBezTo>
                  <a:pt x="142663" y="123333"/>
                  <a:pt x="133523" y="132473"/>
                  <a:pt x="122282" y="132473"/>
                </a:cubicBezTo>
                <a:lnTo>
                  <a:pt x="101902" y="132473"/>
                </a:lnTo>
                <a:cubicBezTo>
                  <a:pt x="90661" y="132473"/>
                  <a:pt x="81522" y="123333"/>
                  <a:pt x="81522" y="112092"/>
                </a:cubicBezTo>
                <a:lnTo>
                  <a:pt x="81522" y="68784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63" name="Text 60"/>
          <p:cNvSpPr/>
          <p:nvPr/>
        </p:nvSpPr>
        <p:spPr>
          <a:xfrm>
            <a:off x="3228027" y="6481870"/>
            <a:ext cx="6093509" cy="21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4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Форум — это не просто мероприятие, а трамплин в мир высоких технологий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novate.ru/0c0b3d843a84f80a3c67e0ff52a41abbc5549ad1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95" r="95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E17">
                  <a:alpha val="95000"/>
                </a:srgbClr>
              </a:gs>
              <a:gs pos="100000">
                <a:srgbClr val="1E3A5F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17500" y="3810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00D4FF"/>
          </a:solidFill>
          <a:ln/>
          <a:effectLst>
            <a:outerShdw sx="100000" sy="100000" kx="0" ky="0" algn="bl" rotWithShape="0" blurRad="317500" dist="50800" dir="2700000">
              <a:srgbClr val="00d4ff">
                <a:alpha val="1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44500" y="508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07" y="11906"/>
                </a:moveTo>
                <a:lnTo>
                  <a:pt x="54955" y="11906"/>
                </a:lnTo>
                <a:cubicBezTo>
                  <a:pt x="44016" y="11906"/>
                  <a:pt x="34454" y="19385"/>
                  <a:pt x="31849" y="29989"/>
                </a:cubicBezTo>
                <a:lnTo>
                  <a:pt x="521" y="156456"/>
                </a:lnTo>
                <a:cubicBezTo>
                  <a:pt x="-2270" y="167692"/>
                  <a:pt x="6251" y="178594"/>
                  <a:pt x="17859" y="178594"/>
                </a:cubicBezTo>
                <a:lnTo>
                  <a:pt x="83307" y="178594"/>
                </a:lnTo>
                <a:lnTo>
                  <a:pt x="83307" y="154781"/>
                </a:lnTo>
                <a:cubicBezTo>
                  <a:pt x="83307" y="148196"/>
                  <a:pt x="88627" y="142875"/>
                  <a:pt x="95213" y="142875"/>
                </a:cubicBezTo>
                <a:cubicBezTo>
                  <a:pt x="101798" y="142875"/>
                  <a:pt x="107119" y="148196"/>
                  <a:pt x="107119" y="154781"/>
                </a:cubicBezTo>
                <a:lnTo>
                  <a:pt x="107119" y="178594"/>
                </a:lnTo>
                <a:lnTo>
                  <a:pt x="172641" y="178594"/>
                </a:lnTo>
                <a:cubicBezTo>
                  <a:pt x="184249" y="178594"/>
                  <a:pt x="192770" y="167692"/>
                  <a:pt x="189979" y="156456"/>
                </a:cubicBezTo>
                <a:lnTo>
                  <a:pt x="158688" y="29989"/>
                </a:lnTo>
                <a:cubicBezTo>
                  <a:pt x="156046" y="19385"/>
                  <a:pt x="146521" y="11906"/>
                  <a:pt x="135545" y="11906"/>
                </a:cubicBezTo>
                <a:lnTo>
                  <a:pt x="107119" y="11906"/>
                </a:lnTo>
                <a:lnTo>
                  <a:pt x="107119" y="35719"/>
                </a:lnTo>
                <a:cubicBezTo>
                  <a:pt x="107119" y="42304"/>
                  <a:pt x="101798" y="47625"/>
                  <a:pt x="95213" y="47625"/>
                </a:cubicBezTo>
                <a:cubicBezTo>
                  <a:pt x="88627" y="47625"/>
                  <a:pt x="83307" y="42304"/>
                  <a:pt x="83307" y="35719"/>
                </a:cubicBezTo>
                <a:lnTo>
                  <a:pt x="83307" y="11906"/>
                </a:lnTo>
                <a:close/>
                <a:moveTo>
                  <a:pt x="107119" y="83344"/>
                </a:moveTo>
                <a:lnTo>
                  <a:pt x="107119" y="107156"/>
                </a:lnTo>
                <a:cubicBezTo>
                  <a:pt x="107119" y="113742"/>
                  <a:pt x="101798" y="119063"/>
                  <a:pt x="95213" y="119063"/>
                </a:cubicBezTo>
                <a:cubicBezTo>
                  <a:pt x="88627" y="119063"/>
                  <a:pt x="83307" y="113742"/>
                  <a:pt x="83307" y="107156"/>
                </a:cubicBezTo>
                <a:lnTo>
                  <a:pt x="83307" y="83344"/>
                </a:lnTo>
                <a:cubicBezTo>
                  <a:pt x="83307" y="76758"/>
                  <a:pt x="88627" y="71438"/>
                  <a:pt x="95213" y="71438"/>
                </a:cubicBezTo>
                <a:cubicBezTo>
                  <a:pt x="101798" y="71438"/>
                  <a:pt x="107119" y="76758"/>
                  <a:pt x="107119" y="83344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6" name="Text 3"/>
          <p:cNvSpPr/>
          <p:nvPr/>
        </p:nvSpPr>
        <p:spPr>
          <a:xfrm>
            <a:off x="889000" y="317500"/>
            <a:ext cx="7358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ПЛАНЫ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89000" y="508000"/>
            <a:ext cx="74850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Мои дальнейшие образовательные планы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0675" y="1050925"/>
            <a:ext cx="5689600" cy="3594100"/>
          </a:xfrm>
          <a:custGeom>
            <a:avLst/>
            <a:gdLst/>
            <a:ahLst/>
            <a:cxnLst/>
            <a:rect l="l" t="t" r="r" b="b"/>
            <a:pathLst>
              <a:path w="5689600" h="3594100">
                <a:moveTo>
                  <a:pt x="95244" y="0"/>
                </a:moveTo>
                <a:lnTo>
                  <a:pt x="5594356" y="0"/>
                </a:lnTo>
                <a:cubicBezTo>
                  <a:pt x="5646958" y="0"/>
                  <a:pt x="5689600" y="42642"/>
                  <a:pt x="5689600" y="95244"/>
                </a:cubicBezTo>
                <a:lnTo>
                  <a:pt x="5689600" y="3498856"/>
                </a:lnTo>
                <a:cubicBezTo>
                  <a:pt x="5689600" y="3551458"/>
                  <a:pt x="5646958" y="3594100"/>
                  <a:pt x="5594356" y="3594100"/>
                </a:cubicBezTo>
                <a:lnTo>
                  <a:pt x="95244" y="3594100"/>
                </a:lnTo>
                <a:cubicBezTo>
                  <a:pt x="42642" y="3594100"/>
                  <a:pt x="0" y="3551458"/>
                  <a:pt x="0" y="3498856"/>
                </a:cubicBezTo>
                <a:lnTo>
                  <a:pt x="0" y="95244"/>
                </a:lnTo>
                <a:cubicBezTo>
                  <a:pt x="0" y="42642"/>
                  <a:pt x="42642" y="0"/>
                  <a:pt x="95244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2600" y="12128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0" name="Shape 7"/>
          <p:cNvSpPr/>
          <p:nvPr/>
        </p:nvSpPr>
        <p:spPr>
          <a:xfrm>
            <a:off x="603647" y="1323977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39688" y="0"/>
                </a:moveTo>
                <a:cubicBezTo>
                  <a:pt x="45176" y="0"/>
                  <a:pt x="49609" y="4434"/>
                  <a:pt x="49609" y="9922"/>
                </a:cubicBezTo>
                <a:lnTo>
                  <a:pt x="49609" y="19844"/>
                </a:lnTo>
                <a:lnTo>
                  <a:pt x="89297" y="19844"/>
                </a:lnTo>
                <a:lnTo>
                  <a:pt x="89297" y="9922"/>
                </a:lnTo>
                <a:cubicBezTo>
                  <a:pt x="89297" y="4434"/>
                  <a:pt x="93731" y="0"/>
                  <a:pt x="99219" y="0"/>
                </a:cubicBezTo>
                <a:cubicBezTo>
                  <a:pt x="104707" y="0"/>
                  <a:pt x="109141" y="4434"/>
                  <a:pt x="109141" y="9922"/>
                </a:cubicBezTo>
                <a:lnTo>
                  <a:pt x="109141" y="19844"/>
                </a:lnTo>
                <a:lnTo>
                  <a:pt x="119062" y="19844"/>
                </a:lnTo>
                <a:cubicBezTo>
                  <a:pt x="130008" y="19844"/>
                  <a:pt x="138906" y="28742"/>
                  <a:pt x="138906" y="39688"/>
                </a:cubicBezTo>
                <a:lnTo>
                  <a:pt x="138906" y="128984"/>
                </a:lnTo>
                <a:cubicBezTo>
                  <a:pt x="138906" y="139929"/>
                  <a:pt x="130008" y="148828"/>
                  <a:pt x="119062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39688"/>
                </a:lnTo>
                <a:cubicBezTo>
                  <a:pt x="0" y="28742"/>
                  <a:pt x="8899" y="19844"/>
                  <a:pt x="19844" y="19844"/>
                </a:cubicBezTo>
                <a:lnTo>
                  <a:pt x="29766" y="19844"/>
                </a:lnTo>
                <a:lnTo>
                  <a:pt x="29766" y="9922"/>
                </a:lnTo>
                <a:cubicBezTo>
                  <a:pt x="29766" y="4434"/>
                  <a:pt x="34199" y="0"/>
                  <a:pt x="39688" y="0"/>
                </a:cubicBezTo>
                <a:close/>
                <a:moveTo>
                  <a:pt x="19844" y="74414"/>
                </a:moveTo>
                <a:lnTo>
                  <a:pt x="19844" y="84336"/>
                </a:lnTo>
                <a:cubicBezTo>
                  <a:pt x="19844" y="87064"/>
                  <a:pt x="22076" y="89297"/>
                  <a:pt x="24805" y="89297"/>
                </a:cubicBezTo>
                <a:lnTo>
                  <a:pt x="34727" y="89297"/>
                </a:lnTo>
                <a:cubicBezTo>
                  <a:pt x="37455" y="89297"/>
                  <a:pt x="39688" y="87064"/>
                  <a:pt x="39688" y="84336"/>
                </a:cubicBezTo>
                <a:lnTo>
                  <a:pt x="39688" y="74414"/>
                </a:lnTo>
                <a:cubicBezTo>
                  <a:pt x="39688" y="71686"/>
                  <a:pt x="37455" y="69453"/>
                  <a:pt x="34727" y="69453"/>
                </a:cubicBezTo>
                <a:lnTo>
                  <a:pt x="24805" y="69453"/>
                </a:lnTo>
                <a:cubicBezTo>
                  <a:pt x="22076" y="69453"/>
                  <a:pt x="19844" y="71686"/>
                  <a:pt x="19844" y="74414"/>
                </a:cubicBezTo>
                <a:close/>
                <a:moveTo>
                  <a:pt x="59531" y="74414"/>
                </a:moveTo>
                <a:lnTo>
                  <a:pt x="59531" y="84336"/>
                </a:lnTo>
                <a:cubicBezTo>
                  <a:pt x="59531" y="87064"/>
                  <a:pt x="61764" y="89297"/>
                  <a:pt x="64492" y="89297"/>
                </a:cubicBezTo>
                <a:lnTo>
                  <a:pt x="74414" y="89297"/>
                </a:lnTo>
                <a:cubicBezTo>
                  <a:pt x="77143" y="89297"/>
                  <a:pt x="79375" y="87064"/>
                  <a:pt x="79375" y="84336"/>
                </a:cubicBezTo>
                <a:lnTo>
                  <a:pt x="79375" y="74414"/>
                </a:lnTo>
                <a:cubicBezTo>
                  <a:pt x="79375" y="71686"/>
                  <a:pt x="77143" y="69453"/>
                  <a:pt x="74414" y="69453"/>
                </a:cubicBezTo>
                <a:lnTo>
                  <a:pt x="64492" y="69453"/>
                </a:lnTo>
                <a:cubicBezTo>
                  <a:pt x="61764" y="69453"/>
                  <a:pt x="59531" y="71686"/>
                  <a:pt x="59531" y="74414"/>
                </a:cubicBezTo>
                <a:close/>
                <a:moveTo>
                  <a:pt x="104180" y="69453"/>
                </a:moveTo>
                <a:cubicBezTo>
                  <a:pt x="101451" y="69453"/>
                  <a:pt x="99219" y="71686"/>
                  <a:pt x="99219" y="74414"/>
                </a:cubicBezTo>
                <a:lnTo>
                  <a:pt x="99219" y="84336"/>
                </a:lnTo>
                <a:cubicBezTo>
                  <a:pt x="99219" y="87064"/>
                  <a:pt x="101451" y="89297"/>
                  <a:pt x="104180" y="89297"/>
                </a:cubicBezTo>
                <a:lnTo>
                  <a:pt x="114102" y="89297"/>
                </a:lnTo>
                <a:cubicBezTo>
                  <a:pt x="116830" y="89297"/>
                  <a:pt x="119062" y="87064"/>
                  <a:pt x="119062" y="84336"/>
                </a:cubicBezTo>
                <a:lnTo>
                  <a:pt x="119062" y="74414"/>
                </a:lnTo>
                <a:cubicBezTo>
                  <a:pt x="119062" y="71686"/>
                  <a:pt x="116830" y="69453"/>
                  <a:pt x="114102" y="69453"/>
                </a:cubicBezTo>
                <a:lnTo>
                  <a:pt x="104180" y="69453"/>
                </a:lnTo>
                <a:close/>
                <a:moveTo>
                  <a:pt x="19844" y="114102"/>
                </a:move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34727" y="128984"/>
                </a:lnTo>
                <a:cubicBezTo>
                  <a:pt x="37455" y="128984"/>
                  <a:pt x="39688" y="126752"/>
                  <a:pt x="39688" y="124023"/>
                </a:cubicBezTo>
                <a:lnTo>
                  <a:pt x="39688" y="114102"/>
                </a:lnTo>
                <a:cubicBezTo>
                  <a:pt x="39688" y="111373"/>
                  <a:pt x="37455" y="109141"/>
                  <a:pt x="34727" y="109141"/>
                </a:cubicBezTo>
                <a:lnTo>
                  <a:pt x="24805" y="109141"/>
                </a:lnTo>
                <a:cubicBezTo>
                  <a:pt x="22076" y="109141"/>
                  <a:pt x="19844" y="111373"/>
                  <a:pt x="19844" y="114102"/>
                </a:cubicBezTo>
                <a:close/>
                <a:moveTo>
                  <a:pt x="64492" y="109141"/>
                </a:moveTo>
                <a:cubicBezTo>
                  <a:pt x="61764" y="109141"/>
                  <a:pt x="59531" y="111373"/>
                  <a:pt x="59531" y="114102"/>
                </a:cubicBezTo>
                <a:lnTo>
                  <a:pt x="59531" y="124023"/>
                </a:lnTo>
                <a:cubicBezTo>
                  <a:pt x="59531" y="126752"/>
                  <a:pt x="61764" y="128984"/>
                  <a:pt x="64492" y="128984"/>
                </a:cubicBezTo>
                <a:lnTo>
                  <a:pt x="74414" y="128984"/>
                </a:lnTo>
                <a:cubicBezTo>
                  <a:pt x="77143" y="128984"/>
                  <a:pt x="79375" y="126752"/>
                  <a:pt x="79375" y="124023"/>
                </a:cubicBezTo>
                <a:lnTo>
                  <a:pt x="79375" y="114102"/>
                </a:lnTo>
                <a:cubicBezTo>
                  <a:pt x="79375" y="111373"/>
                  <a:pt x="77143" y="109141"/>
                  <a:pt x="74414" y="109141"/>
                </a:cubicBezTo>
                <a:lnTo>
                  <a:pt x="64492" y="109141"/>
                </a:lnTo>
                <a:close/>
                <a:moveTo>
                  <a:pt x="99219" y="114102"/>
                </a:moveTo>
                <a:lnTo>
                  <a:pt x="99219" y="124023"/>
                </a:lnTo>
                <a:cubicBezTo>
                  <a:pt x="99219" y="126752"/>
                  <a:pt x="101451" y="128984"/>
                  <a:pt x="104180" y="128984"/>
                </a:cubicBezTo>
                <a:lnTo>
                  <a:pt x="114102" y="128984"/>
                </a:lnTo>
                <a:cubicBezTo>
                  <a:pt x="116830" y="128984"/>
                  <a:pt x="119062" y="126752"/>
                  <a:pt x="119062" y="124023"/>
                </a:cubicBezTo>
                <a:lnTo>
                  <a:pt x="119062" y="114102"/>
                </a:lnTo>
                <a:cubicBezTo>
                  <a:pt x="119062" y="111373"/>
                  <a:pt x="116830" y="109141"/>
                  <a:pt x="114102" y="109141"/>
                </a:cubicBezTo>
                <a:lnTo>
                  <a:pt x="104180" y="109141"/>
                </a:lnTo>
                <a:cubicBezTo>
                  <a:pt x="101451" y="109141"/>
                  <a:pt x="99219" y="111373"/>
                  <a:pt x="99219" y="114102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1" name="Text 8"/>
          <p:cNvSpPr/>
          <p:nvPr/>
        </p:nvSpPr>
        <p:spPr>
          <a:xfrm>
            <a:off x="958850" y="1276352"/>
            <a:ext cx="2809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Ближайшие 2 года (9-10 класс)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98475" y="1720852"/>
            <a:ext cx="5349875" cy="857250"/>
          </a:xfrm>
          <a:custGeom>
            <a:avLst/>
            <a:gdLst/>
            <a:ahLst/>
            <a:cxnLst/>
            <a:rect l="l" t="t" r="r" b="b"/>
            <a:pathLst>
              <a:path w="5349875" h="857250">
                <a:moveTo>
                  <a:pt x="31750" y="0"/>
                </a:moveTo>
                <a:lnTo>
                  <a:pt x="5286378" y="0"/>
                </a:lnTo>
                <a:cubicBezTo>
                  <a:pt x="5321447" y="0"/>
                  <a:pt x="5349875" y="28428"/>
                  <a:pt x="5349875" y="63497"/>
                </a:cubicBezTo>
                <a:lnTo>
                  <a:pt x="5349875" y="793753"/>
                </a:lnTo>
                <a:cubicBezTo>
                  <a:pt x="5349875" y="828822"/>
                  <a:pt x="5321447" y="857250"/>
                  <a:pt x="5286378" y="857250"/>
                </a:cubicBezTo>
                <a:lnTo>
                  <a:pt x="31750" y="857250"/>
                </a:lnTo>
                <a:cubicBezTo>
                  <a:pt x="14215" y="857250"/>
                  <a:pt x="0" y="843035"/>
                  <a:pt x="0" y="82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3" name="Shape 10"/>
          <p:cNvSpPr/>
          <p:nvPr/>
        </p:nvSpPr>
        <p:spPr>
          <a:xfrm>
            <a:off x="498475" y="1720852"/>
            <a:ext cx="31750" cy="857250"/>
          </a:xfrm>
          <a:custGeom>
            <a:avLst/>
            <a:gdLst/>
            <a:ahLst/>
            <a:cxnLst/>
            <a:rect l="l" t="t" r="r" b="b"/>
            <a:pathLst>
              <a:path w="31750" h="857250">
                <a:moveTo>
                  <a:pt x="31750" y="0"/>
                </a:moveTo>
                <a:lnTo>
                  <a:pt x="31750" y="0"/>
                </a:lnTo>
                <a:lnTo>
                  <a:pt x="31750" y="857250"/>
                </a:lnTo>
                <a:lnTo>
                  <a:pt x="31750" y="857250"/>
                </a:lnTo>
                <a:cubicBezTo>
                  <a:pt x="14227" y="857250"/>
                  <a:pt x="0" y="843023"/>
                  <a:pt x="0" y="82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4" name="Shape 11"/>
          <p:cNvSpPr/>
          <p:nvPr/>
        </p:nvSpPr>
        <p:spPr>
          <a:xfrm>
            <a:off x="657225" y="187960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5793" y="0"/>
                </a:moveTo>
                <a:lnTo>
                  <a:pt x="91356" y="0"/>
                </a:lnTo>
                <a:cubicBezTo>
                  <a:pt x="97929" y="0"/>
                  <a:pt x="103287" y="5407"/>
                  <a:pt x="103039" y="11956"/>
                </a:cubicBezTo>
                <a:cubicBezTo>
                  <a:pt x="102989" y="13271"/>
                  <a:pt x="102939" y="14585"/>
                  <a:pt x="102865" y="15875"/>
                </a:cubicBezTo>
                <a:lnTo>
                  <a:pt x="115168" y="15875"/>
                </a:lnTo>
                <a:cubicBezTo>
                  <a:pt x="121642" y="15875"/>
                  <a:pt x="127347" y="21233"/>
                  <a:pt x="126851" y="28228"/>
                </a:cubicBezTo>
                <a:cubicBezTo>
                  <a:pt x="124991" y="53950"/>
                  <a:pt x="111844" y="68089"/>
                  <a:pt x="97582" y="75481"/>
                </a:cubicBezTo>
                <a:cubicBezTo>
                  <a:pt x="93663" y="77515"/>
                  <a:pt x="89669" y="79028"/>
                  <a:pt x="85874" y="80144"/>
                </a:cubicBezTo>
                <a:cubicBezTo>
                  <a:pt x="80863" y="87238"/>
                  <a:pt x="75654" y="90984"/>
                  <a:pt x="71512" y="92993"/>
                </a:cubicBezTo>
                <a:lnTo>
                  <a:pt x="71512" y="111125"/>
                </a:lnTo>
                <a:lnTo>
                  <a:pt x="87387" y="111125"/>
                </a:lnTo>
                <a:cubicBezTo>
                  <a:pt x="91777" y="111125"/>
                  <a:pt x="95324" y="114672"/>
                  <a:pt x="95324" y="119063"/>
                </a:cubicBezTo>
                <a:cubicBezTo>
                  <a:pt x="95324" y="123453"/>
                  <a:pt x="91777" y="127000"/>
                  <a:pt x="87387" y="127000"/>
                </a:cubicBezTo>
                <a:lnTo>
                  <a:pt x="39762" y="127000"/>
                </a:lnTo>
                <a:cubicBezTo>
                  <a:pt x="35371" y="127000"/>
                  <a:pt x="31824" y="123453"/>
                  <a:pt x="31824" y="119063"/>
                </a:cubicBezTo>
                <a:cubicBezTo>
                  <a:pt x="31824" y="114672"/>
                  <a:pt x="35371" y="111125"/>
                  <a:pt x="39762" y="111125"/>
                </a:cubicBezTo>
                <a:lnTo>
                  <a:pt x="55637" y="111125"/>
                </a:lnTo>
                <a:lnTo>
                  <a:pt x="55637" y="92993"/>
                </a:lnTo>
                <a:cubicBezTo>
                  <a:pt x="51668" y="91083"/>
                  <a:pt x="46732" y="87536"/>
                  <a:pt x="41920" y="81012"/>
                </a:cubicBezTo>
                <a:cubicBezTo>
                  <a:pt x="37356" y="79821"/>
                  <a:pt x="32395" y="78011"/>
                  <a:pt x="27558" y="75282"/>
                </a:cubicBezTo>
                <a:cubicBezTo>
                  <a:pt x="14139" y="67766"/>
                  <a:pt x="2034" y="53603"/>
                  <a:pt x="298" y="28178"/>
                </a:cubicBezTo>
                <a:cubicBezTo>
                  <a:pt x="-174" y="21208"/>
                  <a:pt x="5507" y="15850"/>
                  <a:pt x="11981" y="15850"/>
                </a:cubicBezTo>
                <a:lnTo>
                  <a:pt x="24284" y="15850"/>
                </a:lnTo>
                <a:cubicBezTo>
                  <a:pt x="24209" y="14560"/>
                  <a:pt x="24160" y="13271"/>
                  <a:pt x="24110" y="11931"/>
                </a:cubicBezTo>
                <a:cubicBezTo>
                  <a:pt x="23862" y="5358"/>
                  <a:pt x="29220" y="-25"/>
                  <a:pt x="35793" y="-25"/>
                </a:cubicBezTo>
                <a:close/>
                <a:moveTo>
                  <a:pt x="25177" y="27781"/>
                </a:moveTo>
                <a:lnTo>
                  <a:pt x="12179" y="27781"/>
                </a:lnTo>
                <a:cubicBezTo>
                  <a:pt x="13717" y="48791"/>
                  <a:pt x="23366" y="59308"/>
                  <a:pt x="33313" y="64889"/>
                </a:cubicBezTo>
                <a:cubicBezTo>
                  <a:pt x="29741" y="55637"/>
                  <a:pt x="26789" y="43557"/>
                  <a:pt x="25177" y="27781"/>
                </a:cubicBezTo>
                <a:close/>
                <a:moveTo>
                  <a:pt x="94258" y="63698"/>
                </a:moveTo>
                <a:cubicBezTo>
                  <a:pt x="104304" y="57795"/>
                  <a:pt x="113382" y="47303"/>
                  <a:pt x="114920" y="27781"/>
                </a:cubicBezTo>
                <a:lnTo>
                  <a:pt x="101947" y="27781"/>
                </a:lnTo>
                <a:cubicBezTo>
                  <a:pt x="100409" y="42887"/>
                  <a:pt x="97631" y="54620"/>
                  <a:pt x="94258" y="63698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5" name="Text 12"/>
          <p:cNvSpPr/>
          <p:nvPr/>
        </p:nvSpPr>
        <p:spPr>
          <a:xfrm>
            <a:off x="863600" y="1847852"/>
            <a:ext cx="785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Олимпиады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1350" y="2101852"/>
            <a:ext cx="5143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Продолжение участия в ОРМО, БИНБ, САММАТ и других олимпиадах. Цель — призовые места для льгот при поступлении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98475" y="2673352"/>
            <a:ext cx="5349875" cy="857250"/>
          </a:xfrm>
          <a:custGeom>
            <a:avLst/>
            <a:gdLst/>
            <a:ahLst/>
            <a:cxnLst/>
            <a:rect l="l" t="t" r="r" b="b"/>
            <a:pathLst>
              <a:path w="5349875" h="857250">
                <a:moveTo>
                  <a:pt x="31750" y="0"/>
                </a:moveTo>
                <a:lnTo>
                  <a:pt x="5286378" y="0"/>
                </a:lnTo>
                <a:cubicBezTo>
                  <a:pt x="5321447" y="0"/>
                  <a:pt x="5349875" y="28428"/>
                  <a:pt x="5349875" y="63497"/>
                </a:cubicBezTo>
                <a:lnTo>
                  <a:pt x="5349875" y="793753"/>
                </a:lnTo>
                <a:cubicBezTo>
                  <a:pt x="5349875" y="828822"/>
                  <a:pt x="5321447" y="857250"/>
                  <a:pt x="5286378" y="857250"/>
                </a:cubicBezTo>
                <a:lnTo>
                  <a:pt x="31750" y="857250"/>
                </a:lnTo>
                <a:cubicBezTo>
                  <a:pt x="14215" y="857250"/>
                  <a:pt x="0" y="843035"/>
                  <a:pt x="0" y="82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8" name="Shape 15"/>
          <p:cNvSpPr/>
          <p:nvPr/>
        </p:nvSpPr>
        <p:spPr>
          <a:xfrm>
            <a:off x="498475" y="2673352"/>
            <a:ext cx="31750" cy="857250"/>
          </a:xfrm>
          <a:custGeom>
            <a:avLst/>
            <a:gdLst/>
            <a:ahLst/>
            <a:cxnLst/>
            <a:rect l="l" t="t" r="r" b="b"/>
            <a:pathLst>
              <a:path w="31750" h="857250">
                <a:moveTo>
                  <a:pt x="31750" y="0"/>
                </a:moveTo>
                <a:lnTo>
                  <a:pt x="31750" y="0"/>
                </a:lnTo>
                <a:lnTo>
                  <a:pt x="31750" y="857250"/>
                </a:lnTo>
                <a:lnTo>
                  <a:pt x="31750" y="857250"/>
                </a:lnTo>
                <a:cubicBezTo>
                  <a:pt x="14227" y="857250"/>
                  <a:pt x="0" y="843023"/>
                  <a:pt x="0" y="82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9" name="Shape 16"/>
          <p:cNvSpPr/>
          <p:nvPr/>
        </p:nvSpPr>
        <p:spPr>
          <a:xfrm>
            <a:off x="657225" y="283210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6346" y="56679"/>
                </a:moveTo>
                <a:cubicBezTo>
                  <a:pt x="19645" y="33610"/>
                  <a:pt x="39514" y="15875"/>
                  <a:pt x="63500" y="15875"/>
                </a:cubicBezTo>
                <a:cubicBezTo>
                  <a:pt x="76646" y="15875"/>
                  <a:pt x="88553" y="21208"/>
                  <a:pt x="97185" y="29815"/>
                </a:cubicBezTo>
                <a:cubicBezTo>
                  <a:pt x="97234" y="29865"/>
                  <a:pt x="97284" y="29914"/>
                  <a:pt x="97334" y="29964"/>
                </a:cubicBezTo>
                <a:lnTo>
                  <a:pt x="99219" y="31750"/>
                </a:lnTo>
                <a:lnTo>
                  <a:pt x="87337" y="31750"/>
                </a:lnTo>
                <a:cubicBezTo>
                  <a:pt x="82947" y="31750"/>
                  <a:pt x="79400" y="35297"/>
                  <a:pt x="79400" y="39688"/>
                </a:cubicBezTo>
                <a:cubicBezTo>
                  <a:pt x="79400" y="44078"/>
                  <a:pt x="82947" y="47625"/>
                  <a:pt x="87337" y="47625"/>
                </a:cubicBezTo>
                <a:lnTo>
                  <a:pt x="119087" y="47625"/>
                </a:lnTo>
                <a:cubicBezTo>
                  <a:pt x="123478" y="47625"/>
                  <a:pt x="127025" y="44078"/>
                  <a:pt x="127025" y="39688"/>
                </a:cubicBezTo>
                <a:lnTo>
                  <a:pt x="127025" y="7938"/>
                </a:lnTo>
                <a:cubicBezTo>
                  <a:pt x="127025" y="3547"/>
                  <a:pt x="123478" y="0"/>
                  <a:pt x="119087" y="0"/>
                </a:cubicBezTo>
                <a:cubicBezTo>
                  <a:pt x="114697" y="0"/>
                  <a:pt x="111150" y="3547"/>
                  <a:pt x="111150" y="7938"/>
                </a:cubicBezTo>
                <a:lnTo>
                  <a:pt x="111150" y="21183"/>
                </a:lnTo>
                <a:lnTo>
                  <a:pt x="108347" y="18529"/>
                </a:lnTo>
                <a:cubicBezTo>
                  <a:pt x="96862" y="7094"/>
                  <a:pt x="80987" y="0"/>
                  <a:pt x="63500" y="0"/>
                </a:cubicBezTo>
                <a:cubicBezTo>
                  <a:pt x="31502" y="0"/>
                  <a:pt x="5035" y="23664"/>
                  <a:pt x="645" y="54446"/>
                </a:cubicBezTo>
                <a:cubicBezTo>
                  <a:pt x="25" y="58787"/>
                  <a:pt x="3026" y="62805"/>
                  <a:pt x="7367" y="63426"/>
                </a:cubicBezTo>
                <a:cubicBezTo>
                  <a:pt x="11708" y="64046"/>
                  <a:pt x="15726" y="61020"/>
                  <a:pt x="16346" y="56704"/>
                </a:cubicBezTo>
                <a:close/>
                <a:moveTo>
                  <a:pt x="126355" y="72554"/>
                </a:moveTo>
                <a:cubicBezTo>
                  <a:pt x="126975" y="68213"/>
                  <a:pt x="123949" y="64195"/>
                  <a:pt x="119633" y="63574"/>
                </a:cubicBezTo>
                <a:cubicBezTo>
                  <a:pt x="115317" y="62954"/>
                  <a:pt x="111274" y="65980"/>
                  <a:pt x="110654" y="70296"/>
                </a:cubicBezTo>
                <a:cubicBezTo>
                  <a:pt x="107355" y="93365"/>
                  <a:pt x="87486" y="111100"/>
                  <a:pt x="63500" y="111100"/>
                </a:cubicBezTo>
                <a:cubicBezTo>
                  <a:pt x="50354" y="111100"/>
                  <a:pt x="38447" y="105767"/>
                  <a:pt x="29815" y="97160"/>
                </a:cubicBezTo>
                <a:cubicBezTo>
                  <a:pt x="29766" y="97110"/>
                  <a:pt x="29716" y="97061"/>
                  <a:pt x="29666" y="97011"/>
                </a:cubicBezTo>
                <a:lnTo>
                  <a:pt x="27781" y="95225"/>
                </a:lnTo>
                <a:lnTo>
                  <a:pt x="39663" y="95225"/>
                </a:lnTo>
                <a:cubicBezTo>
                  <a:pt x="44053" y="95225"/>
                  <a:pt x="47600" y="91678"/>
                  <a:pt x="47600" y="87288"/>
                </a:cubicBezTo>
                <a:cubicBezTo>
                  <a:pt x="47600" y="82897"/>
                  <a:pt x="44053" y="79350"/>
                  <a:pt x="39663" y="79350"/>
                </a:cubicBezTo>
                <a:lnTo>
                  <a:pt x="7938" y="79375"/>
                </a:lnTo>
                <a:cubicBezTo>
                  <a:pt x="5829" y="79375"/>
                  <a:pt x="3795" y="80218"/>
                  <a:pt x="2307" y="81731"/>
                </a:cubicBezTo>
                <a:cubicBezTo>
                  <a:pt x="819" y="83245"/>
                  <a:pt x="-25" y="85254"/>
                  <a:pt x="0" y="87387"/>
                </a:cubicBezTo>
                <a:lnTo>
                  <a:pt x="248" y="118889"/>
                </a:lnTo>
                <a:cubicBezTo>
                  <a:pt x="273" y="123279"/>
                  <a:pt x="3870" y="126802"/>
                  <a:pt x="8260" y="126752"/>
                </a:cubicBezTo>
                <a:cubicBezTo>
                  <a:pt x="12650" y="126702"/>
                  <a:pt x="16173" y="123130"/>
                  <a:pt x="16123" y="118740"/>
                </a:cubicBezTo>
                <a:lnTo>
                  <a:pt x="16024" y="105966"/>
                </a:lnTo>
                <a:lnTo>
                  <a:pt x="18678" y="108471"/>
                </a:lnTo>
                <a:cubicBezTo>
                  <a:pt x="30163" y="119906"/>
                  <a:pt x="46013" y="127000"/>
                  <a:pt x="63500" y="127000"/>
                </a:cubicBezTo>
                <a:cubicBezTo>
                  <a:pt x="95498" y="127000"/>
                  <a:pt x="121965" y="103336"/>
                  <a:pt x="126355" y="72554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0" name="Text 17"/>
          <p:cNvSpPr/>
          <p:nvPr/>
        </p:nvSpPr>
        <p:spPr>
          <a:xfrm>
            <a:off x="863600" y="2800352"/>
            <a:ext cx="1071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Проекты с БПЛА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1350" y="3054352"/>
            <a:ext cx="5143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Развитие навыков: более сложные модели, автономные системы, компьютерное зрение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98475" y="3625852"/>
            <a:ext cx="5349875" cy="857250"/>
          </a:xfrm>
          <a:custGeom>
            <a:avLst/>
            <a:gdLst/>
            <a:ahLst/>
            <a:cxnLst/>
            <a:rect l="l" t="t" r="r" b="b"/>
            <a:pathLst>
              <a:path w="5349875" h="857250">
                <a:moveTo>
                  <a:pt x="31750" y="0"/>
                </a:moveTo>
                <a:lnTo>
                  <a:pt x="5286378" y="0"/>
                </a:lnTo>
                <a:cubicBezTo>
                  <a:pt x="5321447" y="0"/>
                  <a:pt x="5349875" y="28428"/>
                  <a:pt x="5349875" y="63497"/>
                </a:cubicBezTo>
                <a:lnTo>
                  <a:pt x="5349875" y="793753"/>
                </a:lnTo>
                <a:cubicBezTo>
                  <a:pt x="5349875" y="828822"/>
                  <a:pt x="5321447" y="857250"/>
                  <a:pt x="5286378" y="857250"/>
                </a:cubicBezTo>
                <a:lnTo>
                  <a:pt x="31750" y="857250"/>
                </a:lnTo>
                <a:cubicBezTo>
                  <a:pt x="14215" y="857250"/>
                  <a:pt x="0" y="843035"/>
                  <a:pt x="0" y="82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3" name="Shape 20"/>
          <p:cNvSpPr/>
          <p:nvPr/>
        </p:nvSpPr>
        <p:spPr>
          <a:xfrm>
            <a:off x="498475" y="3625852"/>
            <a:ext cx="31750" cy="857250"/>
          </a:xfrm>
          <a:custGeom>
            <a:avLst/>
            <a:gdLst/>
            <a:ahLst/>
            <a:cxnLst/>
            <a:rect l="l" t="t" r="r" b="b"/>
            <a:pathLst>
              <a:path w="31750" h="857250">
                <a:moveTo>
                  <a:pt x="31750" y="0"/>
                </a:moveTo>
                <a:lnTo>
                  <a:pt x="31750" y="0"/>
                </a:lnTo>
                <a:lnTo>
                  <a:pt x="31750" y="857250"/>
                </a:lnTo>
                <a:lnTo>
                  <a:pt x="31750" y="857250"/>
                </a:lnTo>
                <a:cubicBezTo>
                  <a:pt x="14227" y="857250"/>
                  <a:pt x="0" y="843023"/>
                  <a:pt x="0" y="82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4" name="Shape 21"/>
          <p:cNvSpPr/>
          <p:nvPr/>
        </p:nvSpPr>
        <p:spPr>
          <a:xfrm>
            <a:off x="665163" y="3784602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95250" y="127000"/>
                </a:moveTo>
                <a:lnTo>
                  <a:pt x="23812" y="127000"/>
                </a:lnTo>
                <a:cubicBezTo>
                  <a:pt x="10666" y="127000"/>
                  <a:pt x="0" y="116334"/>
                  <a:pt x="0" y="103188"/>
                </a:cubicBezTo>
                <a:lnTo>
                  <a:pt x="0" y="23812"/>
                </a:lnTo>
                <a:cubicBezTo>
                  <a:pt x="0" y="10666"/>
                  <a:pt x="10666" y="0"/>
                  <a:pt x="23812" y="0"/>
                </a:cubicBezTo>
                <a:lnTo>
                  <a:pt x="99219" y="0"/>
                </a:lnTo>
                <a:cubicBezTo>
                  <a:pt x="105792" y="0"/>
                  <a:pt x="111125" y="5333"/>
                  <a:pt x="111125" y="11906"/>
                </a:cubicBezTo>
                <a:lnTo>
                  <a:pt x="111125" y="83344"/>
                </a:lnTo>
                <a:cubicBezTo>
                  <a:pt x="111125" y="88528"/>
                  <a:pt x="107801" y="92943"/>
                  <a:pt x="103188" y="94580"/>
                </a:cubicBezTo>
                <a:lnTo>
                  <a:pt x="103188" y="111125"/>
                </a:lnTo>
                <a:cubicBezTo>
                  <a:pt x="107578" y="111125"/>
                  <a:pt x="111125" y="114672"/>
                  <a:pt x="111125" y="119063"/>
                </a:cubicBezTo>
                <a:cubicBezTo>
                  <a:pt x="111125" y="123453"/>
                  <a:pt x="107578" y="127000"/>
                  <a:pt x="103188" y="127000"/>
                </a:cubicBezTo>
                <a:lnTo>
                  <a:pt x="95250" y="127000"/>
                </a:lnTo>
                <a:close/>
                <a:moveTo>
                  <a:pt x="23812" y="95250"/>
                </a:moveTo>
                <a:cubicBezTo>
                  <a:pt x="19422" y="95250"/>
                  <a:pt x="15875" y="98797"/>
                  <a:pt x="15875" y="103188"/>
                </a:cubicBezTo>
                <a:cubicBezTo>
                  <a:pt x="15875" y="107578"/>
                  <a:pt x="19422" y="111125"/>
                  <a:pt x="23812" y="111125"/>
                </a:cubicBezTo>
                <a:lnTo>
                  <a:pt x="87313" y="111125"/>
                </a:lnTo>
                <a:lnTo>
                  <a:pt x="87313" y="95250"/>
                </a:lnTo>
                <a:lnTo>
                  <a:pt x="23812" y="95250"/>
                </a:lnTo>
                <a:close/>
                <a:moveTo>
                  <a:pt x="31750" y="37703"/>
                </a:moveTo>
                <a:cubicBezTo>
                  <a:pt x="31750" y="41002"/>
                  <a:pt x="34404" y="43656"/>
                  <a:pt x="37703" y="43656"/>
                </a:cubicBezTo>
                <a:lnTo>
                  <a:pt x="81359" y="43656"/>
                </a:lnTo>
                <a:cubicBezTo>
                  <a:pt x="84658" y="43656"/>
                  <a:pt x="87313" y="41002"/>
                  <a:pt x="87313" y="37703"/>
                </a:cubicBezTo>
                <a:cubicBezTo>
                  <a:pt x="87313" y="34404"/>
                  <a:pt x="84658" y="31750"/>
                  <a:pt x="81359" y="31750"/>
                </a:cubicBezTo>
                <a:lnTo>
                  <a:pt x="37703" y="31750"/>
                </a:lnTo>
                <a:cubicBezTo>
                  <a:pt x="34404" y="31750"/>
                  <a:pt x="31750" y="34404"/>
                  <a:pt x="31750" y="37703"/>
                </a:cubicBezTo>
                <a:close/>
                <a:moveTo>
                  <a:pt x="37703" y="55563"/>
                </a:moveTo>
                <a:cubicBezTo>
                  <a:pt x="34404" y="55563"/>
                  <a:pt x="31750" y="58217"/>
                  <a:pt x="31750" y="61516"/>
                </a:cubicBezTo>
                <a:cubicBezTo>
                  <a:pt x="31750" y="64815"/>
                  <a:pt x="34404" y="67469"/>
                  <a:pt x="37703" y="67469"/>
                </a:cubicBezTo>
                <a:lnTo>
                  <a:pt x="81359" y="67469"/>
                </a:lnTo>
                <a:cubicBezTo>
                  <a:pt x="84658" y="67469"/>
                  <a:pt x="87313" y="64815"/>
                  <a:pt x="87313" y="61516"/>
                </a:cubicBezTo>
                <a:cubicBezTo>
                  <a:pt x="87313" y="58217"/>
                  <a:pt x="84658" y="55563"/>
                  <a:pt x="81359" y="55563"/>
                </a:cubicBezTo>
                <a:lnTo>
                  <a:pt x="37703" y="55563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5" name="Text 22"/>
          <p:cNvSpPr/>
          <p:nvPr/>
        </p:nvSpPr>
        <p:spPr>
          <a:xfrm>
            <a:off x="863600" y="3752852"/>
            <a:ext cx="112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Подготовка к ЕГЭ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41350" y="4006852"/>
            <a:ext cx="5143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Профильная математика, физика, информатика — целевые предметы для поступления в ТГУ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178550" y="1050925"/>
            <a:ext cx="5689600" cy="3070225"/>
          </a:xfrm>
          <a:custGeom>
            <a:avLst/>
            <a:gdLst/>
            <a:ahLst/>
            <a:cxnLst/>
            <a:rect l="l" t="t" r="r" b="b"/>
            <a:pathLst>
              <a:path w="5689600" h="3070225">
                <a:moveTo>
                  <a:pt x="95238" y="0"/>
                </a:moveTo>
                <a:lnTo>
                  <a:pt x="5594362" y="0"/>
                </a:lnTo>
                <a:cubicBezTo>
                  <a:pt x="5646960" y="0"/>
                  <a:pt x="5689600" y="42640"/>
                  <a:pt x="5689600" y="95238"/>
                </a:cubicBezTo>
                <a:lnTo>
                  <a:pt x="5689600" y="2974987"/>
                </a:lnTo>
                <a:cubicBezTo>
                  <a:pt x="5689600" y="3027585"/>
                  <a:pt x="5646960" y="3070225"/>
                  <a:pt x="5594362" y="3070225"/>
                </a:cubicBezTo>
                <a:lnTo>
                  <a:pt x="95238" y="3070225"/>
                </a:lnTo>
                <a:cubicBezTo>
                  <a:pt x="42640" y="3070225"/>
                  <a:pt x="0" y="3027585"/>
                  <a:pt x="0" y="2974987"/>
                </a:cubicBezTo>
                <a:lnTo>
                  <a:pt x="0" y="95238"/>
                </a:lnTo>
                <a:cubicBezTo>
                  <a:pt x="0" y="42675"/>
                  <a:pt x="42675" y="0"/>
                  <a:pt x="95238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40475" y="12128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9" name="Shape 26"/>
          <p:cNvSpPr/>
          <p:nvPr/>
        </p:nvSpPr>
        <p:spPr>
          <a:xfrm>
            <a:off x="6441678" y="1323977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4883" y="60709"/>
                </a:moveTo>
                <a:lnTo>
                  <a:pt x="79747" y="87406"/>
                </a:lnTo>
                <a:cubicBezTo>
                  <a:pt x="82786" y="88646"/>
                  <a:pt x="86010" y="89297"/>
                  <a:pt x="89297" y="89297"/>
                </a:cubicBezTo>
                <a:cubicBezTo>
                  <a:pt x="92583" y="89297"/>
                  <a:pt x="95808" y="88646"/>
                  <a:pt x="98847" y="87406"/>
                </a:cubicBezTo>
                <a:lnTo>
                  <a:pt x="174005" y="56462"/>
                </a:lnTo>
                <a:cubicBezTo>
                  <a:pt x="176795" y="55314"/>
                  <a:pt x="178594" y="52617"/>
                  <a:pt x="178594" y="49609"/>
                </a:cubicBezTo>
                <a:cubicBezTo>
                  <a:pt x="178594" y="46602"/>
                  <a:pt x="176795" y="43904"/>
                  <a:pt x="174005" y="42757"/>
                </a:cubicBezTo>
                <a:lnTo>
                  <a:pt x="98847" y="11813"/>
                </a:lnTo>
                <a:cubicBezTo>
                  <a:pt x="95808" y="10573"/>
                  <a:pt x="92583" y="9922"/>
                  <a:pt x="89297" y="9922"/>
                </a:cubicBezTo>
                <a:cubicBezTo>
                  <a:pt x="86010" y="9922"/>
                  <a:pt x="82786" y="10573"/>
                  <a:pt x="79747" y="11813"/>
                </a:cubicBezTo>
                <a:lnTo>
                  <a:pt x="4589" y="42757"/>
                </a:lnTo>
                <a:cubicBezTo>
                  <a:pt x="1798" y="43904"/>
                  <a:pt x="0" y="46602"/>
                  <a:pt x="0" y="49609"/>
                </a:cubicBezTo>
                <a:lnTo>
                  <a:pt x="0" y="141387"/>
                </a:lnTo>
                <a:cubicBezTo>
                  <a:pt x="0" y="145510"/>
                  <a:pt x="3318" y="148828"/>
                  <a:pt x="7441" y="148828"/>
                </a:cubicBezTo>
                <a:cubicBezTo>
                  <a:pt x="11565" y="148828"/>
                  <a:pt x="14883" y="145510"/>
                  <a:pt x="14883" y="141387"/>
                </a:cubicBezTo>
                <a:lnTo>
                  <a:pt x="14883" y="60709"/>
                </a:lnTo>
                <a:close/>
                <a:moveTo>
                  <a:pt x="29766" y="82941"/>
                </a:moveTo>
                <a:lnTo>
                  <a:pt x="29766" y="119062"/>
                </a:lnTo>
                <a:cubicBezTo>
                  <a:pt x="29766" y="135496"/>
                  <a:pt x="56431" y="148828"/>
                  <a:pt x="89297" y="148828"/>
                </a:cubicBezTo>
                <a:cubicBezTo>
                  <a:pt x="122163" y="148828"/>
                  <a:pt x="148828" y="135496"/>
                  <a:pt x="148828" y="119062"/>
                </a:cubicBezTo>
                <a:lnTo>
                  <a:pt x="148828" y="82910"/>
                </a:lnTo>
                <a:lnTo>
                  <a:pt x="104521" y="101172"/>
                </a:lnTo>
                <a:cubicBezTo>
                  <a:pt x="99684" y="103156"/>
                  <a:pt x="94537" y="104180"/>
                  <a:pt x="89297" y="104180"/>
                </a:cubicBezTo>
                <a:cubicBezTo>
                  <a:pt x="84057" y="104180"/>
                  <a:pt x="78910" y="103156"/>
                  <a:pt x="74073" y="101172"/>
                </a:cubicBezTo>
                <a:lnTo>
                  <a:pt x="29766" y="82910"/>
                </a:ln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30" name="Text 27"/>
          <p:cNvSpPr/>
          <p:nvPr/>
        </p:nvSpPr>
        <p:spPr>
          <a:xfrm>
            <a:off x="6816725" y="1276352"/>
            <a:ext cx="2087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 класс и поступление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356350" y="1720852"/>
            <a:ext cx="5349875" cy="682625"/>
          </a:xfrm>
          <a:custGeom>
            <a:avLst/>
            <a:gdLst/>
            <a:ahLst/>
            <a:cxnLst/>
            <a:rect l="l" t="t" r="r" b="b"/>
            <a:pathLst>
              <a:path w="5349875" h="682625">
                <a:moveTo>
                  <a:pt x="31750" y="0"/>
                </a:moveTo>
                <a:lnTo>
                  <a:pt x="5286377" y="0"/>
                </a:lnTo>
                <a:cubicBezTo>
                  <a:pt x="5321446" y="0"/>
                  <a:pt x="5349875" y="28429"/>
                  <a:pt x="5349875" y="63498"/>
                </a:cubicBezTo>
                <a:lnTo>
                  <a:pt x="5349875" y="619127"/>
                </a:lnTo>
                <a:cubicBezTo>
                  <a:pt x="5349875" y="654196"/>
                  <a:pt x="5321446" y="682625"/>
                  <a:pt x="5286377" y="682625"/>
                </a:cubicBezTo>
                <a:lnTo>
                  <a:pt x="31750" y="682625"/>
                </a:lnTo>
                <a:cubicBezTo>
                  <a:pt x="14227" y="682625"/>
                  <a:pt x="0" y="668398"/>
                  <a:pt x="0" y="650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32" name="Shape 29"/>
          <p:cNvSpPr/>
          <p:nvPr/>
        </p:nvSpPr>
        <p:spPr>
          <a:xfrm>
            <a:off x="6356350" y="1720852"/>
            <a:ext cx="31750" cy="682625"/>
          </a:xfrm>
          <a:custGeom>
            <a:avLst/>
            <a:gdLst/>
            <a:ahLst/>
            <a:cxnLst/>
            <a:rect l="l" t="t" r="r" b="b"/>
            <a:pathLst>
              <a:path w="31750" h="682625">
                <a:moveTo>
                  <a:pt x="31750" y="0"/>
                </a:moveTo>
                <a:lnTo>
                  <a:pt x="31750" y="0"/>
                </a:lnTo>
                <a:lnTo>
                  <a:pt x="31750" y="682625"/>
                </a:lnTo>
                <a:lnTo>
                  <a:pt x="31750" y="682625"/>
                </a:lnTo>
                <a:cubicBezTo>
                  <a:pt x="14227" y="682625"/>
                  <a:pt x="0" y="668398"/>
                  <a:pt x="0" y="650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3" name="Shape 30"/>
          <p:cNvSpPr/>
          <p:nvPr/>
        </p:nvSpPr>
        <p:spPr>
          <a:xfrm>
            <a:off x="6530975" y="187960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0" y="15875"/>
                </a:moveTo>
                <a:cubicBezTo>
                  <a:pt x="0" y="7119"/>
                  <a:pt x="7119" y="0"/>
                  <a:pt x="15875" y="0"/>
                </a:cubicBezTo>
                <a:lnTo>
                  <a:pt x="52958" y="0"/>
                </a:lnTo>
                <a:cubicBezTo>
                  <a:pt x="57175" y="0"/>
                  <a:pt x="61218" y="1662"/>
                  <a:pt x="64195" y="4638"/>
                </a:cubicBezTo>
                <a:lnTo>
                  <a:pt x="90612" y="31080"/>
                </a:lnTo>
                <a:cubicBezTo>
                  <a:pt x="93588" y="34057"/>
                  <a:pt x="95250" y="38100"/>
                  <a:pt x="95250" y="42317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15875"/>
                </a:lnTo>
                <a:close/>
                <a:moveTo>
                  <a:pt x="51594" y="14511"/>
                </a:moveTo>
                <a:lnTo>
                  <a:pt x="51594" y="37703"/>
                </a:lnTo>
                <a:cubicBezTo>
                  <a:pt x="51594" y="41002"/>
                  <a:pt x="54248" y="43656"/>
                  <a:pt x="57547" y="43656"/>
                </a:cubicBezTo>
                <a:lnTo>
                  <a:pt x="80739" y="43656"/>
                </a:lnTo>
                <a:lnTo>
                  <a:pt x="51594" y="14511"/>
                </a:lnTo>
                <a:close/>
                <a:moveTo>
                  <a:pt x="29766" y="63500"/>
                </a:moveTo>
                <a:cubicBezTo>
                  <a:pt x="26467" y="63500"/>
                  <a:pt x="23812" y="66154"/>
                  <a:pt x="23812" y="69453"/>
                </a:cubicBezTo>
                <a:cubicBezTo>
                  <a:pt x="23812" y="72752"/>
                  <a:pt x="26467" y="75406"/>
                  <a:pt x="29766" y="75406"/>
                </a:cubicBezTo>
                <a:lnTo>
                  <a:pt x="65484" y="75406"/>
                </a:lnTo>
                <a:cubicBezTo>
                  <a:pt x="68783" y="75406"/>
                  <a:pt x="71438" y="72752"/>
                  <a:pt x="71438" y="69453"/>
                </a:cubicBezTo>
                <a:cubicBezTo>
                  <a:pt x="71438" y="66154"/>
                  <a:pt x="68783" y="63500"/>
                  <a:pt x="65484" y="63500"/>
                </a:cubicBezTo>
                <a:lnTo>
                  <a:pt x="29766" y="63500"/>
                </a:lnTo>
                <a:close/>
                <a:moveTo>
                  <a:pt x="29766" y="87313"/>
                </a:moveTo>
                <a:cubicBezTo>
                  <a:pt x="26467" y="87313"/>
                  <a:pt x="23812" y="89967"/>
                  <a:pt x="23812" y="93266"/>
                </a:cubicBezTo>
                <a:cubicBezTo>
                  <a:pt x="23812" y="96565"/>
                  <a:pt x="26467" y="99219"/>
                  <a:pt x="29766" y="99219"/>
                </a:cubicBezTo>
                <a:lnTo>
                  <a:pt x="65484" y="99219"/>
                </a:lnTo>
                <a:cubicBezTo>
                  <a:pt x="68783" y="99219"/>
                  <a:pt x="71438" y="96565"/>
                  <a:pt x="71438" y="93266"/>
                </a:cubicBezTo>
                <a:cubicBezTo>
                  <a:pt x="71438" y="89967"/>
                  <a:pt x="68783" y="87313"/>
                  <a:pt x="65484" y="87313"/>
                </a:cubicBezTo>
                <a:lnTo>
                  <a:pt x="29766" y="87313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4" name="Text 31"/>
          <p:cNvSpPr/>
          <p:nvPr/>
        </p:nvSpPr>
        <p:spPr>
          <a:xfrm>
            <a:off x="6721475" y="1847852"/>
            <a:ext cx="29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ЕГЭ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499225" y="2101852"/>
            <a:ext cx="514350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Сдача экзаменов на высокие баллы (математика, физика, информатика)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356350" y="2498727"/>
            <a:ext cx="5349875" cy="682625"/>
          </a:xfrm>
          <a:custGeom>
            <a:avLst/>
            <a:gdLst/>
            <a:ahLst/>
            <a:cxnLst/>
            <a:rect l="l" t="t" r="r" b="b"/>
            <a:pathLst>
              <a:path w="5349875" h="682625">
                <a:moveTo>
                  <a:pt x="31750" y="0"/>
                </a:moveTo>
                <a:lnTo>
                  <a:pt x="5286377" y="0"/>
                </a:lnTo>
                <a:cubicBezTo>
                  <a:pt x="5321446" y="0"/>
                  <a:pt x="5349875" y="28429"/>
                  <a:pt x="5349875" y="63498"/>
                </a:cubicBezTo>
                <a:lnTo>
                  <a:pt x="5349875" y="619127"/>
                </a:lnTo>
                <a:cubicBezTo>
                  <a:pt x="5349875" y="654196"/>
                  <a:pt x="5321446" y="682625"/>
                  <a:pt x="5286377" y="682625"/>
                </a:cubicBezTo>
                <a:lnTo>
                  <a:pt x="31750" y="682625"/>
                </a:lnTo>
                <a:cubicBezTo>
                  <a:pt x="14227" y="682625"/>
                  <a:pt x="0" y="668398"/>
                  <a:pt x="0" y="650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37" name="Shape 34"/>
          <p:cNvSpPr/>
          <p:nvPr/>
        </p:nvSpPr>
        <p:spPr>
          <a:xfrm>
            <a:off x="6356350" y="2498727"/>
            <a:ext cx="31750" cy="682625"/>
          </a:xfrm>
          <a:custGeom>
            <a:avLst/>
            <a:gdLst/>
            <a:ahLst/>
            <a:cxnLst/>
            <a:rect l="l" t="t" r="r" b="b"/>
            <a:pathLst>
              <a:path w="31750" h="682625">
                <a:moveTo>
                  <a:pt x="31750" y="0"/>
                </a:moveTo>
                <a:lnTo>
                  <a:pt x="31750" y="0"/>
                </a:lnTo>
                <a:lnTo>
                  <a:pt x="31750" y="682625"/>
                </a:lnTo>
                <a:lnTo>
                  <a:pt x="31750" y="682625"/>
                </a:lnTo>
                <a:cubicBezTo>
                  <a:pt x="14227" y="682625"/>
                  <a:pt x="0" y="668398"/>
                  <a:pt x="0" y="650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8" name="Shape 35"/>
          <p:cNvSpPr/>
          <p:nvPr/>
        </p:nvSpPr>
        <p:spPr>
          <a:xfrm>
            <a:off x="6515100" y="265747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7444" y="5011"/>
                </a:moveTo>
                <a:cubicBezTo>
                  <a:pt x="65013" y="3621"/>
                  <a:pt x="62012" y="3621"/>
                  <a:pt x="59556" y="5011"/>
                </a:cubicBezTo>
                <a:lnTo>
                  <a:pt x="3994" y="36761"/>
                </a:lnTo>
                <a:cubicBezTo>
                  <a:pt x="868" y="38546"/>
                  <a:pt x="-670" y="42218"/>
                  <a:pt x="248" y="45690"/>
                </a:cubicBezTo>
                <a:cubicBezTo>
                  <a:pt x="1166" y="49163"/>
                  <a:pt x="4341" y="51594"/>
                  <a:pt x="7938" y="51594"/>
                </a:cubicBezTo>
                <a:lnTo>
                  <a:pt x="15875" y="51594"/>
                </a:lnTo>
                <a:lnTo>
                  <a:pt x="15875" y="103188"/>
                </a:lnTo>
                <a:lnTo>
                  <a:pt x="15875" y="103188"/>
                </a:lnTo>
                <a:lnTo>
                  <a:pt x="3175" y="112713"/>
                </a:lnTo>
                <a:cubicBezTo>
                  <a:pt x="1166" y="114201"/>
                  <a:pt x="0" y="116557"/>
                  <a:pt x="0" y="119063"/>
                </a:cubicBezTo>
                <a:cubicBezTo>
                  <a:pt x="0" y="123453"/>
                  <a:pt x="3547" y="127000"/>
                  <a:pt x="7938" y="127000"/>
                </a:cubicBezTo>
                <a:lnTo>
                  <a:pt x="119063" y="127000"/>
                </a:lnTo>
                <a:cubicBezTo>
                  <a:pt x="123453" y="127000"/>
                  <a:pt x="127000" y="123453"/>
                  <a:pt x="127000" y="119063"/>
                </a:cubicBezTo>
                <a:cubicBezTo>
                  <a:pt x="127000" y="116557"/>
                  <a:pt x="125834" y="114201"/>
                  <a:pt x="123825" y="112713"/>
                </a:cubicBezTo>
                <a:lnTo>
                  <a:pt x="111125" y="103188"/>
                </a:lnTo>
                <a:lnTo>
                  <a:pt x="111125" y="51594"/>
                </a:lnTo>
                <a:lnTo>
                  <a:pt x="119063" y="51594"/>
                </a:lnTo>
                <a:cubicBezTo>
                  <a:pt x="122659" y="51594"/>
                  <a:pt x="125809" y="49163"/>
                  <a:pt x="126727" y="45690"/>
                </a:cubicBezTo>
                <a:cubicBezTo>
                  <a:pt x="127645" y="42218"/>
                  <a:pt x="126107" y="38546"/>
                  <a:pt x="122982" y="36761"/>
                </a:cubicBezTo>
                <a:lnTo>
                  <a:pt x="67419" y="5011"/>
                </a:lnTo>
                <a:close/>
                <a:moveTo>
                  <a:pt x="99219" y="51594"/>
                </a:moveTo>
                <a:lnTo>
                  <a:pt x="99219" y="103188"/>
                </a:lnTo>
                <a:lnTo>
                  <a:pt x="83344" y="103188"/>
                </a:lnTo>
                <a:lnTo>
                  <a:pt x="83344" y="51594"/>
                </a:lnTo>
                <a:lnTo>
                  <a:pt x="99219" y="51594"/>
                </a:lnTo>
                <a:close/>
                <a:moveTo>
                  <a:pt x="71438" y="51594"/>
                </a:moveTo>
                <a:lnTo>
                  <a:pt x="71438" y="103188"/>
                </a:lnTo>
                <a:lnTo>
                  <a:pt x="55563" y="103188"/>
                </a:lnTo>
                <a:lnTo>
                  <a:pt x="55563" y="51594"/>
                </a:lnTo>
                <a:lnTo>
                  <a:pt x="71438" y="51594"/>
                </a:lnTo>
                <a:close/>
                <a:moveTo>
                  <a:pt x="43656" y="51594"/>
                </a:moveTo>
                <a:lnTo>
                  <a:pt x="43656" y="103188"/>
                </a:lnTo>
                <a:lnTo>
                  <a:pt x="27781" y="103188"/>
                </a:lnTo>
                <a:lnTo>
                  <a:pt x="27781" y="51594"/>
                </a:lnTo>
                <a:lnTo>
                  <a:pt x="43656" y="51594"/>
                </a:lnTo>
                <a:close/>
                <a:moveTo>
                  <a:pt x="63500" y="23812"/>
                </a:moveTo>
                <a:cubicBezTo>
                  <a:pt x="67881" y="23812"/>
                  <a:pt x="71438" y="27369"/>
                  <a:pt x="71438" y="31750"/>
                </a:cubicBezTo>
                <a:cubicBezTo>
                  <a:pt x="71438" y="36131"/>
                  <a:pt x="67881" y="39688"/>
                  <a:pt x="63500" y="39688"/>
                </a:cubicBezTo>
                <a:cubicBezTo>
                  <a:pt x="59119" y="39688"/>
                  <a:pt x="55563" y="36131"/>
                  <a:pt x="55563" y="31750"/>
                </a:cubicBezTo>
                <a:cubicBezTo>
                  <a:pt x="55563" y="27369"/>
                  <a:pt x="59119" y="23812"/>
                  <a:pt x="63500" y="23812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9" name="Text 36"/>
          <p:cNvSpPr/>
          <p:nvPr/>
        </p:nvSpPr>
        <p:spPr>
          <a:xfrm>
            <a:off x="6721475" y="2625727"/>
            <a:ext cx="120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Поступление в ТГУ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499225" y="2879727"/>
            <a:ext cx="514350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Приоритет: ФТФ, программа «Технологии проектирования и управления БАС»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356350" y="3276602"/>
            <a:ext cx="5349875" cy="682625"/>
          </a:xfrm>
          <a:custGeom>
            <a:avLst/>
            <a:gdLst/>
            <a:ahLst/>
            <a:cxnLst/>
            <a:rect l="l" t="t" r="r" b="b"/>
            <a:pathLst>
              <a:path w="5349875" h="682625">
                <a:moveTo>
                  <a:pt x="31750" y="0"/>
                </a:moveTo>
                <a:lnTo>
                  <a:pt x="5286377" y="0"/>
                </a:lnTo>
                <a:cubicBezTo>
                  <a:pt x="5321446" y="0"/>
                  <a:pt x="5349875" y="28429"/>
                  <a:pt x="5349875" y="63498"/>
                </a:cubicBezTo>
                <a:lnTo>
                  <a:pt x="5349875" y="619127"/>
                </a:lnTo>
                <a:cubicBezTo>
                  <a:pt x="5349875" y="654196"/>
                  <a:pt x="5321446" y="682625"/>
                  <a:pt x="5286377" y="682625"/>
                </a:cubicBezTo>
                <a:lnTo>
                  <a:pt x="31750" y="682625"/>
                </a:lnTo>
                <a:cubicBezTo>
                  <a:pt x="14227" y="682625"/>
                  <a:pt x="0" y="668398"/>
                  <a:pt x="0" y="650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42" name="Shape 39"/>
          <p:cNvSpPr/>
          <p:nvPr/>
        </p:nvSpPr>
        <p:spPr>
          <a:xfrm>
            <a:off x="6356350" y="3276602"/>
            <a:ext cx="31750" cy="682625"/>
          </a:xfrm>
          <a:custGeom>
            <a:avLst/>
            <a:gdLst/>
            <a:ahLst/>
            <a:cxnLst/>
            <a:rect l="l" t="t" r="r" b="b"/>
            <a:pathLst>
              <a:path w="31750" h="682625">
                <a:moveTo>
                  <a:pt x="31750" y="0"/>
                </a:moveTo>
                <a:lnTo>
                  <a:pt x="31750" y="0"/>
                </a:lnTo>
                <a:lnTo>
                  <a:pt x="31750" y="682625"/>
                </a:lnTo>
                <a:lnTo>
                  <a:pt x="31750" y="682625"/>
                </a:lnTo>
                <a:cubicBezTo>
                  <a:pt x="14227" y="682625"/>
                  <a:pt x="0" y="668398"/>
                  <a:pt x="0" y="650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3" name="Shape 40"/>
          <p:cNvSpPr/>
          <p:nvPr/>
        </p:nvSpPr>
        <p:spPr>
          <a:xfrm>
            <a:off x="6515100" y="343535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49609" y="11906"/>
                </a:moveTo>
                <a:lnTo>
                  <a:pt x="77391" y="11906"/>
                </a:lnTo>
                <a:cubicBezTo>
                  <a:pt x="78482" y="11906"/>
                  <a:pt x="79375" y="12799"/>
                  <a:pt x="79375" y="13891"/>
                </a:cubicBezTo>
                <a:lnTo>
                  <a:pt x="79375" y="23812"/>
                </a:lnTo>
                <a:lnTo>
                  <a:pt x="47625" y="23812"/>
                </a:lnTo>
                <a:lnTo>
                  <a:pt x="47625" y="13891"/>
                </a:lnTo>
                <a:cubicBezTo>
                  <a:pt x="47625" y="12799"/>
                  <a:pt x="48518" y="11906"/>
                  <a:pt x="49609" y="11906"/>
                </a:cubicBezTo>
                <a:close/>
                <a:moveTo>
                  <a:pt x="35719" y="13891"/>
                </a:moveTo>
                <a:lnTo>
                  <a:pt x="35719" y="23812"/>
                </a:lnTo>
                <a:lnTo>
                  <a:pt x="15875" y="23812"/>
                </a:lnTo>
                <a:cubicBezTo>
                  <a:pt x="7119" y="23812"/>
                  <a:pt x="0" y="30931"/>
                  <a:pt x="0" y="39688"/>
                </a:cubicBezTo>
                <a:lnTo>
                  <a:pt x="0" y="63500"/>
                </a:lnTo>
                <a:lnTo>
                  <a:pt x="127000" y="63500"/>
                </a:lnTo>
                <a:lnTo>
                  <a:pt x="127000" y="39688"/>
                </a:lnTo>
                <a:cubicBezTo>
                  <a:pt x="127000" y="30931"/>
                  <a:pt x="119881" y="23812"/>
                  <a:pt x="111125" y="23812"/>
                </a:cubicBezTo>
                <a:lnTo>
                  <a:pt x="91281" y="23812"/>
                </a:lnTo>
                <a:lnTo>
                  <a:pt x="91281" y="13891"/>
                </a:lnTo>
                <a:cubicBezTo>
                  <a:pt x="91281" y="6226"/>
                  <a:pt x="85055" y="0"/>
                  <a:pt x="77391" y="0"/>
                </a:cubicBezTo>
                <a:lnTo>
                  <a:pt x="49609" y="0"/>
                </a:lnTo>
                <a:cubicBezTo>
                  <a:pt x="41945" y="0"/>
                  <a:pt x="35719" y="6226"/>
                  <a:pt x="35719" y="13891"/>
                </a:cubicBezTo>
                <a:close/>
                <a:moveTo>
                  <a:pt x="127000" y="75406"/>
                </a:moveTo>
                <a:lnTo>
                  <a:pt x="79375" y="75406"/>
                </a:lnTo>
                <a:lnTo>
                  <a:pt x="79375" y="79375"/>
                </a:lnTo>
                <a:cubicBezTo>
                  <a:pt x="79375" y="83765"/>
                  <a:pt x="75828" y="87313"/>
                  <a:pt x="71438" y="87313"/>
                </a:cubicBezTo>
                <a:lnTo>
                  <a:pt x="55563" y="87313"/>
                </a:lnTo>
                <a:cubicBezTo>
                  <a:pt x="51172" y="87313"/>
                  <a:pt x="47625" y="83765"/>
                  <a:pt x="47625" y="79375"/>
                </a:cubicBezTo>
                <a:lnTo>
                  <a:pt x="47625" y="75406"/>
                </a:lnTo>
                <a:lnTo>
                  <a:pt x="0" y="75406"/>
                </a:lnTo>
                <a:lnTo>
                  <a:pt x="0" y="103188"/>
                </a:lnTo>
                <a:cubicBezTo>
                  <a:pt x="0" y="111944"/>
                  <a:pt x="7119" y="119063"/>
                  <a:pt x="15875" y="119063"/>
                </a:cubicBezTo>
                <a:lnTo>
                  <a:pt x="111125" y="119063"/>
                </a:lnTo>
                <a:cubicBezTo>
                  <a:pt x="119881" y="119063"/>
                  <a:pt x="127000" y="111944"/>
                  <a:pt x="127000" y="103188"/>
                </a:cubicBezTo>
                <a:lnTo>
                  <a:pt x="127000" y="75406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4" name="Text 41"/>
          <p:cNvSpPr/>
          <p:nvPr/>
        </p:nvSpPr>
        <p:spPr>
          <a:xfrm>
            <a:off x="6721475" y="3403602"/>
            <a:ext cx="80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Стажировки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499225" y="3657602"/>
            <a:ext cx="514350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Поиск возможностей для практики в технологических компаниях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178550" y="4254501"/>
            <a:ext cx="5689600" cy="1522413"/>
          </a:xfrm>
          <a:custGeom>
            <a:avLst/>
            <a:gdLst/>
            <a:ahLst/>
            <a:cxnLst/>
            <a:rect l="l" t="t" r="r" b="b"/>
            <a:pathLst>
              <a:path w="5689600" h="1522413">
                <a:moveTo>
                  <a:pt x="95257" y="0"/>
                </a:moveTo>
                <a:lnTo>
                  <a:pt x="5594343" y="0"/>
                </a:lnTo>
                <a:cubicBezTo>
                  <a:pt x="5646952" y="0"/>
                  <a:pt x="5689600" y="42648"/>
                  <a:pt x="5689600" y="95257"/>
                </a:cubicBezTo>
                <a:lnTo>
                  <a:pt x="5689600" y="1427155"/>
                </a:lnTo>
                <a:cubicBezTo>
                  <a:pt x="5689600" y="1479764"/>
                  <a:pt x="5646952" y="1522412"/>
                  <a:pt x="5594343" y="1522413"/>
                </a:cubicBezTo>
                <a:lnTo>
                  <a:pt x="95257" y="1522413"/>
                </a:lnTo>
                <a:cubicBezTo>
                  <a:pt x="42648" y="1522413"/>
                  <a:pt x="0" y="1479764"/>
                  <a:pt x="0" y="1427155"/>
                </a:cubicBezTo>
                <a:lnTo>
                  <a:pt x="0" y="95257"/>
                </a:lnTo>
                <a:cubicBezTo>
                  <a:pt x="0" y="42648"/>
                  <a:pt x="42648" y="0"/>
                  <a:pt x="95257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340475" y="441642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8" name="Shape 45"/>
          <p:cNvSpPr/>
          <p:nvPr/>
        </p:nvSpPr>
        <p:spPr>
          <a:xfrm>
            <a:off x="6451600" y="452754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9688" y="99219"/>
                </a:moveTo>
                <a:lnTo>
                  <a:pt x="7596" y="99219"/>
                </a:lnTo>
                <a:cubicBezTo>
                  <a:pt x="-124" y="99219"/>
                  <a:pt x="-4868" y="90816"/>
                  <a:pt x="-899" y="84181"/>
                </a:cubicBezTo>
                <a:lnTo>
                  <a:pt x="15503" y="56834"/>
                </a:lnTo>
                <a:cubicBezTo>
                  <a:pt x="18200" y="52338"/>
                  <a:pt x="23037" y="49609"/>
                  <a:pt x="28277" y="49609"/>
                </a:cubicBezTo>
                <a:lnTo>
                  <a:pt x="57733" y="49609"/>
                </a:lnTo>
                <a:cubicBezTo>
                  <a:pt x="81328" y="9643"/>
                  <a:pt x="116520" y="7627"/>
                  <a:pt x="140053" y="11069"/>
                </a:cubicBezTo>
                <a:cubicBezTo>
                  <a:pt x="144022" y="11658"/>
                  <a:pt x="147123" y="14759"/>
                  <a:pt x="147681" y="18697"/>
                </a:cubicBezTo>
                <a:cubicBezTo>
                  <a:pt x="151123" y="42230"/>
                  <a:pt x="149107" y="77422"/>
                  <a:pt x="109141" y="101017"/>
                </a:cubicBezTo>
                <a:lnTo>
                  <a:pt x="109141" y="130473"/>
                </a:lnTo>
                <a:cubicBezTo>
                  <a:pt x="109141" y="135713"/>
                  <a:pt x="106412" y="140550"/>
                  <a:pt x="101916" y="143247"/>
                </a:cubicBezTo>
                <a:lnTo>
                  <a:pt x="74569" y="159649"/>
                </a:lnTo>
                <a:cubicBezTo>
                  <a:pt x="67965" y="163618"/>
                  <a:pt x="59531" y="158843"/>
                  <a:pt x="59531" y="151154"/>
                </a:cubicBezTo>
                <a:lnTo>
                  <a:pt x="59531" y="119062"/>
                </a:lnTo>
                <a:cubicBezTo>
                  <a:pt x="59531" y="108117"/>
                  <a:pt x="50633" y="99219"/>
                  <a:pt x="39688" y="99219"/>
                </a:cubicBezTo>
                <a:lnTo>
                  <a:pt x="39656" y="99219"/>
                </a:lnTo>
                <a:close/>
                <a:moveTo>
                  <a:pt x="124023" y="49609"/>
                </a:moveTo>
                <a:cubicBezTo>
                  <a:pt x="124023" y="41395"/>
                  <a:pt x="117355" y="34727"/>
                  <a:pt x="109141" y="34727"/>
                </a:cubicBezTo>
                <a:cubicBezTo>
                  <a:pt x="100927" y="34727"/>
                  <a:pt x="94258" y="41395"/>
                  <a:pt x="94258" y="49609"/>
                </a:cubicBezTo>
                <a:cubicBezTo>
                  <a:pt x="94258" y="57823"/>
                  <a:pt x="100927" y="64492"/>
                  <a:pt x="109141" y="64492"/>
                </a:cubicBezTo>
                <a:cubicBezTo>
                  <a:pt x="117355" y="64492"/>
                  <a:pt x="124023" y="57823"/>
                  <a:pt x="124023" y="49609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49" name="Text 46"/>
          <p:cNvSpPr/>
          <p:nvPr/>
        </p:nvSpPr>
        <p:spPr>
          <a:xfrm>
            <a:off x="6816725" y="4495799"/>
            <a:ext cx="149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Долгосрочная цель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356350" y="4892674"/>
            <a:ext cx="5349875" cy="722313"/>
          </a:xfrm>
          <a:custGeom>
            <a:avLst/>
            <a:gdLst/>
            <a:ahLst/>
            <a:cxnLst/>
            <a:rect l="l" t="t" r="r" b="b"/>
            <a:pathLst>
              <a:path w="5349875" h="722313">
                <a:moveTo>
                  <a:pt x="31750" y="0"/>
                </a:moveTo>
                <a:lnTo>
                  <a:pt x="5254624" y="0"/>
                </a:lnTo>
                <a:cubicBezTo>
                  <a:pt x="5307230" y="0"/>
                  <a:pt x="5349875" y="42645"/>
                  <a:pt x="5349875" y="95251"/>
                </a:cubicBezTo>
                <a:lnTo>
                  <a:pt x="5349875" y="627061"/>
                </a:lnTo>
                <a:cubicBezTo>
                  <a:pt x="5349875" y="679667"/>
                  <a:pt x="5307230" y="722312"/>
                  <a:pt x="5254624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1" name="Shape 48"/>
          <p:cNvSpPr/>
          <p:nvPr/>
        </p:nvSpPr>
        <p:spPr>
          <a:xfrm>
            <a:off x="6356350" y="4892674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2" name="Text 49"/>
          <p:cNvSpPr/>
          <p:nvPr/>
        </p:nvSpPr>
        <p:spPr>
          <a:xfrm>
            <a:off x="6499225" y="5019674"/>
            <a:ext cx="515143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Стать инженером-разработчиком в сфере беспилотных систем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и внести вклад в развитие отечественной авиационной промышленности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320675" y="5927724"/>
            <a:ext cx="2784475" cy="609600"/>
          </a:xfrm>
          <a:custGeom>
            <a:avLst/>
            <a:gdLst/>
            <a:ahLst/>
            <a:cxnLst/>
            <a:rect l="l" t="t" r="r" b="b"/>
            <a:pathLst>
              <a:path w="2784475" h="609600">
                <a:moveTo>
                  <a:pt x="95250" y="0"/>
                </a:moveTo>
                <a:lnTo>
                  <a:pt x="2689225" y="0"/>
                </a:lnTo>
                <a:cubicBezTo>
                  <a:pt x="2741795" y="0"/>
                  <a:pt x="2784475" y="42680"/>
                  <a:pt x="2784475" y="95250"/>
                </a:cubicBezTo>
                <a:lnTo>
                  <a:pt x="2784475" y="514350"/>
                </a:lnTo>
                <a:cubicBezTo>
                  <a:pt x="2784475" y="566955"/>
                  <a:pt x="2741830" y="609600"/>
                  <a:pt x="2689225" y="609600"/>
                </a:cubicBezTo>
                <a:lnTo>
                  <a:pt x="95250" y="609600"/>
                </a:lnTo>
                <a:cubicBezTo>
                  <a:pt x="42645" y="609600"/>
                  <a:pt x="0" y="566955"/>
                  <a:pt x="0" y="5143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A0E17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87350" y="6026152"/>
            <a:ext cx="265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2025-2026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387350" y="6248402"/>
            <a:ext cx="265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Активная подготовка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3241675" y="5927724"/>
            <a:ext cx="2784475" cy="609600"/>
          </a:xfrm>
          <a:custGeom>
            <a:avLst/>
            <a:gdLst/>
            <a:ahLst/>
            <a:cxnLst/>
            <a:rect l="l" t="t" r="r" b="b"/>
            <a:pathLst>
              <a:path w="2784475" h="609600">
                <a:moveTo>
                  <a:pt x="95250" y="0"/>
                </a:moveTo>
                <a:lnTo>
                  <a:pt x="2689225" y="0"/>
                </a:lnTo>
                <a:cubicBezTo>
                  <a:pt x="2741795" y="0"/>
                  <a:pt x="2784475" y="42680"/>
                  <a:pt x="2784475" y="95250"/>
                </a:cubicBezTo>
                <a:lnTo>
                  <a:pt x="2784475" y="514350"/>
                </a:lnTo>
                <a:cubicBezTo>
                  <a:pt x="2784475" y="566955"/>
                  <a:pt x="2741830" y="609600"/>
                  <a:pt x="2689225" y="609600"/>
                </a:cubicBezTo>
                <a:lnTo>
                  <a:pt x="95250" y="609600"/>
                </a:lnTo>
                <a:cubicBezTo>
                  <a:pt x="42645" y="609600"/>
                  <a:pt x="0" y="566955"/>
                  <a:pt x="0" y="5143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A0E17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308350" y="6026152"/>
            <a:ext cx="265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2027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3308350" y="6248402"/>
            <a:ext cx="265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ЕГЭ и поступление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6162675" y="5927724"/>
            <a:ext cx="2784475" cy="609600"/>
          </a:xfrm>
          <a:custGeom>
            <a:avLst/>
            <a:gdLst/>
            <a:ahLst/>
            <a:cxnLst/>
            <a:rect l="l" t="t" r="r" b="b"/>
            <a:pathLst>
              <a:path w="2784475" h="609600">
                <a:moveTo>
                  <a:pt x="95250" y="0"/>
                </a:moveTo>
                <a:lnTo>
                  <a:pt x="2689225" y="0"/>
                </a:lnTo>
                <a:cubicBezTo>
                  <a:pt x="2741795" y="0"/>
                  <a:pt x="2784475" y="42680"/>
                  <a:pt x="2784475" y="95250"/>
                </a:cubicBezTo>
                <a:lnTo>
                  <a:pt x="2784475" y="514350"/>
                </a:lnTo>
                <a:cubicBezTo>
                  <a:pt x="2784475" y="566955"/>
                  <a:pt x="2741830" y="609600"/>
                  <a:pt x="2689225" y="609600"/>
                </a:cubicBezTo>
                <a:lnTo>
                  <a:pt x="95250" y="609600"/>
                </a:lnTo>
                <a:cubicBezTo>
                  <a:pt x="42645" y="609600"/>
                  <a:pt x="0" y="566955"/>
                  <a:pt x="0" y="5143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A0E17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229350" y="6026152"/>
            <a:ext cx="265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2027-2032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6229350" y="6248402"/>
            <a:ext cx="265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Обучение в ТГУ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9083675" y="5927724"/>
            <a:ext cx="2784475" cy="609600"/>
          </a:xfrm>
          <a:custGeom>
            <a:avLst/>
            <a:gdLst/>
            <a:ahLst/>
            <a:cxnLst/>
            <a:rect l="l" t="t" r="r" b="b"/>
            <a:pathLst>
              <a:path w="2784475" h="609600">
                <a:moveTo>
                  <a:pt x="95250" y="0"/>
                </a:moveTo>
                <a:lnTo>
                  <a:pt x="2689225" y="0"/>
                </a:lnTo>
                <a:cubicBezTo>
                  <a:pt x="2741795" y="0"/>
                  <a:pt x="2784475" y="42680"/>
                  <a:pt x="2784475" y="95250"/>
                </a:cubicBezTo>
                <a:lnTo>
                  <a:pt x="2784475" y="514350"/>
                </a:lnTo>
                <a:cubicBezTo>
                  <a:pt x="2784475" y="566955"/>
                  <a:pt x="2741830" y="609600"/>
                  <a:pt x="2689225" y="609600"/>
                </a:cubicBezTo>
                <a:lnTo>
                  <a:pt x="95250" y="609600"/>
                </a:lnTo>
                <a:cubicBezTo>
                  <a:pt x="42645" y="609600"/>
                  <a:pt x="0" y="566955"/>
                  <a:pt x="0" y="5143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A0E17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150350" y="6026152"/>
            <a:ext cx="265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2032+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9150350" y="6248402"/>
            <a:ext cx="265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Карьера инженера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2.depositphotos.com/7fa711ab3d2efecc6db5bd901aa148c74ae205f7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802" b="7802"/>
          <a:stretch/>
        </p:blipFill>
        <p:spPr>
          <a:xfrm>
            <a:off x="0" y="0"/>
            <a:ext cx="12192000" cy="6859757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9757"/>
          </a:xfrm>
          <a:custGeom>
            <a:avLst/>
            <a:gdLst/>
            <a:ahLst/>
            <a:cxnLst/>
            <a:rect l="l" t="t" r="r" b="b"/>
            <a:pathLst>
              <a:path w="12192000" h="6859757">
                <a:moveTo>
                  <a:pt x="0" y="0"/>
                </a:moveTo>
                <a:lnTo>
                  <a:pt x="12192000" y="0"/>
                </a:lnTo>
                <a:lnTo>
                  <a:pt x="12192000" y="6859757"/>
                </a:lnTo>
                <a:lnTo>
                  <a:pt x="0" y="6859757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E17">
                  <a:alpha val="95000"/>
                </a:srgbClr>
              </a:gs>
              <a:gs pos="100000">
                <a:srgbClr val="1E3A5F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74850" y="449820"/>
            <a:ext cx="524790" cy="524790"/>
          </a:xfrm>
          <a:custGeom>
            <a:avLst/>
            <a:gdLst/>
            <a:ahLst/>
            <a:cxnLst/>
            <a:rect l="l" t="t" r="r" b="b"/>
            <a:pathLst>
              <a:path w="524790" h="524790">
                <a:moveTo>
                  <a:pt x="112457" y="0"/>
                </a:moveTo>
                <a:lnTo>
                  <a:pt x="412333" y="0"/>
                </a:lnTo>
                <a:cubicBezTo>
                  <a:pt x="474441" y="0"/>
                  <a:pt x="524790" y="50349"/>
                  <a:pt x="524790" y="112457"/>
                </a:cubicBezTo>
                <a:lnTo>
                  <a:pt x="524790" y="412333"/>
                </a:lnTo>
                <a:cubicBezTo>
                  <a:pt x="524790" y="474441"/>
                  <a:pt x="474441" y="524790"/>
                  <a:pt x="412333" y="524790"/>
                </a:cubicBezTo>
                <a:lnTo>
                  <a:pt x="112457" y="524790"/>
                </a:lnTo>
                <a:cubicBezTo>
                  <a:pt x="50349" y="524790"/>
                  <a:pt x="0" y="474441"/>
                  <a:pt x="0" y="412333"/>
                </a:cubicBezTo>
                <a:lnTo>
                  <a:pt x="0" y="112457"/>
                </a:lnTo>
                <a:cubicBezTo>
                  <a:pt x="0" y="50390"/>
                  <a:pt x="50390" y="0"/>
                  <a:pt x="112457" y="0"/>
                </a:cubicBezTo>
                <a:close/>
              </a:path>
            </a:pathLst>
          </a:custGeom>
          <a:solidFill>
            <a:srgbClr val="00D4FF"/>
          </a:solidFill>
          <a:ln/>
          <a:effectLst>
            <a:outerShdw sx="100000" sy="100000" kx="0" ky="0" algn="bl" rotWithShape="0" blurRad="374850" dist="50800" dir="2700000">
              <a:srgbClr val="00d4ff">
                <a:alpha val="1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96676" y="599760"/>
            <a:ext cx="281138" cy="224910"/>
          </a:xfrm>
          <a:custGeom>
            <a:avLst/>
            <a:gdLst/>
            <a:ahLst/>
            <a:cxnLst/>
            <a:rect l="l" t="t" r="r" b="b"/>
            <a:pathLst>
              <a:path w="281138" h="224910">
                <a:moveTo>
                  <a:pt x="182696" y="92468"/>
                </a:moveTo>
                <a:cubicBezTo>
                  <a:pt x="188055" y="91018"/>
                  <a:pt x="193677" y="93566"/>
                  <a:pt x="196093" y="98530"/>
                </a:cubicBezTo>
                <a:lnTo>
                  <a:pt x="204264" y="115047"/>
                </a:lnTo>
                <a:cubicBezTo>
                  <a:pt x="208789" y="115662"/>
                  <a:pt x="213225" y="116892"/>
                  <a:pt x="217398" y="118605"/>
                </a:cubicBezTo>
                <a:lnTo>
                  <a:pt x="232773" y="108370"/>
                </a:lnTo>
                <a:cubicBezTo>
                  <a:pt x="237386" y="105295"/>
                  <a:pt x="243492" y="105910"/>
                  <a:pt x="247401" y="109819"/>
                </a:cubicBezTo>
                <a:lnTo>
                  <a:pt x="255835" y="118253"/>
                </a:lnTo>
                <a:cubicBezTo>
                  <a:pt x="259745" y="122163"/>
                  <a:pt x="260360" y="128313"/>
                  <a:pt x="257285" y="132881"/>
                </a:cubicBezTo>
                <a:lnTo>
                  <a:pt x="247050" y="148212"/>
                </a:lnTo>
                <a:cubicBezTo>
                  <a:pt x="247884" y="150277"/>
                  <a:pt x="248631" y="152429"/>
                  <a:pt x="249246" y="154670"/>
                </a:cubicBezTo>
                <a:cubicBezTo>
                  <a:pt x="249861" y="156910"/>
                  <a:pt x="250256" y="159106"/>
                  <a:pt x="250564" y="161347"/>
                </a:cubicBezTo>
                <a:lnTo>
                  <a:pt x="267125" y="169517"/>
                </a:lnTo>
                <a:cubicBezTo>
                  <a:pt x="272088" y="171977"/>
                  <a:pt x="274636" y="177600"/>
                  <a:pt x="273187" y="182915"/>
                </a:cubicBezTo>
                <a:lnTo>
                  <a:pt x="270112" y="194424"/>
                </a:lnTo>
                <a:cubicBezTo>
                  <a:pt x="268662" y="199739"/>
                  <a:pt x="263698" y="203342"/>
                  <a:pt x="258163" y="202990"/>
                </a:cubicBezTo>
                <a:lnTo>
                  <a:pt x="239714" y="201804"/>
                </a:lnTo>
                <a:cubicBezTo>
                  <a:pt x="236946" y="205362"/>
                  <a:pt x="233740" y="208657"/>
                  <a:pt x="230094" y="211468"/>
                </a:cubicBezTo>
                <a:lnTo>
                  <a:pt x="231280" y="229874"/>
                </a:lnTo>
                <a:cubicBezTo>
                  <a:pt x="231631" y="235409"/>
                  <a:pt x="228029" y="240417"/>
                  <a:pt x="222714" y="241822"/>
                </a:cubicBezTo>
                <a:lnTo>
                  <a:pt x="211205" y="244897"/>
                </a:lnTo>
                <a:cubicBezTo>
                  <a:pt x="205845" y="246347"/>
                  <a:pt x="200267" y="243799"/>
                  <a:pt x="197807" y="238835"/>
                </a:cubicBezTo>
                <a:lnTo>
                  <a:pt x="189636" y="222318"/>
                </a:lnTo>
                <a:cubicBezTo>
                  <a:pt x="185112" y="221703"/>
                  <a:pt x="180675" y="220473"/>
                  <a:pt x="176502" y="218760"/>
                </a:cubicBezTo>
                <a:lnTo>
                  <a:pt x="161127" y="228995"/>
                </a:lnTo>
                <a:cubicBezTo>
                  <a:pt x="156515" y="232070"/>
                  <a:pt x="150409" y="231455"/>
                  <a:pt x="146499" y="227546"/>
                </a:cubicBezTo>
                <a:lnTo>
                  <a:pt x="138065" y="219112"/>
                </a:lnTo>
                <a:cubicBezTo>
                  <a:pt x="134155" y="215202"/>
                  <a:pt x="133540" y="209096"/>
                  <a:pt x="136615" y="204484"/>
                </a:cubicBezTo>
                <a:lnTo>
                  <a:pt x="146850" y="189109"/>
                </a:lnTo>
                <a:cubicBezTo>
                  <a:pt x="146016" y="187044"/>
                  <a:pt x="145269" y="184892"/>
                  <a:pt x="144654" y="182652"/>
                </a:cubicBezTo>
                <a:cubicBezTo>
                  <a:pt x="144039" y="180411"/>
                  <a:pt x="143644" y="178171"/>
                  <a:pt x="143336" y="175975"/>
                </a:cubicBezTo>
                <a:lnTo>
                  <a:pt x="126775" y="167804"/>
                </a:lnTo>
                <a:cubicBezTo>
                  <a:pt x="121812" y="165344"/>
                  <a:pt x="119308" y="159721"/>
                  <a:pt x="120713" y="154406"/>
                </a:cubicBezTo>
                <a:lnTo>
                  <a:pt x="123788" y="142897"/>
                </a:lnTo>
                <a:cubicBezTo>
                  <a:pt x="125238" y="137582"/>
                  <a:pt x="130202" y="133980"/>
                  <a:pt x="135737" y="134331"/>
                </a:cubicBezTo>
                <a:lnTo>
                  <a:pt x="154142" y="135517"/>
                </a:lnTo>
                <a:cubicBezTo>
                  <a:pt x="156910" y="131959"/>
                  <a:pt x="160117" y="128664"/>
                  <a:pt x="163763" y="125853"/>
                </a:cubicBezTo>
                <a:lnTo>
                  <a:pt x="162577" y="107491"/>
                </a:lnTo>
                <a:cubicBezTo>
                  <a:pt x="162225" y="101956"/>
                  <a:pt x="165827" y="96949"/>
                  <a:pt x="171143" y="95543"/>
                </a:cubicBezTo>
                <a:lnTo>
                  <a:pt x="182652" y="92468"/>
                </a:lnTo>
                <a:close/>
                <a:moveTo>
                  <a:pt x="196972" y="149354"/>
                </a:moveTo>
                <a:cubicBezTo>
                  <a:pt x="186304" y="149366"/>
                  <a:pt x="177654" y="158037"/>
                  <a:pt x="177666" y="168705"/>
                </a:cubicBezTo>
                <a:cubicBezTo>
                  <a:pt x="177678" y="179372"/>
                  <a:pt x="186348" y="188023"/>
                  <a:pt x="197016" y="188011"/>
                </a:cubicBezTo>
                <a:cubicBezTo>
                  <a:pt x="207683" y="187999"/>
                  <a:pt x="216334" y="179328"/>
                  <a:pt x="216322" y="168661"/>
                </a:cubicBezTo>
                <a:cubicBezTo>
                  <a:pt x="216310" y="157993"/>
                  <a:pt x="207640" y="149342"/>
                  <a:pt x="196972" y="149354"/>
                </a:cubicBezTo>
                <a:close/>
                <a:moveTo>
                  <a:pt x="98794" y="-19987"/>
                </a:moveTo>
                <a:lnTo>
                  <a:pt x="110303" y="-16912"/>
                </a:lnTo>
                <a:cubicBezTo>
                  <a:pt x="115618" y="-15463"/>
                  <a:pt x="119220" y="-10455"/>
                  <a:pt x="118868" y="-4964"/>
                </a:cubicBezTo>
                <a:lnTo>
                  <a:pt x="117682" y="13398"/>
                </a:lnTo>
                <a:cubicBezTo>
                  <a:pt x="121328" y="16209"/>
                  <a:pt x="124535" y="19460"/>
                  <a:pt x="127303" y="23062"/>
                </a:cubicBezTo>
                <a:lnTo>
                  <a:pt x="145752" y="21876"/>
                </a:lnTo>
                <a:cubicBezTo>
                  <a:pt x="151243" y="21525"/>
                  <a:pt x="156251" y="25127"/>
                  <a:pt x="157701" y="30442"/>
                </a:cubicBezTo>
                <a:lnTo>
                  <a:pt x="160776" y="41951"/>
                </a:lnTo>
                <a:cubicBezTo>
                  <a:pt x="162181" y="47266"/>
                  <a:pt x="159677" y="52889"/>
                  <a:pt x="154714" y="55349"/>
                </a:cubicBezTo>
                <a:lnTo>
                  <a:pt x="138153" y="63520"/>
                </a:lnTo>
                <a:cubicBezTo>
                  <a:pt x="137845" y="65760"/>
                  <a:pt x="137406" y="68000"/>
                  <a:pt x="136835" y="70197"/>
                </a:cubicBezTo>
                <a:cubicBezTo>
                  <a:pt x="136264" y="72393"/>
                  <a:pt x="135473" y="74589"/>
                  <a:pt x="134639" y="76654"/>
                </a:cubicBezTo>
                <a:lnTo>
                  <a:pt x="144874" y="92029"/>
                </a:lnTo>
                <a:cubicBezTo>
                  <a:pt x="147949" y="96641"/>
                  <a:pt x="147334" y="102747"/>
                  <a:pt x="143424" y="106657"/>
                </a:cubicBezTo>
                <a:lnTo>
                  <a:pt x="134990" y="115091"/>
                </a:lnTo>
                <a:cubicBezTo>
                  <a:pt x="131080" y="119000"/>
                  <a:pt x="124974" y="119615"/>
                  <a:pt x="120362" y="116540"/>
                </a:cubicBezTo>
                <a:lnTo>
                  <a:pt x="104987" y="106305"/>
                </a:lnTo>
                <a:cubicBezTo>
                  <a:pt x="100814" y="108018"/>
                  <a:pt x="96377" y="109248"/>
                  <a:pt x="91853" y="109863"/>
                </a:cubicBezTo>
                <a:lnTo>
                  <a:pt x="83682" y="126380"/>
                </a:lnTo>
                <a:cubicBezTo>
                  <a:pt x="81222" y="131344"/>
                  <a:pt x="75600" y="133848"/>
                  <a:pt x="70284" y="132442"/>
                </a:cubicBezTo>
                <a:lnTo>
                  <a:pt x="58775" y="129367"/>
                </a:lnTo>
                <a:cubicBezTo>
                  <a:pt x="53416" y="127918"/>
                  <a:pt x="49858" y="122910"/>
                  <a:pt x="50209" y="117419"/>
                </a:cubicBezTo>
                <a:lnTo>
                  <a:pt x="51395" y="99013"/>
                </a:lnTo>
                <a:cubicBezTo>
                  <a:pt x="47749" y="96202"/>
                  <a:pt x="44543" y="92951"/>
                  <a:pt x="41775" y="89349"/>
                </a:cubicBezTo>
                <a:lnTo>
                  <a:pt x="23326" y="90535"/>
                </a:lnTo>
                <a:cubicBezTo>
                  <a:pt x="17835" y="90887"/>
                  <a:pt x="12827" y="87284"/>
                  <a:pt x="11377" y="81969"/>
                </a:cubicBezTo>
                <a:lnTo>
                  <a:pt x="8302" y="70460"/>
                </a:lnTo>
                <a:cubicBezTo>
                  <a:pt x="6897" y="65145"/>
                  <a:pt x="9401" y="59522"/>
                  <a:pt x="14364" y="57062"/>
                </a:cubicBezTo>
                <a:lnTo>
                  <a:pt x="30925" y="48892"/>
                </a:lnTo>
                <a:cubicBezTo>
                  <a:pt x="31233" y="46651"/>
                  <a:pt x="31672" y="44455"/>
                  <a:pt x="32243" y="42215"/>
                </a:cubicBezTo>
                <a:cubicBezTo>
                  <a:pt x="32858" y="39974"/>
                  <a:pt x="33561" y="37822"/>
                  <a:pt x="34439" y="35757"/>
                </a:cubicBezTo>
                <a:lnTo>
                  <a:pt x="24204" y="20426"/>
                </a:lnTo>
                <a:cubicBezTo>
                  <a:pt x="21129" y="15814"/>
                  <a:pt x="21744" y="9708"/>
                  <a:pt x="25654" y="5798"/>
                </a:cubicBezTo>
                <a:lnTo>
                  <a:pt x="34088" y="-2636"/>
                </a:lnTo>
                <a:cubicBezTo>
                  <a:pt x="37998" y="-6545"/>
                  <a:pt x="44103" y="-7160"/>
                  <a:pt x="48716" y="-4085"/>
                </a:cubicBezTo>
                <a:lnTo>
                  <a:pt x="64091" y="6150"/>
                </a:lnTo>
                <a:cubicBezTo>
                  <a:pt x="68264" y="4437"/>
                  <a:pt x="72700" y="3207"/>
                  <a:pt x="77225" y="2592"/>
                </a:cubicBezTo>
                <a:lnTo>
                  <a:pt x="85396" y="-13925"/>
                </a:lnTo>
                <a:cubicBezTo>
                  <a:pt x="87855" y="-18889"/>
                  <a:pt x="93434" y="-21393"/>
                  <a:pt x="98794" y="-19987"/>
                </a:cubicBezTo>
                <a:close/>
                <a:moveTo>
                  <a:pt x="84517" y="36899"/>
                </a:moveTo>
                <a:cubicBezTo>
                  <a:pt x="73849" y="36899"/>
                  <a:pt x="65189" y="45560"/>
                  <a:pt x="65189" y="56228"/>
                </a:cubicBezTo>
                <a:cubicBezTo>
                  <a:pt x="65189" y="66895"/>
                  <a:pt x="73849" y="75556"/>
                  <a:pt x="84517" y="75556"/>
                </a:cubicBezTo>
                <a:cubicBezTo>
                  <a:pt x="95185" y="75556"/>
                  <a:pt x="103845" y="66895"/>
                  <a:pt x="103845" y="56228"/>
                </a:cubicBezTo>
                <a:cubicBezTo>
                  <a:pt x="103845" y="45560"/>
                  <a:pt x="95185" y="36899"/>
                  <a:pt x="84517" y="36899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6" name="Text 3"/>
          <p:cNvSpPr/>
          <p:nvPr/>
        </p:nvSpPr>
        <p:spPr>
          <a:xfrm>
            <a:off x="1049580" y="374850"/>
            <a:ext cx="5697722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spc="59" kern="0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НАВЫКИ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49580" y="599760"/>
            <a:ext cx="5847662" cy="449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42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Мои компетенции и навыки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78599" y="1240754"/>
            <a:ext cx="3709142" cy="3118753"/>
          </a:xfrm>
          <a:custGeom>
            <a:avLst/>
            <a:gdLst/>
            <a:ahLst/>
            <a:cxnLst/>
            <a:rect l="l" t="t" r="r" b="b"/>
            <a:pathLst>
              <a:path w="3709142" h="3118753">
                <a:moveTo>
                  <a:pt x="112462" y="0"/>
                </a:moveTo>
                <a:lnTo>
                  <a:pt x="3596680" y="0"/>
                </a:lnTo>
                <a:cubicBezTo>
                  <a:pt x="3658791" y="0"/>
                  <a:pt x="3709142" y="50351"/>
                  <a:pt x="3709142" y="112462"/>
                </a:cubicBezTo>
                <a:lnTo>
                  <a:pt x="3709142" y="3006291"/>
                </a:lnTo>
                <a:cubicBezTo>
                  <a:pt x="3709142" y="3068402"/>
                  <a:pt x="3658791" y="3118753"/>
                  <a:pt x="3596680" y="3118753"/>
                </a:cubicBezTo>
                <a:lnTo>
                  <a:pt x="112462" y="3118753"/>
                </a:lnTo>
                <a:cubicBezTo>
                  <a:pt x="50351" y="3118753"/>
                  <a:pt x="0" y="3068402"/>
                  <a:pt x="0" y="3006291"/>
                </a:cubicBezTo>
                <a:lnTo>
                  <a:pt x="0" y="112462"/>
                </a:lnTo>
                <a:cubicBezTo>
                  <a:pt x="0" y="50393"/>
                  <a:pt x="50393" y="0"/>
                  <a:pt x="112462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9772" y="1431930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224910" y="0"/>
                </a:moveTo>
                <a:lnTo>
                  <a:pt x="224910" y="0"/>
                </a:lnTo>
                <a:cubicBezTo>
                  <a:pt x="349124" y="0"/>
                  <a:pt x="449820" y="100696"/>
                  <a:pt x="449820" y="224910"/>
                </a:cubicBezTo>
                <a:lnTo>
                  <a:pt x="449820" y="224910"/>
                </a:lnTo>
                <a:cubicBezTo>
                  <a:pt x="449820" y="349124"/>
                  <a:pt x="349124" y="449820"/>
                  <a:pt x="224910" y="449820"/>
                </a:cubicBezTo>
                <a:lnTo>
                  <a:pt x="224910" y="449820"/>
                </a:lnTo>
                <a:cubicBezTo>
                  <a:pt x="100696" y="449820"/>
                  <a:pt x="0" y="349124"/>
                  <a:pt x="0" y="224910"/>
                </a:cubicBezTo>
                <a:lnTo>
                  <a:pt x="0" y="224910"/>
                </a:lnTo>
                <a:cubicBezTo>
                  <a:pt x="0" y="100696"/>
                  <a:pt x="100696" y="0"/>
                  <a:pt x="22491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0" name="Shape 7"/>
          <p:cNvSpPr/>
          <p:nvPr/>
        </p:nvSpPr>
        <p:spPr>
          <a:xfrm>
            <a:off x="689256" y="1563128"/>
            <a:ext cx="210853" cy="187425"/>
          </a:xfrm>
          <a:custGeom>
            <a:avLst/>
            <a:gdLst/>
            <a:ahLst/>
            <a:cxnLst/>
            <a:rect l="l" t="t" r="r" b="b"/>
            <a:pathLst>
              <a:path w="210853" h="187425">
                <a:moveTo>
                  <a:pt x="132076" y="439"/>
                </a:moveTo>
                <a:cubicBezTo>
                  <a:pt x="125853" y="-1354"/>
                  <a:pt x="119374" y="2270"/>
                  <a:pt x="117580" y="8493"/>
                </a:cubicBezTo>
                <a:lnTo>
                  <a:pt x="70724" y="172490"/>
                </a:lnTo>
                <a:cubicBezTo>
                  <a:pt x="68930" y="178713"/>
                  <a:pt x="72554" y="185192"/>
                  <a:pt x="78777" y="186986"/>
                </a:cubicBezTo>
                <a:cubicBezTo>
                  <a:pt x="85000" y="188779"/>
                  <a:pt x="91480" y="185155"/>
                  <a:pt x="93273" y="178932"/>
                </a:cubicBezTo>
                <a:lnTo>
                  <a:pt x="140130" y="14935"/>
                </a:lnTo>
                <a:cubicBezTo>
                  <a:pt x="141923" y="8712"/>
                  <a:pt x="138299" y="2233"/>
                  <a:pt x="132076" y="439"/>
                </a:cubicBezTo>
                <a:close/>
                <a:moveTo>
                  <a:pt x="155724" y="50261"/>
                </a:moveTo>
                <a:cubicBezTo>
                  <a:pt x="151148" y="54836"/>
                  <a:pt x="151148" y="62268"/>
                  <a:pt x="155724" y="66843"/>
                </a:cubicBezTo>
                <a:lnTo>
                  <a:pt x="182593" y="93713"/>
                </a:lnTo>
                <a:lnTo>
                  <a:pt x="155724" y="120582"/>
                </a:lnTo>
                <a:cubicBezTo>
                  <a:pt x="151148" y="125157"/>
                  <a:pt x="151148" y="132589"/>
                  <a:pt x="155724" y="137164"/>
                </a:cubicBezTo>
                <a:cubicBezTo>
                  <a:pt x="160300" y="141740"/>
                  <a:pt x="167731" y="141740"/>
                  <a:pt x="172307" y="137164"/>
                </a:cubicBezTo>
                <a:lnTo>
                  <a:pt x="207449" y="102022"/>
                </a:lnTo>
                <a:cubicBezTo>
                  <a:pt x="212025" y="97446"/>
                  <a:pt x="212025" y="90015"/>
                  <a:pt x="207449" y="85439"/>
                </a:cubicBezTo>
                <a:lnTo>
                  <a:pt x="172307" y="50297"/>
                </a:lnTo>
                <a:cubicBezTo>
                  <a:pt x="167731" y="45721"/>
                  <a:pt x="160300" y="45721"/>
                  <a:pt x="155724" y="50297"/>
                </a:cubicBezTo>
                <a:close/>
                <a:moveTo>
                  <a:pt x="55166" y="50261"/>
                </a:moveTo>
                <a:cubicBezTo>
                  <a:pt x="50590" y="45685"/>
                  <a:pt x="43159" y="45685"/>
                  <a:pt x="38583" y="50261"/>
                </a:cubicBezTo>
                <a:lnTo>
                  <a:pt x="3441" y="85403"/>
                </a:lnTo>
                <a:cubicBezTo>
                  <a:pt x="-1135" y="89979"/>
                  <a:pt x="-1135" y="97410"/>
                  <a:pt x="3441" y="101986"/>
                </a:cubicBezTo>
                <a:lnTo>
                  <a:pt x="38583" y="137128"/>
                </a:lnTo>
                <a:cubicBezTo>
                  <a:pt x="43159" y="141704"/>
                  <a:pt x="50590" y="141704"/>
                  <a:pt x="55166" y="137128"/>
                </a:cubicBezTo>
                <a:cubicBezTo>
                  <a:pt x="59742" y="132552"/>
                  <a:pt x="59742" y="125121"/>
                  <a:pt x="55166" y="120545"/>
                </a:cubicBezTo>
                <a:lnTo>
                  <a:pt x="28297" y="93713"/>
                </a:lnTo>
                <a:lnTo>
                  <a:pt x="55129" y="66843"/>
                </a:lnTo>
                <a:cubicBezTo>
                  <a:pt x="59705" y="62268"/>
                  <a:pt x="59705" y="54836"/>
                  <a:pt x="55129" y="50261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1" name="Text 8"/>
          <p:cNvSpPr/>
          <p:nvPr/>
        </p:nvSpPr>
        <p:spPr>
          <a:xfrm>
            <a:off x="1132047" y="1525643"/>
            <a:ext cx="1846137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Технические навыки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69772" y="2031690"/>
            <a:ext cx="552904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584621" y="2031690"/>
            <a:ext cx="384221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80%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9772" y="2294085"/>
            <a:ext cx="3326795" cy="74970"/>
          </a:xfrm>
          <a:custGeom>
            <a:avLst/>
            <a:gdLst/>
            <a:ahLst/>
            <a:cxnLst/>
            <a:rect l="l" t="t" r="r" b="b"/>
            <a:pathLst>
              <a:path w="3326795" h="74970">
                <a:moveTo>
                  <a:pt x="37485" y="0"/>
                </a:moveTo>
                <a:lnTo>
                  <a:pt x="3289310" y="0"/>
                </a:lnTo>
                <a:cubicBezTo>
                  <a:pt x="3310012" y="0"/>
                  <a:pt x="3326795" y="16783"/>
                  <a:pt x="3326795" y="37485"/>
                </a:cubicBezTo>
                <a:lnTo>
                  <a:pt x="3326795" y="37485"/>
                </a:lnTo>
                <a:cubicBezTo>
                  <a:pt x="3326795" y="58187"/>
                  <a:pt x="3310012" y="74970"/>
                  <a:pt x="3289310" y="74970"/>
                </a:cubicBezTo>
                <a:lnTo>
                  <a:pt x="37485" y="74970"/>
                </a:lnTo>
                <a:cubicBezTo>
                  <a:pt x="16783" y="74970"/>
                  <a:pt x="0" y="58187"/>
                  <a:pt x="0" y="3748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5" name="Shape 12"/>
          <p:cNvSpPr/>
          <p:nvPr/>
        </p:nvSpPr>
        <p:spPr>
          <a:xfrm>
            <a:off x="569772" y="2294085"/>
            <a:ext cx="2661436" cy="74970"/>
          </a:xfrm>
          <a:custGeom>
            <a:avLst/>
            <a:gdLst/>
            <a:ahLst/>
            <a:cxnLst/>
            <a:rect l="l" t="t" r="r" b="b"/>
            <a:pathLst>
              <a:path w="2661436" h="74970">
                <a:moveTo>
                  <a:pt x="37485" y="0"/>
                </a:moveTo>
                <a:lnTo>
                  <a:pt x="2623951" y="0"/>
                </a:lnTo>
                <a:cubicBezTo>
                  <a:pt x="2644653" y="0"/>
                  <a:pt x="2661436" y="16783"/>
                  <a:pt x="2661436" y="37485"/>
                </a:cubicBezTo>
                <a:lnTo>
                  <a:pt x="2661436" y="37485"/>
                </a:lnTo>
                <a:cubicBezTo>
                  <a:pt x="2661436" y="58187"/>
                  <a:pt x="2644653" y="74970"/>
                  <a:pt x="2623951" y="74970"/>
                </a:cubicBezTo>
                <a:lnTo>
                  <a:pt x="37485" y="74970"/>
                </a:lnTo>
                <a:cubicBezTo>
                  <a:pt x="16783" y="74970"/>
                  <a:pt x="0" y="58187"/>
                  <a:pt x="0" y="3748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6" name="Text 13"/>
          <p:cNvSpPr/>
          <p:nvPr/>
        </p:nvSpPr>
        <p:spPr>
          <a:xfrm>
            <a:off x="569772" y="2481511"/>
            <a:ext cx="104958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C++ / Arduino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600318" y="2481511"/>
            <a:ext cx="365479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70%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69772" y="2743906"/>
            <a:ext cx="3326795" cy="74970"/>
          </a:xfrm>
          <a:custGeom>
            <a:avLst/>
            <a:gdLst/>
            <a:ahLst/>
            <a:cxnLst/>
            <a:rect l="l" t="t" r="r" b="b"/>
            <a:pathLst>
              <a:path w="3326795" h="74970">
                <a:moveTo>
                  <a:pt x="37485" y="0"/>
                </a:moveTo>
                <a:lnTo>
                  <a:pt x="3289310" y="0"/>
                </a:lnTo>
                <a:cubicBezTo>
                  <a:pt x="3310012" y="0"/>
                  <a:pt x="3326795" y="16783"/>
                  <a:pt x="3326795" y="37485"/>
                </a:cubicBezTo>
                <a:lnTo>
                  <a:pt x="3326795" y="37485"/>
                </a:lnTo>
                <a:cubicBezTo>
                  <a:pt x="3326795" y="58187"/>
                  <a:pt x="3310012" y="74970"/>
                  <a:pt x="3289310" y="74970"/>
                </a:cubicBezTo>
                <a:lnTo>
                  <a:pt x="37485" y="74970"/>
                </a:lnTo>
                <a:cubicBezTo>
                  <a:pt x="16783" y="74970"/>
                  <a:pt x="0" y="58187"/>
                  <a:pt x="0" y="3748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9" name="Shape 16"/>
          <p:cNvSpPr/>
          <p:nvPr/>
        </p:nvSpPr>
        <p:spPr>
          <a:xfrm>
            <a:off x="569772" y="2743906"/>
            <a:ext cx="2324071" cy="74970"/>
          </a:xfrm>
          <a:custGeom>
            <a:avLst/>
            <a:gdLst/>
            <a:ahLst/>
            <a:cxnLst/>
            <a:rect l="l" t="t" r="r" b="b"/>
            <a:pathLst>
              <a:path w="2324071" h="74970">
                <a:moveTo>
                  <a:pt x="37485" y="0"/>
                </a:moveTo>
                <a:lnTo>
                  <a:pt x="2286586" y="0"/>
                </a:lnTo>
                <a:cubicBezTo>
                  <a:pt x="2307288" y="0"/>
                  <a:pt x="2324071" y="16783"/>
                  <a:pt x="2324071" y="37485"/>
                </a:cubicBezTo>
                <a:lnTo>
                  <a:pt x="2324071" y="37485"/>
                </a:lnTo>
                <a:cubicBezTo>
                  <a:pt x="2324071" y="58187"/>
                  <a:pt x="2307288" y="74970"/>
                  <a:pt x="2286586" y="74970"/>
                </a:cubicBezTo>
                <a:lnTo>
                  <a:pt x="37485" y="74970"/>
                </a:lnTo>
                <a:cubicBezTo>
                  <a:pt x="16783" y="74970"/>
                  <a:pt x="0" y="58187"/>
                  <a:pt x="0" y="3748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0" name="Text 17"/>
          <p:cNvSpPr/>
          <p:nvPr/>
        </p:nvSpPr>
        <p:spPr>
          <a:xfrm>
            <a:off x="569772" y="2931331"/>
            <a:ext cx="1471287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3D-моделирование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604887" y="2931331"/>
            <a:ext cx="365479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75%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69772" y="3193726"/>
            <a:ext cx="3326795" cy="74970"/>
          </a:xfrm>
          <a:custGeom>
            <a:avLst/>
            <a:gdLst/>
            <a:ahLst/>
            <a:cxnLst/>
            <a:rect l="l" t="t" r="r" b="b"/>
            <a:pathLst>
              <a:path w="3326795" h="74970">
                <a:moveTo>
                  <a:pt x="37485" y="0"/>
                </a:moveTo>
                <a:lnTo>
                  <a:pt x="3289310" y="0"/>
                </a:lnTo>
                <a:cubicBezTo>
                  <a:pt x="3310012" y="0"/>
                  <a:pt x="3326795" y="16783"/>
                  <a:pt x="3326795" y="37485"/>
                </a:cubicBezTo>
                <a:lnTo>
                  <a:pt x="3326795" y="37485"/>
                </a:lnTo>
                <a:cubicBezTo>
                  <a:pt x="3326795" y="58187"/>
                  <a:pt x="3310012" y="74970"/>
                  <a:pt x="3289310" y="74970"/>
                </a:cubicBezTo>
                <a:lnTo>
                  <a:pt x="37485" y="74970"/>
                </a:lnTo>
                <a:cubicBezTo>
                  <a:pt x="16783" y="74970"/>
                  <a:pt x="0" y="58187"/>
                  <a:pt x="0" y="3748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3" name="Shape 20"/>
          <p:cNvSpPr/>
          <p:nvPr/>
        </p:nvSpPr>
        <p:spPr>
          <a:xfrm>
            <a:off x="569772" y="3193726"/>
            <a:ext cx="2492753" cy="74970"/>
          </a:xfrm>
          <a:custGeom>
            <a:avLst/>
            <a:gdLst/>
            <a:ahLst/>
            <a:cxnLst/>
            <a:rect l="l" t="t" r="r" b="b"/>
            <a:pathLst>
              <a:path w="2492753" h="74970">
                <a:moveTo>
                  <a:pt x="37485" y="0"/>
                </a:moveTo>
                <a:lnTo>
                  <a:pt x="2455268" y="0"/>
                </a:lnTo>
                <a:cubicBezTo>
                  <a:pt x="2475971" y="0"/>
                  <a:pt x="2492753" y="16783"/>
                  <a:pt x="2492753" y="37485"/>
                </a:cubicBezTo>
                <a:lnTo>
                  <a:pt x="2492753" y="37485"/>
                </a:lnTo>
                <a:cubicBezTo>
                  <a:pt x="2492753" y="58187"/>
                  <a:pt x="2475971" y="74970"/>
                  <a:pt x="2455268" y="74970"/>
                </a:cubicBezTo>
                <a:lnTo>
                  <a:pt x="37485" y="74970"/>
                </a:lnTo>
                <a:cubicBezTo>
                  <a:pt x="16783" y="74970"/>
                  <a:pt x="0" y="58187"/>
                  <a:pt x="0" y="3748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4" name="Text 21"/>
          <p:cNvSpPr/>
          <p:nvPr/>
        </p:nvSpPr>
        <p:spPr>
          <a:xfrm>
            <a:off x="569772" y="3381151"/>
            <a:ext cx="1143293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Работа с БПЛА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589073" y="3381151"/>
            <a:ext cx="384221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85%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69772" y="3643546"/>
            <a:ext cx="3326795" cy="74970"/>
          </a:xfrm>
          <a:custGeom>
            <a:avLst/>
            <a:gdLst/>
            <a:ahLst/>
            <a:cxnLst/>
            <a:rect l="l" t="t" r="r" b="b"/>
            <a:pathLst>
              <a:path w="3326795" h="74970">
                <a:moveTo>
                  <a:pt x="37485" y="0"/>
                </a:moveTo>
                <a:lnTo>
                  <a:pt x="3289310" y="0"/>
                </a:lnTo>
                <a:cubicBezTo>
                  <a:pt x="3310012" y="0"/>
                  <a:pt x="3326795" y="16783"/>
                  <a:pt x="3326795" y="37485"/>
                </a:cubicBezTo>
                <a:lnTo>
                  <a:pt x="3326795" y="37485"/>
                </a:lnTo>
                <a:cubicBezTo>
                  <a:pt x="3326795" y="58187"/>
                  <a:pt x="3310012" y="74970"/>
                  <a:pt x="3289310" y="74970"/>
                </a:cubicBezTo>
                <a:lnTo>
                  <a:pt x="37485" y="74970"/>
                </a:lnTo>
                <a:cubicBezTo>
                  <a:pt x="16783" y="74970"/>
                  <a:pt x="0" y="58187"/>
                  <a:pt x="0" y="3748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7" name="Shape 24"/>
          <p:cNvSpPr/>
          <p:nvPr/>
        </p:nvSpPr>
        <p:spPr>
          <a:xfrm>
            <a:off x="569772" y="3643546"/>
            <a:ext cx="2830118" cy="74970"/>
          </a:xfrm>
          <a:custGeom>
            <a:avLst/>
            <a:gdLst/>
            <a:ahLst/>
            <a:cxnLst/>
            <a:rect l="l" t="t" r="r" b="b"/>
            <a:pathLst>
              <a:path w="2830118" h="74970">
                <a:moveTo>
                  <a:pt x="37485" y="0"/>
                </a:moveTo>
                <a:lnTo>
                  <a:pt x="2792633" y="0"/>
                </a:lnTo>
                <a:cubicBezTo>
                  <a:pt x="2813336" y="0"/>
                  <a:pt x="2830118" y="16783"/>
                  <a:pt x="2830118" y="37485"/>
                </a:cubicBezTo>
                <a:lnTo>
                  <a:pt x="2830118" y="37485"/>
                </a:lnTo>
                <a:cubicBezTo>
                  <a:pt x="2830118" y="58187"/>
                  <a:pt x="2813336" y="74970"/>
                  <a:pt x="2792633" y="74970"/>
                </a:cubicBezTo>
                <a:lnTo>
                  <a:pt x="37485" y="74970"/>
                </a:lnTo>
                <a:cubicBezTo>
                  <a:pt x="16783" y="74970"/>
                  <a:pt x="0" y="58187"/>
                  <a:pt x="0" y="3748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8" name="Text 25"/>
          <p:cNvSpPr/>
          <p:nvPr/>
        </p:nvSpPr>
        <p:spPr>
          <a:xfrm>
            <a:off x="569772" y="3830971"/>
            <a:ext cx="1002724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Электроника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3600318" y="3830971"/>
            <a:ext cx="365479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70%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69772" y="4093366"/>
            <a:ext cx="3326795" cy="74970"/>
          </a:xfrm>
          <a:custGeom>
            <a:avLst/>
            <a:gdLst/>
            <a:ahLst/>
            <a:cxnLst/>
            <a:rect l="l" t="t" r="r" b="b"/>
            <a:pathLst>
              <a:path w="3326795" h="74970">
                <a:moveTo>
                  <a:pt x="37485" y="0"/>
                </a:moveTo>
                <a:lnTo>
                  <a:pt x="3289310" y="0"/>
                </a:lnTo>
                <a:cubicBezTo>
                  <a:pt x="3310012" y="0"/>
                  <a:pt x="3326795" y="16783"/>
                  <a:pt x="3326795" y="37485"/>
                </a:cubicBezTo>
                <a:lnTo>
                  <a:pt x="3326795" y="37485"/>
                </a:lnTo>
                <a:cubicBezTo>
                  <a:pt x="3326795" y="58187"/>
                  <a:pt x="3310012" y="74970"/>
                  <a:pt x="3289310" y="74970"/>
                </a:cubicBezTo>
                <a:lnTo>
                  <a:pt x="37485" y="74970"/>
                </a:lnTo>
                <a:cubicBezTo>
                  <a:pt x="16783" y="74970"/>
                  <a:pt x="0" y="58187"/>
                  <a:pt x="0" y="3748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31" name="Shape 28"/>
          <p:cNvSpPr/>
          <p:nvPr/>
        </p:nvSpPr>
        <p:spPr>
          <a:xfrm>
            <a:off x="569772" y="4093366"/>
            <a:ext cx="2324071" cy="74970"/>
          </a:xfrm>
          <a:custGeom>
            <a:avLst/>
            <a:gdLst/>
            <a:ahLst/>
            <a:cxnLst/>
            <a:rect l="l" t="t" r="r" b="b"/>
            <a:pathLst>
              <a:path w="2324071" h="74970">
                <a:moveTo>
                  <a:pt x="37485" y="0"/>
                </a:moveTo>
                <a:lnTo>
                  <a:pt x="2286586" y="0"/>
                </a:lnTo>
                <a:cubicBezTo>
                  <a:pt x="2307288" y="0"/>
                  <a:pt x="2324071" y="16783"/>
                  <a:pt x="2324071" y="37485"/>
                </a:cubicBezTo>
                <a:lnTo>
                  <a:pt x="2324071" y="37485"/>
                </a:lnTo>
                <a:cubicBezTo>
                  <a:pt x="2324071" y="58187"/>
                  <a:pt x="2307288" y="74970"/>
                  <a:pt x="2286586" y="74970"/>
                </a:cubicBezTo>
                <a:lnTo>
                  <a:pt x="37485" y="74970"/>
                </a:lnTo>
                <a:cubicBezTo>
                  <a:pt x="16783" y="74970"/>
                  <a:pt x="0" y="58187"/>
                  <a:pt x="0" y="3748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2" name="Shape 29"/>
          <p:cNvSpPr/>
          <p:nvPr/>
        </p:nvSpPr>
        <p:spPr>
          <a:xfrm>
            <a:off x="4243655" y="1240754"/>
            <a:ext cx="3709142" cy="4093363"/>
          </a:xfrm>
          <a:custGeom>
            <a:avLst/>
            <a:gdLst/>
            <a:ahLst/>
            <a:cxnLst/>
            <a:rect l="l" t="t" r="r" b="b"/>
            <a:pathLst>
              <a:path w="3709142" h="4093363">
                <a:moveTo>
                  <a:pt x="112461" y="0"/>
                </a:moveTo>
                <a:lnTo>
                  <a:pt x="3596681" y="0"/>
                </a:lnTo>
                <a:cubicBezTo>
                  <a:pt x="3658791" y="0"/>
                  <a:pt x="3709142" y="50351"/>
                  <a:pt x="3709142" y="112461"/>
                </a:cubicBezTo>
                <a:lnTo>
                  <a:pt x="3709142" y="3980902"/>
                </a:lnTo>
                <a:cubicBezTo>
                  <a:pt x="3709142" y="4043013"/>
                  <a:pt x="3658791" y="4093363"/>
                  <a:pt x="3596681" y="4093363"/>
                </a:cubicBezTo>
                <a:lnTo>
                  <a:pt x="112461" y="4093363"/>
                </a:lnTo>
                <a:cubicBezTo>
                  <a:pt x="50351" y="4093363"/>
                  <a:pt x="0" y="4043013"/>
                  <a:pt x="0" y="3980902"/>
                </a:cubicBezTo>
                <a:lnTo>
                  <a:pt x="0" y="112461"/>
                </a:lnTo>
                <a:cubicBezTo>
                  <a:pt x="0" y="50392"/>
                  <a:pt x="50392" y="0"/>
                  <a:pt x="112461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434828" y="1431930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224910" y="0"/>
                </a:moveTo>
                <a:lnTo>
                  <a:pt x="224910" y="0"/>
                </a:lnTo>
                <a:cubicBezTo>
                  <a:pt x="349124" y="0"/>
                  <a:pt x="449820" y="100696"/>
                  <a:pt x="449820" y="224910"/>
                </a:cubicBezTo>
                <a:lnTo>
                  <a:pt x="449820" y="224910"/>
                </a:lnTo>
                <a:cubicBezTo>
                  <a:pt x="449820" y="349124"/>
                  <a:pt x="349124" y="449820"/>
                  <a:pt x="224910" y="449820"/>
                </a:cubicBezTo>
                <a:lnTo>
                  <a:pt x="224910" y="449820"/>
                </a:lnTo>
                <a:cubicBezTo>
                  <a:pt x="100696" y="449820"/>
                  <a:pt x="0" y="349124"/>
                  <a:pt x="0" y="224910"/>
                </a:cubicBezTo>
                <a:lnTo>
                  <a:pt x="0" y="224910"/>
                </a:lnTo>
                <a:cubicBezTo>
                  <a:pt x="0" y="100696"/>
                  <a:pt x="100696" y="0"/>
                  <a:pt x="22491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4" name="Shape 31"/>
          <p:cNvSpPr/>
          <p:nvPr/>
        </p:nvSpPr>
        <p:spPr>
          <a:xfrm>
            <a:off x="4566026" y="1563128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43928" y="20500"/>
                </a:moveTo>
                <a:cubicBezTo>
                  <a:pt x="43928" y="9188"/>
                  <a:pt x="53116" y="0"/>
                  <a:pt x="64427" y="0"/>
                </a:cubicBezTo>
                <a:lnTo>
                  <a:pt x="73213" y="0"/>
                </a:lnTo>
                <a:cubicBezTo>
                  <a:pt x="79692" y="0"/>
                  <a:pt x="84927" y="5235"/>
                  <a:pt x="84927" y="11714"/>
                </a:cubicBezTo>
                <a:lnTo>
                  <a:pt x="84927" y="175711"/>
                </a:lnTo>
                <a:cubicBezTo>
                  <a:pt x="84927" y="182190"/>
                  <a:pt x="79692" y="187425"/>
                  <a:pt x="73213" y="187425"/>
                </a:cubicBezTo>
                <a:lnTo>
                  <a:pt x="61499" y="187425"/>
                </a:lnTo>
                <a:cubicBezTo>
                  <a:pt x="50590" y="187425"/>
                  <a:pt x="41402" y="179957"/>
                  <a:pt x="38803" y="169854"/>
                </a:cubicBezTo>
                <a:cubicBezTo>
                  <a:pt x="38547" y="169854"/>
                  <a:pt x="38327" y="169854"/>
                  <a:pt x="38071" y="169854"/>
                </a:cubicBezTo>
                <a:cubicBezTo>
                  <a:pt x="21891" y="169854"/>
                  <a:pt x="8786" y="156749"/>
                  <a:pt x="8786" y="140569"/>
                </a:cubicBezTo>
                <a:cubicBezTo>
                  <a:pt x="8786" y="133980"/>
                  <a:pt x="10982" y="127903"/>
                  <a:pt x="14643" y="122998"/>
                </a:cubicBezTo>
                <a:cubicBezTo>
                  <a:pt x="7541" y="117653"/>
                  <a:pt x="2929" y="109160"/>
                  <a:pt x="2929" y="99570"/>
                </a:cubicBezTo>
                <a:cubicBezTo>
                  <a:pt x="2929" y="88258"/>
                  <a:pt x="9371" y="78411"/>
                  <a:pt x="18743" y="73542"/>
                </a:cubicBezTo>
                <a:cubicBezTo>
                  <a:pt x="16143" y="69150"/>
                  <a:pt x="14643" y="64025"/>
                  <a:pt x="14643" y="58570"/>
                </a:cubicBezTo>
                <a:cubicBezTo>
                  <a:pt x="14643" y="42390"/>
                  <a:pt x="27748" y="29285"/>
                  <a:pt x="43928" y="29285"/>
                </a:cubicBezTo>
                <a:lnTo>
                  <a:pt x="43928" y="20500"/>
                </a:lnTo>
                <a:close/>
                <a:moveTo>
                  <a:pt x="143497" y="20500"/>
                </a:moveTo>
                <a:lnTo>
                  <a:pt x="143497" y="29285"/>
                </a:lnTo>
                <a:cubicBezTo>
                  <a:pt x="159677" y="29285"/>
                  <a:pt x="172782" y="42390"/>
                  <a:pt x="172782" y="58570"/>
                </a:cubicBezTo>
                <a:cubicBezTo>
                  <a:pt x="172782" y="64061"/>
                  <a:pt x="171282" y="69186"/>
                  <a:pt x="168683" y="73542"/>
                </a:cubicBezTo>
                <a:cubicBezTo>
                  <a:pt x="178090" y="78411"/>
                  <a:pt x="184497" y="88222"/>
                  <a:pt x="184497" y="99570"/>
                </a:cubicBezTo>
                <a:cubicBezTo>
                  <a:pt x="184497" y="109160"/>
                  <a:pt x="179884" y="117653"/>
                  <a:pt x="172782" y="122998"/>
                </a:cubicBezTo>
                <a:cubicBezTo>
                  <a:pt x="176443" y="127903"/>
                  <a:pt x="178640" y="133980"/>
                  <a:pt x="178640" y="140569"/>
                </a:cubicBezTo>
                <a:cubicBezTo>
                  <a:pt x="178640" y="156749"/>
                  <a:pt x="165534" y="169854"/>
                  <a:pt x="149354" y="169854"/>
                </a:cubicBezTo>
                <a:cubicBezTo>
                  <a:pt x="149098" y="169854"/>
                  <a:pt x="148878" y="169854"/>
                  <a:pt x="148622" y="169854"/>
                </a:cubicBezTo>
                <a:cubicBezTo>
                  <a:pt x="146023" y="179957"/>
                  <a:pt x="136835" y="187425"/>
                  <a:pt x="125926" y="187425"/>
                </a:cubicBezTo>
                <a:lnTo>
                  <a:pt x="114212" y="187425"/>
                </a:lnTo>
                <a:cubicBezTo>
                  <a:pt x="107733" y="187425"/>
                  <a:pt x="102498" y="182190"/>
                  <a:pt x="102498" y="175711"/>
                </a:cubicBezTo>
                <a:lnTo>
                  <a:pt x="102498" y="11714"/>
                </a:lnTo>
                <a:cubicBezTo>
                  <a:pt x="102498" y="5235"/>
                  <a:pt x="107733" y="0"/>
                  <a:pt x="114212" y="0"/>
                </a:cubicBezTo>
                <a:lnTo>
                  <a:pt x="122998" y="0"/>
                </a:lnTo>
                <a:cubicBezTo>
                  <a:pt x="134309" y="0"/>
                  <a:pt x="143497" y="9188"/>
                  <a:pt x="143497" y="2050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35" name="Text 32"/>
          <p:cNvSpPr/>
          <p:nvPr/>
        </p:nvSpPr>
        <p:spPr>
          <a:xfrm>
            <a:off x="4997103" y="1525643"/>
            <a:ext cx="2099161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Академические навыки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434828" y="2031690"/>
            <a:ext cx="3326795" cy="693473"/>
          </a:xfrm>
          <a:custGeom>
            <a:avLst/>
            <a:gdLst/>
            <a:ahLst/>
            <a:cxnLst/>
            <a:rect l="l" t="t" r="r" b="b"/>
            <a:pathLst>
              <a:path w="3326795" h="693473">
                <a:moveTo>
                  <a:pt x="74971" y="0"/>
                </a:moveTo>
                <a:lnTo>
                  <a:pt x="3251823" y="0"/>
                </a:lnTo>
                <a:cubicBezTo>
                  <a:pt x="3293229" y="0"/>
                  <a:pt x="3326795" y="33566"/>
                  <a:pt x="3326795" y="74971"/>
                </a:cubicBezTo>
                <a:lnTo>
                  <a:pt x="3326795" y="618501"/>
                </a:lnTo>
                <a:cubicBezTo>
                  <a:pt x="3326795" y="659907"/>
                  <a:pt x="3293229" y="693473"/>
                  <a:pt x="3251823" y="693473"/>
                </a:cubicBezTo>
                <a:lnTo>
                  <a:pt x="74971" y="693473"/>
                </a:lnTo>
                <a:cubicBezTo>
                  <a:pt x="33594" y="693473"/>
                  <a:pt x="0" y="659879"/>
                  <a:pt x="0" y="618501"/>
                </a:cubicBezTo>
                <a:lnTo>
                  <a:pt x="0" y="74971"/>
                </a:lnTo>
                <a:cubicBezTo>
                  <a:pt x="0" y="33594"/>
                  <a:pt x="33594" y="0"/>
                  <a:pt x="74971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37" name="Shape 34"/>
          <p:cNvSpPr/>
          <p:nvPr/>
        </p:nvSpPr>
        <p:spPr>
          <a:xfrm>
            <a:off x="4556655" y="2181630"/>
            <a:ext cx="168683" cy="149940"/>
          </a:xfrm>
          <a:custGeom>
            <a:avLst/>
            <a:gdLst/>
            <a:ahLst/>
            <a:cxnLst/>
            <a:rect l="l" t="t" r="r" b="b"/>
            <a:pathLst>
              <a:path w="168683" h="149940">
                <a:moveTo>
                  <a:pt x="82760" y="22872"/>
                </a:moveTo>
                <a:cubicBezTo>
                  <a:pt x="85103" y="14877"/>
                  <a:pt x="92424" y="9371"/>
                  <a:pt x="100741" y="9371"/>
                </a:cubicBezTo>
                <a:lnTo>
                  <a:pt x="159311" y="9371"/>
                </a:lnTo>
                <a:cubicBezTo>
                  <a:pt x="164495" y="9371"/>
                  <a:pt x="168683" y="13559"/>
                  <a:pt x="168683" y="18743"/>
                </a:cubicBezTo>
                <a:cubicBezTo>
                  <a:pt x="168683" y="23926"/>
                  <a:pt x="164495" y="28114"/>
                  <a:pt x="159311" y="28114"/>
                </a:cubicBezTo>
                <a:lnTo>
                  <a:pt x="100741" y="28114"/>
                </a:lnTo>
                <a:lnTo>
                  <a:pt x="69904" y="133833"/>
                </a:lnTo>
                <a:cubicBezTo>
                  <a:pt x="68849" y="137435"/>
                  <a:pt x="65774" y="140042"/>
                  <a:pt x="62055" y="140510"/>
                </a:cubicBezTo>
                <a:cubicBezTo>
                  <a:pt x="58336" y="140979"/>
                  <a:pt x="54705" y="139163"/>
                  <a:pt x="52830" y="135942"/>
                </a:cubicBezTo>
                <a:lnTo>
                  <a:pt x="22725" y="84341"/>
                </a:lnTo>
                <a:lnTo>
                  <a:pt x="9371" y="84341"/>
                </a:lnTo>
                <a:cubicBezTo>
                  <a:pt x="4188" y="84341"/>
                  <a:pt x="0" y="80153"/>
                  <a:pt x="0" y="74970"/>
                </a:cubicBezTo>
                <a:cubicBezTo>
                  <a:pt x="0" y="69787"/>
                  <a:pt x="4188" y="65599"/>
                  <a:pt x="9371" y="65599"/>
                </a:cubicBezTo>
                <a:lnTo>
                  <a:pt x="22725" y="65599"/>
                </a:lnTo>
                <a:cubicBezTo>
                  <a:pt x="29402" y="65599"/>
                  <a:pt x="35552" y="69142"/>
                  <a:pt x="38920" y="74911"/>
                </a:cubicBezTo>
                <a:lnTo>
                  <a:pt x="58014" y="107652"/>
                </a:lnTo>
                <a:lnTo>
                  <a:pt x="82731" y="22872"/>
                </a:lnTo>
                <a:close/>
                <a:moveTo>
                  <a:pt x="115208" y="68352"/>
                </a:moveTo>
                <a:cubicBezTo>
                  <a:pt x="118868" y="64691"/>
                  <a:pt x="124813" y="64691"/>
                  <a:pt x="128474" y="68352"/>
                </a:cubicBezTo>
                <a:lnTo>
                  <a:pt x="140598" y="80476"/>
                </a:lnTo>
                <a:lnTo>
                  <a:pt x="152722" y="68352"/>
                </a:lnTo>
                <a:cubicBezTo>
                  <a:pt x="156383" y="64691"/>
                  <a:pt x="162328" y="64691"/>
                  <a:pt x="165988" y="68352"/>
                </a:cubicBezTo>
                <a:cubicBezTo>
                  <a:pt x="169649" y="72012"/>
                  <a:pt x="169649" y="77957"/>
                  <a:pt x="165988" y="81618"/>
                </a:cubicBezTo>
                <a:lnTo>
                  <a:pt x="153864" y="93742"/>
                </a:lnTo>
                <a:lnTo>
                  <a:pt x="165988" y="105866"/>
                </a:lnTo>
                <a:cubicBezTo>
                  <a:pt x="169649" y="109527"/>
                  <a:pt x="169649" y="115471"/>
                  <a:pt x="165988" y="119132"/>
                </a:cubicBezTo>
                <a:cubicBezTo>
                  <a:pt x="162328" y="122793"/>
                  <a:pt x="156383" y="122793"/>
                  <a:pt x="152722" y="119132"/>
                </a:cubicBezTo>
                <a:lnTo>
                  <a:pt x="140598" y="107008"/>
                </a:lnTo>
                <a:lnTo>
                  <a:pt x="128474" y="119132"/>
                </a:lnTo>
                <a:cubicBezTo>
                  <a:pt x="124813" y="122793"/>
                  <a:pt x="118868" y="122793"/>
                  <a:pt x="115208" y="119132"/>
                </a:cubicBezTo>
                <a:cubicBezTo>
                  <a:pt x="111547" y="115471"/>
                  <a:pt x="111547" y="109527"/>
                  <a:pt x="115208" y="105866"/>
                </a:cubicBezTo>
                <a:lnTo>
                  <a:pt x="127332" y="93742"/>
                </a:lnTo>
                <a:lnTo>
                  <a:pt x="115208" y="81618"/>
                </a:lnTo>
                <a:cubicBezTo>
                  <a:pt x="111547" y="77957"/>
                  <a:pt x="111547" y="72012"/>
                  <a:pt x="115208" y="68352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8" name="Text 35"/>
          <p:cNvSpPr/>
          <p:nvPr/>
        </p:nvSpPr>
        <p:spPr>
          <a:xfrm>
            <a:off x="4809678" y="2144145"/>
            <a:ext cx="93712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Математика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4547283" y="2406540"/>
            <a:ext cx="3176855" cy="206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1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Алгебра, геометрия, начала анализа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4434828" y="2837618"/>
            <a:ext cx="3326795" cy="693473"/>
          </a:xfrm>
          <a:custGeom>
            <a:avLst/>
            <a:gdLst/>
            <a:ahLst/>
            <a:cxnLst/>
            <a:rect l="l" t="t" r="r" b="b"/>
            <a:pathLst>
              <a:path w="3326795" h="693473">
                <a:moveTo>
                  <a:pt x="74971" y="0"/>
                </a:moveTo>
                <a:lnTo>
                  <a:pt x="3251823" y="0"/>
                </a:lnTo>
                <a:cubicBezTo>
                  <a:pt x="3293229" y="0"/>
                  <a:pt x="3326795" y="33566"/>
                  <a:pt x="3326795" y="74971"/>
                </a:cubicBezTo>
                <a:lnTo>
                  <a:pt x="3326795" y="618501"/>
                </a:lnTo>
                <a:cubicBezTo>
                  <a:pt x="3326795" y="659907"/>
                  <a:pt x="3293229" y="693473"/>
                  <a:pt x="3251823" y="693473"/>
                </a:cubicBezTo>
                <a:lnTo>
                  <a:pt x="74971" y="693473"/>
                </a:lnTo>
                <a:cubicBezTo>
                  <a:pt x="33594" y="693473"/>
                  <a:pt x="0" y="659879"/>
                  <a:pt x="0" y="618501"/>
                </a:cubicBezTo>
                <a:lnTo>
                  <a:pt x="0" y="74971"/>
                </a:lnTo>
                <a:cubicBezTo>
                  <a:pt x="0" y="33594"/>
                  <a:pt x="33594" y="0"/>
                  <a:pt x="74971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41" name="Shape 38"/>
          <p:cNvSpPr/>
          <p:nvPr/>
        </p:nvSpPr>
        <p:spPr>
          <a:xfrm>
            <a:off x="4575397" y="2987558"/>
            <a:ext cx="131198" cy="149940"/>
          </a:xfrm>
          <a:custGeom>
            <a:avLst/>
            <a:gdLst/>
            <a:ahLst/>
            <a:cxnLst/>
            <a:rect l="l" t="t" r="r" b="b"/>
            <a:pathLst>
              <a:path w="131198" h="149940">
                <a:moveTo>
                  <a:pt x="65599" y="116789"/>
                </a:moveTo>
                <a:cubicBezTo>
                  <a:pt x="62143" y="118283"/>
                  <a:pt x="58746" y="119630"/>
                  <a:pt x="55378" y="120743"/>
                </a:cubicBezTo>
                <a:cubicBezTo>
                  <a:pt x="60269" y="130641"/>
                  <a:pt x="64457" y="131198"/>
                  <a:pt x="65599" y="131198"/>
                </a:cubicBezTo>
                <a:cubicBezTo>
                  <a:pt x="66741" y="131198"/>
                  <a:pt x="70899" y="130641"/>
                  <a:pt x="75819" y="120743"/>
                </a:cubicBezTo>
                <a:cubicBezTo>
                  <a:pt x="72481" y="119601"/>
                  <a:pt x="69054" y="118283"/>
                  <a:pt x="65599" y="116789"/>
                </a:cubicBezTo>
                <a:close/>
                <a:moveTo>
                  <a:pt x="121241" y="74970"/>
                </a:moveTo>
                <a:cubicBezTo>
                  <a:pt x="130905" y="88207"/>
                  <a:pt x="134214" y="101590"/>
                  <a:pt x="128152" y="112455"/>
                </a:cubicBezTo>
                <a:cubicBezTo>
                  <a:pt x="122236" y="123086"/>
                  <a:pt x="109849" y="126893"/>
                  <a:pt x="94415" y="125106"/>
                </a:cubicBezTo>
                <a:cubicBezTo>
                  <a:pt x="87973" y="140364"/>
                  <a:pt x="78104" y="149940"/>
                  <a:pt x="65599" y="149940"/>
                </a:cubicBezTo>
                <a:cubicBezTo>
                  <a:pt x="53094" y="149940"/>
                  <a:pt x="43225" y="140364"/>
                  <a:pt x="36782" y="125106"/>
                </a:cubicBezTo>
                <a:cubicBezTo>
                  <a:pt x="21349" y="126893"/>
                  <a:pt x="8961" y="123086"/>
                  <a:pt x="3046" y="112455"/>
                </a:cubicBezTo>
                <a:cubicBezTo>
                  <a:pt x="-3016" y="101590"/>
                  <a:pt x="293" y="88207"/>
                  <a:pt x="9957" y="74970"/>
                </a:cubicBezTo>
                <a:cubicBezTo>
                  <a:pt x="293" y="61733"/>
                  <a:pt x="-3016" y="48350"/>
                  <a:pt x="3046" y="37485"/>
                </a:cubicBezTo>
                <a:cubicBezTo>
                  <a:pt x="8961" y="26854"/>
                  <a:pt x="21349" y="23047"/>
                  <a:pt x="36782" y="24834"/>
                </a:cubicBezTo>
                <a:cubicBezTo>
                  <a:pt x="43225" y="9576"/>
                  <a:pt x="53065" y="0"/>
                  <a:pt x="65599" y="0"/>
                </a:cubicBezTo>
                <a:cubicBezTo>
                  <a:pt x="78133" y="0"/>
                  <a:pt x="87973" y="9576"/>
                  <a:pt x="94415" y="24834"/>
                </a:cubicBezTo>
                <a:cubicBezTo>
                  <a:pt x="109849" y="23047"/>
                  <a:pt x="122236" y="26825"/>
                  <a:pt x="128152" y="37485"/>
                </a:cubicBezTo>
                <a:cubicBezTo>
                  <a:pt x="134214" y="48350"/>
                  <a:pt x="130905" y="61733"/>
                  <a:pt x="121241" y="74970"/>
                </a:cubicBezTo>
                <a:close/>
                <a:moveTo>
                  <a:pt x="101971" y="94708"/>
                </a:moveTo>
                <a:cubicBezTo>
                  <a:pt x="101473" y="98867"/>
                  <a:pt x="100829" y="102908"/>
                  <a:pt x="100009" y="106774"/>
                </a:cubicBezTo>
                <a:cubicBezTo>
                  <a:pt x="109322" y="107184"/>
                  <a:pt x="111313" y="104226"/>
                  <a:pt x="111781" y="103347"/>
                </a:cubicBezTo>
                <a:cubicBezTo>
                  <a:pt x="112455" y="102117"/>
                  <a:pt x="113831" y="98105"/>
                  <a:pt x="108297" y="89261"/>
                </a:cubicBezTo>
                <a:cubicBezTo>
                  <a:pt x="106305" y="91106"/>
                  <a:pt x="104197" y="92922"/>
                  <a:pt x="101971" y="94708"/>
                </a:cubicBezTo>
                <a:close/>
                <a:moveTo>
                  <a:pt x="100009" y="43196"/>
                </a:moveTo>
                <a:cubicBezTo>
                  <a:pt x="100829" y="47032"/>
                  <a:pt x="101473" y="51073"/>
                  <a:pt x="101971" y="55261"/>
                </a:cubicBezTo>
                <a:cubicBezTo>
                  <a:pt x="104197" y="57048"/>
                  <a:pt x="106305" y="58863"/>
                  <a:pt x="108297" y="60708"/>
                </a:cubicBezTo>
                <a:cubicBezTo>
                  <a:pt x="113831" y="51864"/>
                  <a:pt x="112455" y="47823"/>
                  <a:pt x="111781" y="46622"/>
                </a:cubicBezTo>
                <a:cubicBezTo>
                  <a:pt x="111313" y="45773"/>
                  <a:pt x="109322" y="42815"/>
                  <a:pt x="100009" y="43196"/>
                </a:cubicBezTo>
                <a:close/>
                <a:moveTo>
                  <a:pt x="75819" y="29197"/>
                </a:moveTo>
                <a:cubicBezTo>
                  <a:pt x="70899" y="19299"/>
                  <a:pt x="66741" y="18743"/>
                  <a:pt x="65599" y="18743"/>
                </a:cubicBezTo>
                <a:cubicBezTo>
                  <a:pt x="64457" y="18743"/>
                  <a:pt x="60298" y="19299"/>
                  <a:pt x="55378" y="29197"/>
                </a:cubicBezTo>
                <a:cubicBezTo>
                  <a:pt x="58717" y="30339"/>
                  <a:pt x="62143" y="31657"/>
                  <a:pt x="65599" y="33151"/>
                </a:cubicBezTo>
                <a:cubicBezTo>
                  <a:pt x="69054" y="31657"/>
                  <a:pt x="72451" y="30310"/>
                  <a:pt x="75819" y="29197"/>
                </a:cubicBezTo>
                <a:close/>
                <a:moveTo>
                  <a:pt x="29256" y="55232"/>
                </a:moveTo>
                <a:cubicBezTo>
                  <a:pt x="29754" y="51044"/>
                  <a:pt x="30398" y="47032"/>
                  <a:pt x="31218" y="43166"/>
                </a:cubicBezTo>
                <a:cubicBezTo>
                  <a:pt x="21905" y="42756"/>
                  <a:pt x="19914" y="45714"/>
                  <a:pt x="19445" y="46593"/>
                </a:cubicBezTo>
                <a:cubicBezTo>
                  <a:pt x="18772" y="47823"/>
                  <a:pt x="17395" y="51835"/>
                  <a:pt x="22930" y="60679"/>
                </a:cubicBezTo>
                <a:cubicBezTo>
                  <a:pt x="24922" y="58834"/>
                  <a:pt x="27030" y="57018"/>
                  <a:pt x="29256" y="55232"/>
                </a:cubicBezTo>
                <a:close/>
                <a:moveTo>
                  <a:pt x="22901" y="89261"/>
                </a:moveTo>
                <a:cubicBezTo>
                  <a:pt x="17366" y="98105"/>
                  <a:pt x="18743" y="102147"/>
                  <a:pt x="19416" y="103347"/>
                </a:cubicBezTo>
                <a:cubicBezTo>
                  <a:pt x="19885" y="104197"/>
                  <a:pt x="21876" y="107154"/>
                  <a:pt x="31189" y="106774"/>
                </a:cubicBezTo>
                <a:cubicBezTo>
                  <a:pt x="30369" y="102937"/>
                  <a:pt x="29724" y="98896"/>
                  <a:pt x="29227" y="94708"/>
                </a:cubicBezTo>
                <a:cubicBezTo>
                  <a:pt x="27001" y="92922"/>
                  <a:pt x="24892" y="91106"/>
                  <a:pt x="22901" y="89261"/>
                </a:cubicBezTo>
                <a:close/>
                <a:moveTo>
                  <a:pt x="89027" y="74970"/>
                </a:moveTo>
                <a:cubicBezTo>
                  <a:pt x="89027" y="62040"/>
                  <a:pt x="78529" y="51542"/>
                  <a:pt x="65599" y="51542"/>
                </a:cubicBezTo>
                <a:cubicBezTo>
                  <a:pt x="52668" y="51542"/>
                  <a:pt x="42171" y="62040"/>
                  <a:pt x="42171" y="74970"/>
                </a:cubicBezTo>
                <a:cubicBezTo>
                  <a:pt x="42171" y="87900"/>
                  <a:pt x="52668" y="98398"/>
                  <a:pt x="65599" y="98398"/>
                </a:cubicBezTo>
                <a:cubicBezTo>
                  <a:pt x="78529" y="98398"/>
                  <a:pt x="89027" y="87900"/>
                  <a:pt x="89027" y="74970"/>
                </a:cubicBezTo>
                <a:close/>
                <a:moveTo>
                  <a:pt x="65599" y="65599"/>
                </a:moveTo>
                <a:cubicBezTo>
                  <a:pt x="70771" y="65599"/>
                  <a:pt x="74970" y="69798"/>
                  <a:pt x="74970" y="74970"/>
                </a:cubicBezTo>
                <a:cubicBezTo>
                  <a:pt x="74970" y="80142"/>
                  <a:pt x="70771" y="84341"/>
                  <a:pt x="65599" y="84341"/>
                </a:cubicBezTo>
                <a:cubicBezTo>
                  <a:pt x="60427" y="84341"/>
                  <a:pt x="56228" y="80142"/>
                  <a:pt x="56228" y="74970"/>
                </a:cubicBezTo>
                <a:cubicBezTo>
                  <a:pt x="56228" y="69798"/>
                  <a:pt x="60427" y="65599"/>
                  <a:pt x="65599" y="65599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2" name="Text 39"/>
          <p:cNvSpPr/>
          <p:nvPr/>
        </p:nvSpPr>
        <p:spPr>
          <a:xfrm>
            <a:off x="4809678" y="2950073"/>
            <a:ext cx="609131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Физика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4547283" y="3212468"/>
            <a:ext cx="3176855" cy="206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1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Механика, электричество, оптика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4434828" y="3643546"/>
            <a:ext cx="3326795" cy="693473"/>
          </a:xfrm>
          <a:custGeom>
            <a:avLst/>
            <a:gdLst/>
            <a:ahLst/>
            <a:cxnLst/>
            <a:rect l="l" t="t" r="r" b="b"/>
            <a:pathLst>
              <a:path w="3326795" h="693473">
                <a:moveTo>
                  <a:pt x="74971" y="0"/>
                </a:moveTo>
                <a:lnTo>
                  <a:pt x="3251823" y="0"/>
                </a:lnTo>
                <a:cubicBezTo>
                  <a:pt x="3293229" y="0"/>
                  <a:pt x="3326795" y="33566"/>
                  <a:pt x="3326795" y="74971"/>
                </a:cubicBezTo>
                <a:lnTo>
                  <a:pt x="3326795" y="618501"/>
                </a:lnTo>
                <a:cubicBezTo>
                  <a:pt x="3326795" y="659907"/>
                  <a:pt x="3293229" y="693473"/>
                  <a:pt x="3251823" y="693473"/>
                </a:cubicBezTo>
                <a:lnTo>
                  <a:pt x="74971" y="693473"/>
                </a:lnTo>
                <a:cubicBezTo>
                  <a:pt x="33594" y="693473"/>
                  <a:pt x="0" y="659879"/>
                  <a:pt x="0" y="618501"/>
                </a:cubicBezTo>
                <a:lnTo>
                  <a:pt x="0" y="74971"/>
                </a:lnTo>
                <a:cubicBezTo>
                  <a:pt x="0" y="33594"/>
                  <a:pt x="33594" y="0"/>
                  <a:pt x="74971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45" name="Shape 42"/>
          <p:cNvSpPr/>
          <p:nvPr/>
        </p:nvSpPr>
        <p:spPr>
          <a:xfrm>
            <a:off x="4575397" y="3793486"/>
            <a:ext cx="131198" cy="149940"/>
          </a:xfrm>
          <a:custGeom>
            <a:avLst/>
            <a:gdLst/>
            <a:ahLst/>
            <a:cxnLst/>
            <a:rect l="l" t="t" r="r" b="b"/>
            <a:pathLst>
              <a:path w="131198" h="149940">
                <a:moveTo>
                  <a:pt x="84341" y="0"/>
                </a:moveTo>
                <a:lnTo>
                  <a:pt x="37485" y="0"/>
                </a:lnTo>
                <a:cubicBezTo>
                  <a:pt x="32302" y="0"/>
                  <a:pt x="28114" y="4188"/>
                  <a:pt x="28114" y="9371"/>
                </a:cubicBezTo>
                <a:cubicBezTo>
                  <a:pt x="28114" y="14555"/>
                  <a:pt x="32302" y="18743"/>
                  <a:pt x="37485" y="18743"/>
                </a:cubicBezTo>
                <a:lnTo>
                  <a:pt x="37485" y="63110"/>
                </a:lnTo>
                <a:lnTo>
                  <a:pt x="2196" y="124843"/>
                </a:lnTo>
                <a:cubicBezTo>
                  <a:pt x="761" y="127390"/>
                  <a:pt x="0" y="130231"/>
                  <a:pt x="0" y="133160"/>
                </a:cubicBezTo>
                <a:cubicBezTo>
                  <a:pt x="0" y="142443"/>
                  <a:pt x="7497" y="149940"/>
                  <a:pt x="16780" y="149940"/>
                </a:cubicBezTo>
                <a:lnTo>
                  <a:pt x="114417" y="149940"/>
                </a:lnTo>
                <a:cubicBezTo>
                  <a:pt x="123671" y="149940"/>
                  <a:pt x="131198" y="142443"/>
                  <a:pt x="131198" y="133160"/>
                </a:cubicBezTo>
                <a:cubicBezTo>
                  <a:pt x="131198" y="130231"/>
                  <a:pt x="130436" y="127361"/>
                  <a:pt x="129001" y="124843"/>
                </a:cubicBezTo>
                <a:lnTo>
                  <a:pt x="93713" y="63110"/>
                </a:lnTo>
                <a:lnTo>
                  <a:pt x="93713" y="18743"/>
                </a:lnTo>
                <a:cubicBezTo>
                  <a:pt x="98896" y="18743"/>
                  <a:pt x="103084" y="14555"/>
                  <a:pt x="103084" y="9371"/>
                </a:cubicBezTo>
                <a:cubicBezTo>
                  <a:pt x="103084" y="4188"/>
                  <a:pt x="98896" y="0"/>
                  <a:pt x="93713" y="0"/>
                </a:cubicBezTo>
                <a:lnTo>
                  <a:pt x="84341" y="0"/>
                </a:lnTo>
                <a:close/>
                <a:moveTo>
                  <a:pt x="56228" y="63110"/>
                </a:moveTo>
                <a:lnTo>
                  <a:pt x="56228" y="18743"/>
                </a:lnTo>
                <a:lnTo>
                  <a:pt x="74970" y="18743"/>
                </a:lnTo>
                <a:lnTo>
                  <a:pt x="74970" y="63110"/>
                </a:lnTo>
                <a:cubicBezTo>
                  <a:pt x="74970" y="66360"/>
                  <a:pt x="75819" y="69582"/>
                  <a:pt x="77430" y="72422"/>
                </a:cubicBezTo>
                <a:lnTo>
                  <a:pt x="89613" y="93713"/>
                </a:lnTo>
                <a:lnTo>
                  <a:pt x="41585" y="93713"/>
                </a:lnTo>
                <a:lnTo>
                  <a:pt x="53768" y="72422"/>
                </a:lnTo>
                <a:cubicBezTo>
                  <a:pt x="55378" y="69582"/>
                  <a:pt x="56228" y="66389"/>
                  <a:pt x="56228" y="6311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6" name="Text 43"/>
          <p:cNvSpPr/>
          <p:nvPr/>
        </p:nvSpPr>
        <p:spPr>
          <a:xfrm>
            <a:off x="4809678" y="3756001"/>
            <a:ext cx="52479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Химия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4547283" y="4018396"/>
            <a:ext cx="3176855" cy="206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1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Органическая и неорганическая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4434828" y="4449474"/>
            <a:ext cx="3326795" cy="693473"/>
          </a:xfrm>
          <a:custGeom>
            <a:avLst/>
            <a:gdLst/>
            <a:ahLst/>
            <a:cxnLst/>
            <a:rect l="l" t="t" r="r" b="b"/>
            <a:pathLst>
              <a:path w="3326795" h="693473">
                <a:moveTo>
                  <a:pt x="74971" y="0"/>
                </a:moveTo>
                <a:lnTo>
                  <a:pt x="3251823" y="0"/>
                </a:lnTo>
                <a:cubicBezTo>
                  <a:pt x="3293229" y="0"/>
                  <a:pt x="3326795" y="33566"/>
                  <a:pt x="3326795" y="74971"/>
                </a:cubicBezTo>
                <a:lnTo>
                  <a:pt x="3326795" y="618501"/>
                </a:lnTo>
                <a:cubicBezTo>
                  <a:pt x="3326795" y="659907"/>
                  <a:pt x="3293229" y="693473"/>
                  <a:pt x="3251823" y="693473"/>
                </a:cubicBezTo>
                <a:lnTo>
                  <a:pt x="74971" y="693473"/>
                </a:lnTo>
                <a:cubicBezTo>
                  <a:pt x="33594" y="693473"/>
                  <a:pt x="0" y="659879"/>
                  <a:pt x="0" y="618501"/>
                </a:cubicBezTo>
                <a:lnTo>
                  <a:pt x="0" y="74971"/>
                </a:lnTo>
                <a:cubicBezTo>
                  <a:pt x="0" y="33594"/>
                  <a:pt x="33594" y="0"/>
                  <a:pt x="74971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49" name="Shape 46"/>
          <p:cNvSpPr/>
          <p:nvPr/>
        </p:nvSpPr>
        <p:spPr>
          <a:xfrm>
            <a:off x="4584769" y="4599414"/>
            <a:ext cx="112455" cy="149940"/>
          </a:xfrm>
          <a:custGeom>
            <a:avLst/>
            <a:gdLst/>
            <a:ahLst/>
            <a:cxnLst/>
            <a:rect l="l" t="t" r="r" b="b"/>
            <a:pathLst>
              <a:path w="112455" h="149940">
                <a:moveTo>
                  <a:pt x="18743" y="0"/>
                </a:moveTo>
                <a:cubicBezTo>
                  <a:pt x="8405" y="0"/>
                  <a:pt x="0" y="8405"/>
                  <a:pt x="0" y="18743"/>
                </a:cubicBezTo>
                <a:lnTo>
                  <a:pt x="0" y="131198"/>
                </a:lnTo>
                <a:cubicBezTo>
                  <a:pt x="0" y="141535"/>
                  <a:pt x="8405" y="149940"/>
                  <a:pt x="18743" y="149940"/>
                </a:cubicBezTo>
                <a:lnTo>
                  <a:pt x="93713" y="149940"/>
                </a:lnTo>
                <a:cubicBezTo>
                  <a:pt x="104050" y="149940"/>
                  <a:pt x="112455" y="141535"/>
                  <a:pt x="112455" y="131198"/>
                </a:cubicBezTo>
                <a:lnTo>
                  <a:pt x="112455" y="18743"/>
                </a:lnTo>
                <a:cubicBezTo>
                  <a:pt x="112455" y="8405"/>
                  <a:pt x="104050" y="0"/>
                  <a:pt x="93713" y="0"/>
                </a:cubicBezTo>
                <a:lnTo>
                  <a:pt x="18743" y="0"/>
                </a:lnTo>
                <a:close/>
                <a:moveTo>
                  <a:pt x="28114" y="18743"/>
                </a:moveTo>
                <a:lnTo>
                  <a:pt x="84341" y="18743"/>
                </a:lnTo>
                <a:cubicBezTo>
                  <a:pt x="89525" y="18743"/>
                  <a:pt x="93713" y="22930"/>
                  <a:pt x="93713" y="28114"/>
                </a:cubicBezTo>
                <a:lnTo>
                  <a:pt x="93713" y="37485"/>
                </a:lnTo>
                <a:cubicBezTo>
                  <a:pt x="93713" y="42668"/>
                  <a:pt x="89525" y="46856"/>
                  <a:pt x="84341" y="46856"/>
                </a:cubicBezTo>
                <a:lnTo>
                  <a:pt x="28114" y="46856"/>
                </a:lnTo>
                <a:cubicBezTo>
                  <a:pt x="22930" y="46856"/>
                  <a:pt x="18743" y="42668"/>
                  <a:pt x="18743" y="37485"/>
                </a:cubicBezTo>
                <a:lnTo>
                  <a:pt x="18743" y="28114"/>
                </a:lnTo>
                <a:cubicBezTo>
                  <a:pt x="18743" y="22930"/>
                  <a:pt x="22930" y="18743"/>
                  <a:pt x="28114" y="18743"/>
                </a:cubicBezTo>
                <a:close/>
                <a:moveTo>
                  <a:pt x="32799" y="67942"/>
                </a:moveTo>
                <a:cubicBezTo>
                  <a:pt x="32799" y="71821"/>
                  <a:pt x="29650" y="74970"/>
                  <a:pt x="25771" y="74970"/>
                </a:cubicBezTo>
                <a:cubicBezTo>
                  <a:pt x="21892" y="74970"/>
                  <a:pt x="18743" y="71821"/>
                  <a:pt x="18743" y="67942"/>
                </a:cubicBezTo>
                <a:cubicBezTo>
                  <a:pt x="18743" y="64062"/>
                  <a:pt x="21892" y="60913"/>
                  <a:pt x="25771" y="60913"/>
                </a:cubicBezTo>
                <a:cubicBezTo>
                  <a:pt x="29650" y="60913"/>
                  <a:pt x="32799" y="64062"/>
                  <a:pt x="32799" y="67942"/>
                </a:cubicBezTo>
                <a:close/>
                <a:moveTo>
                  <a:pt x="56228" y="74970"/>
                </a:moveTo>
                <a:cubicBezTo>
                  <a:pt x="52348" y="74970"/>
                  <a:pt x="49199" y="71821"/>
                  <a:pt x="49199" y="67942"/>
                </a:cubicBezTo>
                <a:cubicBezTo>
                  <a:pt x="49199" y="64062"/>
                  <a:pt x="52348" y="60913"/>
                  <a:pt x="56228" y="60913"/>
                </a:cubicBezTo>
                <a:cubicBezTo>
                  <a:pt x="60107" y="60913"/>
                  <a:pt x="63256" y="64062"/>
                  <a:pt x="63256" y="67942"/>
                </a:cubicBezTo>
                <a:cubicBezTo>
                  <a:pt x="63256" y="71821"/>
                  <a:pt x="60107" y="74970"/>
                  <a:pt x="56228" y="74970"/>
                </a:cubicBezTo>
                <a:close/>
                <a:moveTo>
                  <a:pt x="93713" y="67942"/>
                </a:moveTo>
                <a:cubicBezTo>
                  <a:pt x="93713" y="71821"/>
                  <a:pt x="90563" y="74970"/>
                  <a:pt x="86684" y="74970"/>
                </a:cubicBezTo>
                <a:cubicBezTo>
                  <a:pt x="82805" y="74970"/>
                  <a:pt x="79656" y="71821"/>
                  <a:pt x="79656" y="67942"/>
                </a:cubicBezTo>
                <a:cubicBezTo>
                  <a:pt x="79656" y="64062"/>
                  <a:pt x="82805" y="60913"/>
                  <a:pt x="86684" y="60913"/>
                </a:cubicBezTo>
                <a:cubicBezTo>
                  <a:pt x="90563" y="60913"/>
                  <a:pt x="93713" y="64062"/>
                  <a:pt x="93713" y="67942"/>
                </a:cubicBezTo>
                <a:close/>
                <a:moveTo>
                  <a:pt x="25771" y="103084"/>
                </a:moveTo>
                <a:cubicBezTo>
                  <a:pt x="21892" y="103084"/>
                  <a:pt x="18743" y="99934"/>
                  <a:pt x="18743" y="96055"/>
                </a:cubicBezTo>
                <a:cubicBezTo>
                  <a:pt x="18743" y="92176"/>
                  <a:pt x="21892" y="89027"/>
                  <a:pt x="25771" y="89027"/>
                </a:cubicBezTo>
                <a:cubicBezTo>
                  <a:pt x="29650" y="89027"/>
                  <a:pt x="32799" y="92176"/>
                  <a:pt x="32799" y="96055"/>
                </a:cubicBezTo>
                <a:cubicBezTo>
                  <a:pt x="32799" y="99934"/>
                  <a:pt x="29650" y="103084"/>
                  <a:pt x="25771" y="103084"/>
                </a:cubicBezTo>
                <a:close/>
                <a:moveTo>
                  <a:pt x="63256" y="96055"/>
                </a:moveTo>
                <a:cubicBezTo>
                  <a:pt x="63256" y="99934"/>
                  <a:pt x="60107" y="103084"/>
                  <a:pt x="56228" y="103084"/>
                </a:cubicBezTo>
                <a:cubicBezTo>
                  <a:pt x="52348" y="103084"/>
                  <a:pt x="49199" y="99934"/>
                  <a:pt x="49199" y="96055"/>
                </a:cubicBezTo>
                <a:cubicBezTo>
                  <a:pt x="49199" y="92176"/>
                  <a:pt x="52348" y="89027"/>
                  <a:pt x="56228" y="89027"/>
                </a:cubicBezTo>
                <a:cubicBezTo>
                  <a:pt x="60107" y="89027"/>
                  <a:pt x="63256" y="92176"/>
                  <a:pt x="63256" y="96055"/>
                </a:cubicBezTo>
                <a:close/>
                <a:moveTo>
                  <a:pt x="86684" y="103084"/>
                </a:moveTo>
                <a:cubicBezTo>
                  <a:pt x="82805" y="103084"/>
                  <a:pt x="79656" y="99934"/>
                  <a:pt x="79656" y="96055"/>
                </a:cubicBezTo>
                <a:cubicBezTo>
                  <a:pt x="79656" y="92176"/>
                  <a:pt x="82805" y="89027"/>
                  <a:pt x="86684" y="89027"/>
                </a:cubicBezTo>
                <a:cubicBezTo>
                  <a:pt x="90563" y="89027"/>
                  <a:pt x="93713" y="92176"/>
                  <a:pt x="93713" y="96055"/>
                </a:cubicBezTo>
                <a:cubicBezTo>
                  <a:pt x="93713" y="99934"/>
                  <a:pt x="90563" y="103084"/>
                  <a:pt x="86684" y="103084"/>
                </a:cubicBezTo>
                <a:close/>
                <a:moveTo>
                  <a:pt x="18743" y="124169"/>
                </a:moveTo>
                <a:cubicBezTo>
                  <a:pt x="18743" y="120274"/>
                  <a:pt x="21876" y="117141"/>
                  <a:pt x="25771" y="117141"/>
                </a:cubicBezTo>
                <a:lnTo>
                  <a:pt x="58570" y="117141"/>
                </a:lnTo>
                <a:cubicBezTo>
                  <a:pt x="62465" y="117141"/>
                  <a:pt x="65599" y="120274"/>
                  <a:pt x="65599" y="124169"/>
                </a:cubicBezTo>
                <a:cubicBezTo>
                  <a:pt x="65599" y="128064"/>
                  <a:pt x="62465" y="131198"/>
                  <a:pt x="58570" y="131198"/>
                </a:cubicBezTo>
                <a:lnTo>
                  <a:pt x="25771" y="131198"/>
                </a:lnTo>
                <a:cubicBezTo>
                  <a:pt x="21876" y="131198"/>
                  <a:pt x="18743" y="128064"/>
                  <a:pt x="18743" y="124169"/>
                </a:cubicBezTo>
                <a:close/>
                <a:moveTo>
                  <a:pt x="86684" y="117141"/>
                </a:moveTo>
                <a:cubicBezTo>
                  <a:pt x="90579" y="117141"/>
                  <a:pt x="93713" y="120274"/>
                  <a:pt x="93713" y="124169"/>
                </a:cubicBezTo>
                <a:cubicBezTo>
                  <a:pt x="93713" y="128064"/>
                  <a:pt x="90579" y="131198"/>
                  <a:pt x="86684" y="131198"/>
                </a:cubicBezTo>
                <a:cubicBezTo>
                  <a:pt x="82789" y="131198"/>
                  <a:pt x="79656" y="128064"/>
                  <a:pt x="79656" y="124169"/>
                </a:cubicBezTo>
                <a:cubicBezTo>
                  <a:pt x="79656" y="120274"/>
                  <a:pt x="82789" y="117141"/>
                  <a:pt x="86684" y="117141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0" name="Text 47"/>
          <p:cNvSpPr/>
          <p:nvPr/>
        </p:nvSpPr>
        <p:spPr>
          <a:xfrm>
            <a:off x="4809678" y="4561929"/>
            <a:ext cx="2445897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Математическое моделирование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4547283" y="4824324"/>
            <a:ext cx="3176855" cy="206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1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Решение прикладных задач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8108711" y="1240754"/>
            <a:ext cx="3709142" cy="4899291"/>
          </a:xfrm>
          <a:custGeom>
            <a:avLst/>
            <a:gdLst/>
            <a:ahLst/>
            <a:cxnLst/>
            <a:rect l="l" t="t" r="r" b="b"/>
            <a:pathLst>
              <a:path w="3709142" h="4899291">
                <a:moveTo>
                  <a:pt x="112461" y="0"/>
                </a:moveTo>
                <a:lnTo>
                  <a:pt x="3596681" y="0"/>
                </a:lnTo>
                <a:cubicBezTo>
                  <a:pt x="3658791" y="0"/>
                  <a:pt x="3709142" y="50351"/>
                  <a:pt x="3709142" y="112461"/>
                </a:cubicBezTo>
                <a:lnTo>
                  <a:pt x="3709142" y="4786830"/>
                </a:lnTo>
                <a:cubicBezTo>
                  <a:pt x="3709142" y="4848940"/>
                  <a:pt x="3658791" y="4899291"/>
                  <a:pt x="3596681" y="4899291"/>
                </a:cubicBezTo>
                <a:lnTo>
                  <a:pt x="112461" y="4899291"/>
                </a:lnTo>
                <a:cubicBezTo>
                  <a:pt x="50351" y="4899291"/>
                  <a:pt x="0" y="4848940"/>
                  <a:pt x="0" y="4786830"/>
                </a:cubicBezTo>
                <a:lnTo>
                  <a:pt x="0" y="112461"/>
                </a:lnTo>
                <a:cubicBezTo>
                  <a:pt x="0" y="50392"/>
                  <a:pt x="50392" y="0"/>
                  <a:pt x="112461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299884" y="1431930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224910" y="0"/>
                </a:moveTo>
                <a:lnTo>
                  <a:pt x="224910" y="0"/>
                </a:lnTo>
                <a:cubicBezTo>
                  <a:pt x="349124" y="0"/>
                  <a:pt x="449820" y="100696"/>
                  <a:pt x="449820" y="224910"/>
                </a:cubicBezTo>
                <a:lnTo>
                  <a:pt x="449820" y="224910"/>
                </a:lnTo>
                <a:cubicBezTo>
                  <a:pt x="449820" y="349124"/>
                  <a:pt x="349124" y="449820"/>
                  <a:pt x="224910" y="449820"/>
                </a:cubicBezTo>
                <a:lnTo>
                  <a:pt x="224910" y="449820"/>
                </a:lnTo>
                <a:cubicBezTo>
                  <a:pt x="100696" y="449820"/>
                  <a:pt x="0" y="349124"/>
                  <a:pt x="0" y="224910"/>
                </a:cubicBezTo>
                <a:lnTo>
                  <a:pt x="0" y="224910"/>
                </a:lnTo>
                <a:cubicBezTo>
                  <a:pt x="0" y="100696"/>
                  <a:pt x="100696" y="0"/>
                  <a:pt x="22491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4" name="Shape 51"/>
          <p:cNvSpPr/>
          <p:nvPr/>
        </p:nvSpPr>
        <p:spPr>
          <a:xfrm>
            <a:off x="8407654" y="1563128"/>
            <a:ext cx="234281" cy="187425"/>
          </a:xfrm>
          <a:custGeom>
            <a:avLst/>
            <a:gdLst/>
            <a:ahLst/>
            <a:cxnLst/>
            <a:rect l="l" t="t" r="r" b="b"/>
            <a:pathLst>
              <a:path w="234281" h="187425">
                <a:moveTo>
                  <a:pt x="117141" y="5857"/>
                </a:moveTo>
                <a:cubicBezTo>
                  <a:pt x="138152" y="5857"/>
                  <a:pt x="155211" y="22916"/>
                  <a:pt x="155211" y="43928"/>
                </a:cubicBezTo>
                <a:cubicBezTo>
                  <a:pt x="155211" y="64940"/>
                  <a:pt x="138152" y="81998"/>
                  <a:pt x="117141" y="81998"/>
                </a:cubicBezTo>
                <a:cubicBezTo>
                  <a:pt x="96129" y="81998"/>
                  <a:pt x="79070" y="64940"/>
                  <a:pt x="79070" y="43928"/>
                </a:cubicBezTo>
                <a:cubicBezTo>
                  <a:pt x="79070" y="22916"/>
                  <a:pt x="96129" y="5857"/>
                  <a:pt x="117141" y="5857"/>
                </a:cubicBezTo>
                <a:close/>
                <a:moveTo>
                  <a:pt x="35142" y="32214"/>
                </a:moveTo>
                <a:cubicBezTo>
                  <a:pt x="49689" y="32214"/>
                  <a:pt x="61499" y="44024"/>
                  <a:pt x="61499" y="58570"/>
                </a:cubicBezTo>
                <a:cubicBezTo>
                  <a:pt x="61499" y="73117"/>
                  <a:pt x="49689" y="84927"/>
                  <a:pt x="35142" y="84927"/>
                </a:cubicBezTo>
                <a:cubicBezTo>
                  <a:pt x="20596" y="84927"/>
                  <a:pt x="8786" y="73117"/>
                  <a:pt x="8786" y="58570"/>
                </a:cubicBezTo>
                <a:cubicBezTo>
                  <a:pt x="8786" y="44024"/>
                  <a:pt x="20596" y="32214"/>
                  <a:pt x="35142" y="32214"/>
                </a:cubicBezTo>
                <a:close/>
                <a:moveTo>
                  <a:pt x="0" y="152283"/>
                </a:moveTo>
                <a:cubicBezTo>
                  <a:pt x="0" y="126402"/>
                  <a:pt x="20975" y="105427"/>
                  <a:pt x="46856" y="105427"/>
                </a:cubicBezTo>
                <a:cubicBezTo>
                  <a:pt x="51542" y="105427"/>
                  <a:pt x="56081" y="106122"/>
                  <a:pt x="60364" y="107403"/>
                </a:cubicBezTo>
                <a:cubicBezTo>
                  <a:pt x="48321" y="120875"/>
                  <a:pt x="40999" y="138665"/>
                  <a:pt x="40999" y="158140"/>
                </a:cubicBezTo>
                <a:lnTo>
                  <a:pt x="40999" y="163997"/>
                </a:lnTo>
                <a:cubicBezTo>
                  <a:pt x="40999" y="168170"/>
                  <a:pt x="41878" y="172124"/>
                  <a:pt x="43452" y="175711"/>
                </a:cubicBezTo>
                <a:lnTo>
                  <a:pt x="11714" y="175711"/>
                </a:lnTo>
                <a:cubicBezTo>
                  <a:pt x="5235" y="175711"/>
                  <a:pt x="0" y="170476"/>
                  <a:pt x="0" y="163997"/>
                </a:cubicBezTo>
                <a:lnTo>
                  <a:pt x="0" y="152283"/>
                </a:lnTo>
                <a:close/>
                <a:moveTo>
                  <a:pt x="190829" y="175711"/>
                </a:moveTo>
                <a:cubicBezTo>
                  <a:pt x="192404" y="172124"/>
                  <a:pt x="193282" y="168170"/>
                  <a:pt x="193282" y="163997"/>
                </a:cubicBezTo>
                <a:lnTo>
                  <a:pt x="193282" y="158140"/>
                </a:lnTo>
                <a:cubicBezTo>
                  <a:pt x="193282" y="138665"/>
                  <a:pt x="185961" y="120875"/>
                  <a:pt x="173917" y="107403"/>
                </a:cubicBezTo>
                <a:cubicBezTo>
                  <a:pt x="178200" y="106122"/>
                  <a:pt x="182739" y="105427"/>
                  <a:pt x="187425" y="105427"/>
                </a:cubicBezTo>
                <a:cubicBezTo>
                  <a:pt x="213306" y="105427"/>
                  <a:pt x="234281" y="126402"/>
                  <a:pt x="234281" y="152283"/>
                </a:cubicBezTo>
                <a:lnTo>
                  <a:pt x="234281" y="163997"/>
                </a:lnTo>
                <a:cubicBezTo>
                  <a:pt x="234281" y="170476"/>
                  <a:pt x="229047" y="175711"/>
                  <a:pt x="222567" y="175711"/>
                </a:cubicBezTo>
                <a:lnTo>
                  <a:pt x="190829" y="175711"/>
                </a:lnTo>
                <a:close/>
                <a:moveTo>
                  <a:pt x="172782" y="58570"/>
                </a:moveTo>
                <a:cubicBezTo>
                  <a:pt x="172782" y="44024"/>
                  <a:pt x="184592" y="32214"/>
                  <a:pt x="199139" y="32214"/>
                </a:cubicBezTo>
                <a:cubicBezTo>
                  <a:pt x="213686" y="32214"/>
                  <a:pt x="225496" y="44024"/>
                  <a:pt x="225496" y="58570"/>
                </a:cubicBezTo>
                <a:cubicBezTo>
                  <a:pt x="225496" y="73117"/>
                  <a:pt x="213686" y="84927"/>
                  <a:pt x="199139" y="84927"/>
                </a:cubicBezTo>
                <a:cubicBezTo>
                  <a:pt x="184592" y="84927"/>
                  <a:pt x="172782" y="73117"/>
                  <a:pt x="172782" y="58570"/>
                </a:cubicBezTo>
                <a:close/>
                <a:moveTo>
                  <a:pt x="58570" y="158140"/>
                </a:moveTo>
                <a:cubicBezTo>
                  <a:pt x="58570" y="125780"/>
                  <a:pt x="84781" y="99570"/>
                  <a:pt x="117141" y="99570"/>
                </a:cubicBezTo>
                <a:cubicBezTo>
                  <a:pt x="149501" y="99570"/>
                  <a:pt x="175711" y="125780"/>
                  <a:pt x="175711" y="158140"/>
                </a:cubicBezTo>
                <a:lnTo>
                  <a:pt x="175711" y="163997"/>
                </a:lnTo>
                <a:cubicBezTo>
                  <a:pt x="175711" y="170476"/>
                  <a:pt x="170476" y="175711"/>
                  <a:pt x="163997" y="175711"/>
                </a:cubicBezTo>
                <a:lnTo>
                  <a:pt x="70284" y="175711"/>
                </a:lnTo>
                <a:cubicBezTo>
                  <a:pt x="63805" y="175711"/>
                  <a:pt x="58570" y="170476"/>
                  <a:pt x="58570" y="163997"/>
                </a:cubicBezTo>
                <a:lnTo>
                  <a:pt x="58570" y="158140"/>
                </a:ln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55" name="Text 52"/>
          <p:cNvSpPr/>
          <p:nvPr/>
        </p:nvSpPr>
        <p:spPr>
          <a:xfrm>
            <a:off x="8862159" y="1525643"/>
            <a:ext cx="918383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Soft Skills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8299884" y="2031690"/>
            <a:ext cx="3326795" cy="693473"/>
          </a:xfrm>
          <a:custGeom>
            <a:avLst/>
            <a:gdLst/>
            <a:ahLst/>
            <a:cxnLst/>
            <a:rect l="l" t="t" r="r" b="b"/>
            <a:pathLst>
              <a:path w="3326795" h="693473">
                <a:moveTo>
                  <a:pt x="74971" y="0"/>
                </a:moveTo>
                <a:lnTo>
                  <a:pt x="3251823" y="0"/>
                </a:lnTo>
                <a:cubicBezTo>
                  <a:pt x="3293229" y="0"/>
                  <a:pt x="3326795" y="33566"/>
                  <a:pt x="3326795" y="74971"/>
                </a:cubicBezTo>
                <a:lnTo>
                  <a:pt x="3326795" y="618501"/>
                </a:lnTo>
                <a:cubicBezTo>
                  <a:pt x="3326795" y="659907"/>
                  <a:pt x="3293229" y="693473"/>
                  <a:pt x="3251823" y="693473"/>
                </a:cubicBezTo>
                <a:lnTo>
                  <a:pt x="74971" y="693473"/>
                </a:lnTo>
                <a:cubicBezTo>
                  <a:pt x="33594" y="693473"/>
                  <a:pt x="0" y="659879"/>
                  <a:pt x="0" y="618501"/>
                </a:cubicBezTo>
                <a:lnTo>
                  <a:pt x="0" y="74971"/>
                </a:lnTo>
                <a:cubicBezTo>
                  <a:pt x="0" y="33594"/>
                  <a:pt x="33594" y="0"/>
                  <a:pt x="74971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57" name="Shape 54"/>
          <p:cNvSpPr/>
          <p:nvPr/>
        </p:nvSpPr>
        <p:spPr>
          <a:xfrm>
            <a:off x="8421711" y="2181630"/>
            <a:ext cx="168683" cy="149940"/>
          </a:xfrm>
          <a:custGeom>
            <a:avLst/>
            <a:gdLst/>
            <a:ahLst/>
            <a:cxnLst/>
            <a:rect l="l" t="t" r="r" b="b"/>
            <a:pathLst>
              <a:path w="168683" h="149940">
                <a:moveTo>
                  <a:pt x="112455" y="42171"/>
                </a:moveTo>
                <a:cubicBezTo>
                  <a:pt x="112455" y="70636"/>
                  <a:pt x="87270" y="93713"/>
                  <a:pt x="56228" y="93713"/>
                </a:cubicBezTo>
                <a:cubicBezTo>
                  <a:pt x="48408" y="93713"/>
                  <a:pt x="40970" y="92248"/>
                  <a:pt x="34205" y="89613"/>
                </a:cubicBezTo>
                <a:lnTo>
                  <a:pt x="10308" y="102264"/>
                </a:lnTo>
                <a:cubicBezTo>
                  <a:pt x="7585" y="103699"/>
                  <a:pt x="4246" y="103201"/>
                  <a:pt x="2050" y="101034"/>
                </a:cubicBezTo>
                <a:cubicBezTo>
                  <a:pt x="-146" y="98867"/>
                  <a:pt x="-644" y="95499"/>
                  <a:pt x="820" y="92775"/>
                </a:cubicBezTo>
                <a:lnTo>
                  <a:pt x="11246" y="73096"/>
                </a:lnTo>
                <a:cubicBezTo>
                  <a:pt x="4188" y="64486"/>
                  <a:pt x="0" y="53768"/>
                  <a:pt x="0" y="42171"/>
                </a:cubicBezTo>
                <a:cubicBezTo>
                  <a:pt x="0" y="13705"/>
                  <a:pt x="25185" y="-9371"/>
                  <a:pt x="56228" y="-9371"/>
                </a:cubicBezTo>
                <a:cubicBezTo>
                  <a:pt x="87270" y="-9371"/>
                  <a:pt x="112455" y="13705"/>
                  <a:pt x="112455" y="42171"/>
                </a:cubicBezTo>
                <a:close/>
                <a:moveTo>
                  <a:pt x="112455" y="149940"/>
                </a:moveTo>
                <a:cubicBezTo>
                  <a:pt x="84898" y="149940"/>
                  <a:pt x="61967" y="131754"/>
                  <a:pt x="57165" y="107769"/>
                </a:cubicBezTo>
                <a:cubicBezTo>
                  <a:pt x="92307" y="107330"/>
                  <a:pt x="122851" y="82321"/>
                  <a:pt x="126219" y="48408"/>
                </a:cubicBezTo>
                <a:cubicBezTo>
                  <a:pt x="150614" y="54031"/>
                  <a:pt x="168683" y="74267"/>
                  <a:pt x="168683" y="98398"/>
                </a:cubicBezTo>
                <a:cubicBezTo>
                  <a:pt x="168683" y="109995"/>
                  <a:pt x="164495" y="120713"/>
                  <a:pt x="157437" y="129323"/>
                </a:cubicBezTo>
                <a:lnTo>
                  <a:pt x="167863" y="149003"/>
                </a:lnTo>
                <a:cubicBezTo>
                  <a:pt x="169298" y="151726"/>
                  <a:pt x="168800" y="155065"/>
                  <a:pt x="166633" y="157261"/>
                </a:cubicBezTo>
                <a:cubicBezTo>
                  <a:pt x="164465" y="159458"/>
                  <a:pt x="161098" y="159956"/>
                  <a:pt x="158374" y="158491"/>
                </a:cubicBezTo>
                <a:lnTo>
                  <a:pt x="134477" y="145840"/>
                </a:lnTo>
                <a:cubicBezTo>
                  <a:pt x="127713" y="148476"/>
                  <a:pt x="120274" y="149940"/>
                  <a:pt x="112455" y="14994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58" name="Text 55"/>
          <p:cNvSpPr/>
          <p:nvPr/>
        </p:nvSpPr>
        <p:spPr>
          <a:xfrm>
            <a:off x="8674734" y="2144145"/>
            <a:ext cx="112455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Коммуникация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8412339" y="2406540"/>
            <a:ext cx="3176855" cy="206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1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Умение чётко излагать мысли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8299884" y="2837618"/>
            <a:ext cx="3326795" cy="693473"/>
          </a:xfrm>
          <a:custGeom>
            <a:avLst/>
            <a:gdLst/>
            <a:ahLst/>
            <a:cxnLst/>
            <a:rect l="l" t="t" r="r" b="b"/>
            <a:pathLst>
              <a:path w="3326795" h="693473">
                <a:moveTo>
                  <a:pt x="74971" y="0"/>
                </a:moveTo>
                <a:lnTo>
                  <a:pt x="3251823" y="0"/>
                </a:lnTo>
                <a:cubicBezTo>
                  <a:pt x="3293229" y="0"/>
                  <a:pt x="3326795" y="33566"/>
                  <a:pt x="3326795" y="74971"/>
                </a:cubicBezTo>
                <a:lnTo>
                  <a:pt x="3326795" y="618501"/>
                </a:lnTo>
                <a:cubicBezTo>
                  <a:pt x="3326795" y="659907"/>
                  <a:pt x="3293229" y="693473"/>
                  <a:pt x="3251823" y="693473"/>
                </a:cubicBezTo>
                <a:lnTo>
                  <a:pt x="74971" y="693473"/>
                </a:lnTo>
                <a:cubicBezTo>
                  <a:pt x="33594" y="693473"/>
                  <a:pt x="0" y="659879"/>
                  <a:pt x="0" y="618501"/>
                </a:cubicBezTo>
                <a:lnTo>
                  <a:pt x="0" y="74971"/>
                </a:lnTo>
                <a:cubicBezTo>
                  <a:pt x="0" y="33594"/>
                  <a:pt x="33594" y="0"/>
                  <a:pt x="74971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61" name="Shape 58"/>
          <p:cNvSpPr/>
          <p:nvPr/>
        </p:nvSpPr>
        <p:spPr>
          <a:xfrm>
            <a:off x="8431082" y="2987558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19299" y="66917"/>
                </a:moveTo>
                <a:cubicBezTo>
                  <a:pt x="23194" y="39681"/>
                  <a:pt x="46651" y="18743"/>
                  <a:pt x="74970" y="18743"/>
                </a:cubicBezTo>
                <a:cubicBezTo>
                  <a:pt x="90491" y="18743"/>
                  <a:pt x="104548" y="25039"/>
                  <a:pt x="114739" y="35201"/>
                </a:cubicBezTo>
                <a:cubicBezTo>
                  <a:pt x="114798" y="35259"/>
                  <a:pt x="114856" y="35318"/>
                  <a:pt x="114915" y="35376"/>
                </a:cubicBezTo>
                <a:lnTo>
                  <a:pt x="117141" y="37485"/>
                </a:lnTo>
                <a:lnTo>
                  <a:pt x="103113" y="37485"/>
                </a:lnTo>
                <a:cubicBezTo>
                  <a:pt x="97930" y="37485"/>
                  <a:pt x="93742" y="41673"/>
                  <a:pt x="93742" y="46856"/>
                </a:cubicBezTo>
                <a:cubicBezTo>
                  <a:pt x="93742" y="52040"/>
                  <a:pt x="97930" y="56228"/>
                  <a:pt x="103113" y="56228"/>
                </a:cubicBezTo>
                <a:lnTo>
                  <a:pt x="140598" y="56228"/>
                </a:lnTo>
                <a:cubicBezTo>
                  <a:pt x="145782" y="56228"/>
                  <a:pt x="149969" y="52040"/>
                  <a:pt x="149969" y="46856"/>
                </a:cubicBezTo>
                <a:lnTo>
                  <a:pt x="149969" y="9371"/>
                </a:lnTo>
                <a:cubicBezTo>
                  <a:pt x="149969" y="4188"/>
                  <a:pt x="145782" y="0"/>
                  <a:pt x="140598" y="0"/>
                </a:cubicBezTo>
                <a:cubicBezTo>
                  <a:pt x="135415" y="0"/>
                  <a:pt x="131227" y="4188"/>
                  <a:pt x="131227" y="9371"/>
                </a:cubicBezTo>
                <a:lnTo>
                  <a:pt x="131227" y="25010"/>
                </a:lnTo>
                <a:lnTo>
                  <a:pt x="127918" y="21876"/>
                </a:lnTo>
                <a:cubicBezTo>
                  <a:pt x="114359" y="8376"/>
                  <a:pt x="95616" y="0"/>
                  <a:pt x="74970" y="0"/>
                </a:cubicBezTo>
                <a:cubicBezTo>
                  <a:pt x="37192" y="0"/>
                  <a:pt x="5945" y="27938"/>
                  <a:pt x="761" y="64281"/>
                </a:cubicBezTo>
                <a:cubicBezTo>
                  <a:pt x="29" y="69406"/>
                  <a:pt x="3573" y="74150"/>
                  <a:pt x="8698" y="74882"/>
                </a:cubicBezTo>
                <a:cubicBezTo>
                  <a:pt x="13823" y="75614"/>
                  <a:pt x="18567" y="72042"/>
                  <a:pt x="19299" y="66946"/>
                </a:cubicBezTo>
                <a:close/>
                <a:moveTo>
                  <a:pt x="149179" y="85659"/>
                </a:moveTo>
                <a:cubicBezTo>
                  <a:pt x="149911" y="80534"/>
                  <a:pt x="146338" y="75790"/>
                  <a:pt x="141242" y="75058"/>
                </a:cubicBezTo>
                <a:cubicBezTo>
                  <a:pt x="136147" y="74326"/>
                  <a:pt x="131373" y="77899"/>
                  <a:pt x="130641" y="82994"/>
                </a:cubicBezTo>
                <a:cubicBezTo>
                  <a:pt x="126746" y="110229"/>
                  <a:pt x="103289" y="131168"/>
                  <a:pt x="74970" y="131168"/>
                </a:cubicBezTo>
                <a:cubicBezTo>
                  <a:pt x="59449" y="131168"/>
                  <a:pt x="45392" y="124872"/>
                  <a:pt x="35201" y="114710"/>
                </a:cubicBezTo>
                <a:cubicBezTo>
                  <a:pt x="35142" y="114651"/>
                  <a:pt x="35084" y="114593"/>
                  <a:pt x="35025" y="114534"/>
                </a:cubicBezTo>
                <a:lnTo>
                  <a:pt x="32799" y="112426"/>
                </a:lnTo>
                <a:lnTo>
                  <a:pt x="46827" y="112426"/>
                </a:lnTo>
                <a:cubicBezTo>
                  <a:pt x="52010" y="112426"/>
                  <a:pt x="56198" y="108238"/>
                  <a:pt x="56198" y="103054"/>
                </a:cubicBezTo>
                <a:cubicBezTo>
                  <a:pt x="56198" y="97871"/>
                  <a:pt x="52010" y="93683"/>
                  <a:pt x="46827" y="93683"/>
                </a:cubicBezTo>
                <a:lnTo>
                  <a:pt x="9371" y="93713"/>
                </a:lnTo>
                <a:cubicBezTo>
                  <a:pt x="6882" y="93713"/>
                  <a:pt x="4481" y="94708"/>
                  <a:pt x="2724" y="96495"/>
                </a:cubicBezTo>
                <a:cubicBezTo>
                  <a:pt x="966" y="98281"/>
                  <a:pt x="-29" y="100653"/>
                  <a:pt x="0" y="103172"/>
                </a:cubicBezTo>
                <a:lnTo>
                  <a:pt x="293" y="140364"/>
                </a:lnTo>
                <a:cubicBezTo>
                  <a:pt x="322" y="145547"/>
                  <a:pt x="4568" y="149706"/>
                  <a:pt x="9752" y="149647"/>
                </a:cubicBezTo>
                <a:cubicBezTo>
                  <a:pt x="14935" y="149589"/>
                  <a:pt x="19094" y="145372"/>
                  <a:pt x="19035" y="140188"/>
                </a:cubicBezTo>
                <a:lnTo>
                  <a:pt x="18918" y="125106"/>
                </a:lnTo>
                <a:lnTo>
                  <a:pt x="22052" y="128064"/>
                </a:lnTo>
                <a:cubicBezTo>
                  <a:pt x="35611" y="141564"/>
                  <a:pt x="54324" y="149940"/>
                  <a:pt x="74970" y="149940"/>
                </a:cubicBezTo>
                <a:cubicBezTo>
                  <a:pt x="112748" y="149940"/>
                  <a:pt x="143995" y="122002"/>
                  <a:pt x="149179" y="85659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62" name="Text 59"/>
          <p:cNvSpPr/>
          <p:nvPr/>
        </p:nvSpPr>
        <p:spPr>
          <a:xfrm>
            <a:off x="8674734" y="2950073"/>
            <a:ext cx="1846137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Публичные выступления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8412339" y="3212468"/>
            <a:ext cx="3176855" cy="206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1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Опыт защиты проектов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8299884" y="3643546"/>
            <a:ext cx="3326795" cy="693473"/>
          </a:xfrm>
          <a:custGeom>
            <a:avLst/>
            <a:gdLst/>
            <a:ahLst/>
            <a:cxnLst/>
            <a:rect l="l" t="t" r="r" b="b"/>
            <a:pathLst>
              <a:path w="3326795" h="693473">
                <a:moveTo>
                  <a:pt x="74971" y="0"/>
                </a:moveTo>
                <a:lnTo>
                  <a:pt x="3251823" y="0"/>
                </a:lnTo>
                <a:cubicBezTo>
                  <a:pt x="3293229" y="0"/>
                  <a:pt x="3326795" y="33566"/>
                  <a:pt x="3326795" y="74971"/>
                </a:cubicBezTo>
                <a:lnTo>
                  <a:pt x="3326795" y="618501"/>
                </a:lnTo>
                <a:cubicBezTo>
                  <a:pt x="3326795" y="659907"/>
                  <a:pt x="3293229" y="693473"/>
                  <a:pt x="3251823" y="693473"/>
                </a:cubicBezTo>
                <a:lnTo>
                  <a:pt x="74971" y="693473"/>
                </a:lnTo>
                <a:cubicBezTo>
                  <a:pt x="33594" y="693473"/>
                  <a:pt x="0" y="659879"/>
                  <a:pt x="0" y="618501"/>
                </a:cubicBezTo>
                <a:lnTo>
                  <a:pt x="0" y="74971"/>
                </a:lnTo>
                <a:cubicBezTo>
                  <a:pt x="0" y="33594"/>
                  <a:pt x="33594" y="0"/>
                  <a:pt x="74971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65" name="Shape 62"/>
          <p:cNvSpPr/>
          <p:nvPr/>
        </p:nvSpPr>
        <p:spPr>
          <a:xfrm>
            <a:off x="8449824" y="3793486"/>
            <a:ext cx="112455" cy="149940"/>
          </a:xfrm>
          <a:custGeom>
            <a:avLst/>
            <a:gdLst/>
            <a:ahLst/>
            <a:cxnLst/>
            <a:rect l="l" t="t" r="r" b="b"/>
            <a:pathLst>
              <a:path w="112455" h="149940">
                <a:moveTo>
                  <a:pt x="85776" y="112455"/>
                </a:moveTo>
                <a:cubicBezTo>
                  <a:pt x="87914" y="105924"/>
                  <a:pt x="92190" y="100009"/>
                  <a:pt x="97022" y="94913"/>
                </a:cubicBezTo>
                <a:cubicBezTo>
                  <a:pt x="106598" y="84839"/>
                  <a:pt x="112455" y="71222"/>
                  <a:pt x="112455" y="56228"/>
                </a:cubicBezTo>
                <a:cubicBezTo>
                  <a:pt x="112455" y="25185"/>
                  <a:pt x="87270" y="0"/>
                  <a:pt x="56228" y="0"/>
                </a:cubicBezTo>
                <a:cubicBezTo>
                  <a:pt x="25185" y="0"/>
                  <a:pt x="0" y="25185"/>
                  <a:pt x="0" y="56228"/>
                </a:cubicBezTo>
                <a:cubicBezTo>
                  <a:pt x="0" y="71222"/>
                  <a:pt x="5857" y="84839"/>
                  <a:pt x="15433" y="94913"/>
                </a:cubicBezTo>
                <a:cubicBezTo>
                  <a:pt x="20265" y="100009"/>
                  <a:pt x="24570" y="105924"/>
                  <a:pt x="26679" y="112455"/>
                </a:cubicBezTo>
                <a:lnTo>
                  <a:pt x="85747" y="112455"/>
                </a:lnTo>
                <a:close/>
                <a:moveTo>
                  <a:pt x="84341" y="126512"/>
                </a:moveTo>
                <a:lnTo>
                  <a:pt x="28114" y="126512"/>
                </a:lnTo>
                <a:lnTo>
                  <a:pt x="28114" y="131198"/>
                </a:lnTo>
                <a:cubicBezTo>
                  <a:pt x="28114" y="144142"/>
                  <a:pt x="38598" y="154626"/>
                  <a:pt x="51542" y="154626"/>
                </a:cubicBezTo>
                <a:lnTo>
                  <a:pt x="60913" y="154626"/>
                </a:lnTo>
                <a:cubicBezTo>
                  <a:pt x="73857" y="154626"/>
                  <a:pt x="84341" y="144142"/>
                  <a:pt x="84341" y="131198"/>
                </a:cubicBezTo>
                <a:lnTo>
                  <a:pt x="84341" y="126512"/>
                </a:lnTo>
                <a:close/>
                <a:moveTo>
                  <a:pt x="53885" y="32799"/>
                </a:moveTo>
                <a:cubicBezTo>
                  <a:pt x="42229" y="32799"/>
                  <a:pt x="32799" y="42229"/>
                  <a:pt x="32799" y="53885"/>
                </a:cubicBezTo>
                <a:cubicBezTo>
                  <a:pt x="32799" y="57780"/>
                  <a:pt x="29666" y="60913"/>
                  <a:pt x="25771" y="60913"/>
                </a:cubicBezTo>
                <a:cubicBezTo>
                  <a:pt x="21876" y="60913"/>
                  <a:pt x="18743" y="57780"/>
                  <a:pt x="18743" y="53885"/>
                </a:cubicBezTo>
                <a:cubicBezTo>
                  <a:pt x="18743" y="34469"/>
                  <a:pt x="34469" y="18743"/>
                  <a:pt x="53885" y="18743"/>
                </a:cubicBezTo>
                <a:cubicBezTo>
                  <a:pt x="57780" y="18743"/>
                  <a:pt x="60913" y="21876"/>
                  <a:pt x="60913" y="25771"/>
                </a:cubicBezTo>
                <a:cubicBezTo>
                  <a:pt x="60913" y="29666"/>
                  <a:pt x="57780" y="32799"/>
                  <a:pt x="53885" y="32799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66" name="Text 63"/>
          <p:cNvSpPr/>
          <p:nvPr/>
        </p:nvSpPr>
        <p:spPr>
          <a:xfrm>
            <a:off x="8674734" y="3756001"/>
            <a:ext cx="1068323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Креативность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8412339" y="4018396"/>
            <a:ext cx="3176855" cy="206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1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Нестандартный подход к задачам</a:t>
            </a:r>
            <a:endParaRPr lang="en-US" sz="1600" dirty="0"/>
          </a:p>
        </p:txBody>
      </p:sp>
      <p:sp>
        <p:nvSpPr>
          <p:cNvPr id="68" name="Shape 65"/>
          <p:cNvSpPr/>
          <p:nvPr/>
        </p:nvSpPr>
        <p:spPr>
          <a:xfrm>
            <a:off x="8299884" y="4449474"/>
            <a:ext cx="3326795" cy="693473"/>
          </a:xfrm>
          <a:custGeom>
            <a:avLst/>
            <a:gdLst/>
            <a:ahLst/>
            <a:cxnLst/>
            <a:rect l="l" t="t" r="r" b="b"/>
            <a:pathLst>
              <a:path w="3326795" h="693473">
                <a:moveTo>
                  <a:pt x="74971" y="0"/>
                </a:moveTo>
                <a:lnTo>
                  <a:pt x="3251823" y="0"/>
                </a:lnTo>
                <a:cubicBezTo>
                  <a:pt x="3293229" y="0"/>
                  <a:pt x="3326795" y="33566"/>
                  <a:pt x="3326795" y="74971"/>
                </a:cubicBezTo>
                <a:lnTo>
                  <a:pt x="3326795" y="618501"/>
                </a:lnTo>
                <a:cubicBezTo>
                  <a:pt x="3326795" y="659907"/>
                  <a:pt x="3293229" y="693473"/>
                  <a:pt x="3251823" y="693473"/>
                </a:cubicBezTo>
                <a:lnTo>
                  <a:pt x="74971" y="693473"/>
                </a:lnTo>
                <a:cubicBezTo>
                  <a:pt x="33594" y="693473"/>
                  <a:pt x="0" y="659879"/>
                  <a:pt x="0" y="618501"/>
                </a:cubicBezTo>
                <a:lnTo>
                  <a:pt x="0" y="74971"/>
                </a:lnTo>
                <a:cubicBezTo>
                  <a:pt x="0" y="33594"/>
                  <a:pt x="33594" y="0"/>
                  <a:pt x="74971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69" name="Shape 66"/>
          <p:cNvSpPr/>
          <p:nvPr/>
        </p:nvSpPr>
        <p:spPr>
          <a:xfrm>
            <a:off x="8431082" y="4599414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0"/>
                </a:moveTo>
                <a:cubicBezTo>
                  <a:pt x="116347" y="0"/>
                  <a:pt x="149940" y="33593"/>
                  <a:pt x="149940" y="74970"/>
                </a:cubicBezTo>
                <a:cubicBezTo>
                  <a:pt x="149940" y="116347"/>
                  <a:pt x="116347" y="149940"/>
                  <a:pt x="74970" y="149940"/>
                </a:cubicBezTo>
                <a:cubicBezTo>
                  <a:pt x="33593" y="149940"/>
                  <a:pt x="0" y="116347"/>
                  <a:pt x="0" y="74970"/>
                </a:cubicBezTo>
                <a:cubicBezTo>
                  <a:pt x="0" y="33593"/>
                  <a:pt x="33593" y="0"/>
                  <a:pt x="74970" y="0"/>
                </a:cubicBezTo>
                <a:close/>
                <a:moveTo>
                  <a:pt x="67942" y="35142"/>
                </a:moveTo>
                <a:lnTo>
                  <a:pt x="67942" y="74970"/>
                </a:lnTo>
                <a:cubicBezTo>
                  <a:pt x="67942" y="77313"/>
                  <a:pt x="69113" y="79509"/>
                  <a:pt x="71075" y="80827"/>
                </a:cubicBezTo>
                <a:lnTo>
                  <a:pt x="99189" y="99570"/>
                </a:lnTo>
                <a:cubicBezTo>
                  <a:pt x="102410" y="101737"/>
                  <a:pt x="106774" y="100858"/>
                  <a:pt x="108941" y="97607"/>
                </a:cubicBezTo>
                <a:cubicBezTo>
                  <a:pt x="111108" y="94357"/>
                  <a:pt x="110229" y="90023"/>
                  <a:pt x="106979" y="87855"/>
                </a:cubicBezTo>
                <a:lnTo>
                  <a:pt x="81998" y="71222"/>
                </a:lnTo>
                <a:lnTo>
                  <a:pt x="81998" y="35142"/>
                </a:lnTo>
                <a:cubicBezTo>
                  <a:pt x="81998" y="31247"/>
                  <a:pt x="78865" y="28114"/>
                  <a:pt x="74970" y="28114"/>
                </a:cubicBezTo>
                <a:cubicBezTo>
                  <a:pt x="71075" y="28114"/>
                  <a:pt x="67942" y="31247"/>
                  <a:pt x="67942" y="35142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70" name="Text 67"/>
          <p:cNvSpPr/>
          <p:nvPr/>
        </p:nvSpPr>
        <p:spPr>
          <a:xfrm>
            <a:off x="8674734" y="4561929"/>
            <a:ext cx="1405688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Тайм-менеджмент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8412339" y="4824324"/>
            <a:ext cx="3176855" cy="206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1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Баланс учёбы и проектов</a:t>
            </a:r>
            <a:endParaRPr lang="en-US" sz="1600" dirty="0"/>
          </a:p>
        </p:txBody>
      </p:sp>
      <p:sp>
        <p:nvSpPr>
          <p:cNvPr id="72" name="Shape 69"/>
          <p:cNvSpPr/>
          <p:nvPr/>
        </p:nvSpPr>
        <p:spPr>
          <a:xfrm>
            <a:off x="8299884" y="5255401"/>
            <a:ext cx="3326795" cy="693473"/>
          </a:xfrm>
          <a:custGeom>
            <a:avLst/>
            <a:gdLst/>
            <a:ahLst/>
            <a:cxnLst/>
            <a:rect l="l" t="t" r="r" b="b"/>
            <a:pathLst>
              <a:path w="3326795" h="693473">
                <a:moveTo>
                  <a:pt x="74971" y="0"/>
                </a:moveTo>
                <a:lnTo>
                  <a:pt x="3251823" y="0"/>
                </a:lnTo>
                <a:cubicBezTo>
                  <a:pt x="3293229" y="0"/>
                  <a:pt x="3326795" y="33566"/>
                  <a:pt x="3326795" y="74971"/>
                </a:cubicBezTo>
                <a:lnTo>
                  <a:pt x="3326795" y="618501"/>
                </a:lnTo>
                <a:cubicBezTo>
                  <a:pt x="3326795" y="659907"/>
                  <a:pt x="3293229" y="693473"/>
                  <a:pt x="3251823" y="693473"/>
                </a:cubicBezTo>
                <a:lnTo>
                  <a:pt x="74971" y="693473"/>
                </a:lnTo>
                <a:cubicBezTo>
                  <a:pt x="33594" y="693473"/>
                  <a:pt x="0" y="659879"/>
                  <a:pt x="0" y="618501"/>
                </a:cubicBezTo>
                <a:lnTo>
                  <a:pt x="0" y="74971"/>
                </a:lnTo>
                <a:cubicBezTo>
                  <a:pt x="0" y="33594"/>
                  <a:pt x="33594" y="0"/>
                  <a:pt x="74971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73" name="Shape 70"/>
          <p:cNvSpPr/>
          <p:nvPr/>
        </p:nvSpPr>
        <p:spPr>
          <a:xfrm>
            <a:off x="8421711" y="5405341"/>
            <a:ext cx="168683" cy="149940"/>
          </a:xfrm>
          <a:custGeom>
            <a:avLst/>
            <a:gdLst/>
            <a:ahLst/>
            <a:cxnLst/>
            <a:rect l="l" t="t" r="r" b="b"/>
            <a:pathLst>
              <a:path w="168683" h="149940">
                <a:moveTo>
                  <a:pt x="78748" y="24951"/>
                </a:moveTo>
                <a:lnTo>
                  <a:pt x="44601" y="62905"/>
                </a:lnTo>
                <a:cubicBezTo>
                  <a:pt x="43254" y="64398"/>
                  <a:pt x="43313" y="66712"/>
                  <a:pt x="44748" y="68147"/>
                </a:cubicBezTo>
                <a:cubicBezTo>
                  <a:pt x="53680" y="77079"/>
                  <a:pt x="68176" y="77079"/>
                  <a:pt x="77108" y="68147"/>
                </a:cubicBezTo>
                <a:lnTo>
                  <a:pt x="86421" y="58834"/>
                </a:lnTo>
                <a:cubicBezTo>
                  <a:pt x="87650" y="57604"/>
                  <a:pt x="89203" y="56930"/>
                  <a:pt x="90784" y="56813"/>
                </a:cubicBezTo>
                <a:cubicBezTo>
                  <a:pt x="92775" y="56638"/>
                  <a:pt x="94825" y="57311"/>
                  <a:pt x="96348" y="58834"/>
                </a:cubicBezTo>
                <a:lnTo>
                  <a:pt x="148066" y="110112"/>
                </a:lnTo>
                <a:lnTo>
                  <a:pt x="168683" y="93713"/>
                </a:lnTo>
                <a:lnTo>
                  <a:pt x="168683" y="9371"/>
                </a:lnTo>
                <a:lnTo>
                  <a:pt x="135883" y="28114"/>
                </a:lnTo>
                <a:lnTo>
                  <a:pt x="128913" y="23457"/>
                </a:lnTo>
                <a:cubicBezTo>
                  <a:pt x="124286" y="20382"/>
                  <a:pt x="118868" y="18743"/>
                  <a:pt x="113304" y="18743"/>
                </a:cubicBezTo>
                <a:lnTo>
                  <a:pt x="92688" y="18743"/>
                </a:lnTo>
                <a:cubicBezTo>
                  <a:pt x="92365" y="18743"/>
                  <a:pt x="92014" y="18743"/>
                  <a:pt x="91692" y="18772"/>
                </a:cubicBezTo>
                <a:cubicBezTo>
                  <a:pt x="86743" y="19035"/>
                  <a:pt x="82086" y="21261"/>
                  <a:pt x="78748" y="24951"/>
                </a:cubicBezTo>
                <a:close/>
                <a:moveTo>
                  <a:pt x="34147" y="53504"/>
                </a:moveTo>
                <a:lnTo>
                  <a:pt x="65423" y="18743"/>
                </a:lnTo>
                <a:lnTo>
                  <a:pt x="53826" y="18743"/>
                </a:lnTo>
                <a:cubicBezTo>
                  <a:pt x="46358" y="18743"/>
                  <a:pt x="39213" y="21700"/>
                  <a:pt x="33942" y="26972"/>
                </a:cubicBezTo>
                <a:lnTo>
                  <a:pt x="32799" y="28114"/>
                </a:lnTo>
                <a:lnTo>
                  <a:pt x="0" y="9371"/>
                </a:lnTo>
                <a:lnTo>
                  <a:pt x="0" y="93713"/>
                </a:lnTo>
                <a:lnTo>
                  <a:pt x="45802" y="131871"/>
                </a:lnTo>
                <a:cubicBezTo>
                  <a:pt x="52538" y="137494"/>
                  <a:pt x="61030" y="140569"/>
                  <a:pt x="69787" y="140569"/>
                </a:cubicBezTo>
                <a:lnTo>
                  <a:pt x="74384" y="140569"/>
                </a:lnTo>
                <a:lnTo>
                  <a:pt x="72334" y="138519"/>
                </a:lnTo>
                <a:cubicBezTo>
                  <a:pt x="69582" y="135766"/>
                  <a:pt x="69582" y="131315"/>
                  <a:pt x="72334" y="128591"/>
                </a:cubicBezTo>
                <a:cubicBezTo>
                  <a:pt x="75087" y="125868"/>
                  <a:pt x="79539" y="125838"/>
                  <a:pt x="82262" y="128591"/>
                </a:cubicBezTo>
                <a:lnTo>
                  <a:pt x="94269" y="140598"/>
                </a:lnTo>
                <a:lnTo>
                  <a:pt x="96905" y="140598"/>
                </a:lnTo>
                <a:cubicBezTo>
                  <a:pt x="102498" y="140598"/>
                  <a:pt x="107974" y="139339"/>
                  <a:pt x="112953" y="136996"/>
                </a:cubicBezTo>
                <a:lnTo>
                  <a:pt x="105134" y="129148"/>
                </a:lnTo>
                <a:cubicBezTo>
                  <a:pt x="102381" y="126395"/>
                  <a:pt x="102381" y="121943"/>
                  <a:pt x="105134" y="119220"/>
                </a:cubicBezTo>
                <a:cubicBezTo>
                  <a:pt x="107887" y="116496"/>
                  <a:pt x="112338" y="116467"/>
                  <a:pt x="115061" y="119220"/>
                </a:cubicBezTo>
                <a:lnTo>
                  <a:pt x="124433" y="128591"/>
                </a:lnTo>
                <a:lnTo>
                  <a:pt x="129558" y="123466"/>
                </a:lnTo>
                <a:cubicBezTo>
                  <a:pt x="132164" y="120860"/>
                  <a:pt x="132925" y="117082"/>
                  <a:pt x="131783" y="113773"/>
                </a:cubicBezTo>
                <a:lnTo>
                  <a:pt x="91399" y="73711"/>
                </a:lnTo>
                <a:lnTo>
                  <a:pt x="87036" y="78074"/>
                </a:lnTo>
                <a:cubicBezTo>
                  <a:pt x="72598" y="92512"/>
                  <a:pt x="49228" y="92512"/>
                  <a:pt x="34791" y="78074"/>
                </a:cubicBezTo>
                <a:cubicBezTo>
                  <a:pt x="28055" y="71339"/>
                  <a:pt x="27792" y="60532"/>
                  <a:pt x="34147" y="53475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74" name="Text 71"/>
          <p:cNvSpPr/>
          <p:nvPr/>
        </p:nvSpPr>
        <p:spPr>
          <a:xfrm>
            <a:off x="8674734" y="5367856"/>
            <a:ext cx="1396317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Командная работа</a:t>
            </a:r>
            <a:endParaRPr lang="en-US" sz="1600" dirty="0"/>
          </a:p>
        </p:txBody>
      </p:sp>
      <p:sp>
        <p:nvSpPr>
          <p:cNvPr id="75" name="Text 72"/>
          <p:cNvSpPr/>
          <p:nvPr/>
        </p:nvSpPr>
        <p:spPr>
          <a:xfrm>
            <a:off x="8412339" y="5630251"/>
            <a:ext cx="3176855" cy="206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1" dirty="0">
                <a:solidFill>
                  <a:srgbClr val="E8F4F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Опыт работы в группах</a:t>
            </a:r>
            <a:endParaRPr lang="en-US" sz="1600" dirty="0"/>
          </a:p>
        </p:txBody>
      </p:sp>
      <p:sp>
        <p:nvSpPr>
          <p:cNvPr id="76" name="Shape 73"/>
          <p:cNvSpPr/>
          <p:nvPr/>
        </p:nvSpPr>
        <p:spPr>
          <a:xfrm>
            <a:off x="393593" y="6293734"/>
            <a:ext cx="11423557" cy="562275"/>
          </a:xfrm>
          <a:custGeom>
            <a:avLst/>
            <a:gdLst/>
            <a:ahLst/>
            <a:cxnLst/>
            <a:rect l="l" t="t" r="r" b="b"/>
            <a:pathLst>
              <a:path w="11423557" h="562275">
                <a:moveTo>
                  <a:pt x="37485" y="0"/>
                </a:moveTo>
                <a:lnTo>
                  <a:pt x="11311102" y="0"/>
                </a:lnTo>
                <a:cubicBezTo>
                  <a:pt x="11373209" y="0"/>
                  <a:pt x="11423557" y="50348"/>
                  <a:pt x="11423557" y="112455"/>
                </a:cubicBezTo>
                <a:lnTo>
                  <a:pt x="11423557" y="449820"/>
                </a:lnTo>
                <a:cubicBezTo>
                  <a:pt x="11423557" y="511886"/>
                  <a:pt x="11373168" y="562275"/>
                  <a:pt x="11311102" y="562275"/>
                </a:cubicBezTo>
                <a:lnTo>
                  <a:pt x="37485" y="562275"/>
                </a:lnTo>
                <a:cubicBezTo>
                  <a:pt x="16783" y="562275"/>
                  <a:pt x="0" y="545493"/>
                  <a:pt x="0" y="52479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77" name="Shape 74"/>
          <p:cNvSpPr/>
          <p:nvPr/>
        </p:nvSpPr>
        <p:spPr>
          <a:xfrm>
            <a:off x="393593" y="6293734"/>
            <a:ext cx="37485" cy="562275"/>
          </a:xfrm>
          <a:custGeom>
            <a:avLst/>
            <a:gdLst/>
            <a:ahLst/>
            <a:cxnLst/>
            <a:rect l="l" t="t" r="r" b="b"/>
            <a:pathLst>
              <a:path w="37485" h="562275">
                <a:moveTo>
                  <a:pt x="37485" y="0"/>
                </a:moveTo>
                <a:lnTo>
                  <a:pt x="37485" y="0"/>
                </a:lnTo>
                <a:lnTo>
                  <a:pt x="37485" y="562275"/>
                </a:lnTo>
                <a:lnTo>
                  <a:pt x="37485" y="562275"/>
                </a:lnTo>
                <a:cubicBezTo>
                  <a:pt x="16783" y="562275"/>
                  <a:pt x="0" y="545493"/>
                  <a:pt x="0" y="52479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78" name="Shape 75"/>
          <p:cNvSpPr/>
          <p:nvPr/>
        </p:nvSpPr>
        <p:spPr>
          <a:xfrm>
            <a:off x="3796529" y="6503650"/>
            <a:ext cx="168683" cy="168683"/>
          </a:xfrm>
          <a:custGeom>
            <a:avLst/>
            <a:gdLst/>
            <a:ahLst/>
            <a:cxnLst/>
            <a:rect l="l" t="t" r="r" b="b"/>
            <a:pathLst>
              <a:path w="168683" h="168683">
                <a:moveTo>
                  <a:pt x="21085" y="21085"/>
                </a:moveTo>
                <a:cubicBezTo>
                  <a:pt x="21085" y="15254"/>
                  <a:pt x="16374" y="10543"/>
                  <a:pt x="10543" y="10543"/>
                </a:cubicBezTo>
                <a:cubicBezTo>
                  <a:pt x="4711" y="10543"/>
                  <a:pt x="0" y="15254"/>
                  <a:pt x="0" y="21085"/>
                </a:cubicBezTo>
                <a:lnTo>
                  <a:pt x="0" y="131783"/>
                </a:lnTo>
                <a:cubicBezTo>
                  <a:pt x="0" y="146345"/>
                  <a:pt x="11795" y="158140"/>
                  <a:pt x="26357" y="158140"/>
                </a:cubicBezTo>
                <a:lnTo>
                  <a:pt x="158140" y="158140"/>
                </a:lnTo>
                <a:cubicBezTo>
                  <a:pt x="163971" y="158140"/>
                  <a:pt x="168683" y="153429"/>
                  <a:pt x="168683" y="147597"/>
                </a:cubicBezTo>
                <a:cubicBezTo>
                  <a:pt x="168683" y="141766"/>
                  <a:pt x="163971" y="137055"/>
                  <a:pt x="158140" y="137055"/>
                </a:cubicBezTo>
                <a:lnTo>
                  <a:pt x="26357" y="137055"/>
                </a:lnTo>
                <a:cubicBezTo>
                  <a:pt x="23457" y="137055"/>
                  <a:pt x="21085" y="134682"/>
                  <a:pt x="21085" y="131783"/>
                </a:cubicBezTo>
                <a:lnTo>
                  <a:pt x="21085" y="21085"/>
                </a:lnTo>
                <a:close/>
                <a:moveTo>
                  <a:pt x="155043" y="49616"/>
                </a:moveTo>
                <a:cubicBezTo>
                  <a:pt x="159161" y="45498"/>
                  <a:pt x="159161" y="38810"/>
                  <a:pt x="155043" y="34692"/>
                </a:cubicBezTo>
                <a:cubicBezTo>
                  <a:pt x="150925" y="30574"/>
                  <a:pt x="144237" y="30574"/>
                  <a:pt x="140119" y="34692"/>
                </a:cubicBezTo>
                <a:lnTo>
                  <a:pt x="105427" y="69417"/>
                </a:lnTo>
                <a:lnTo>
                  <a:pt x="86516" y="50539"/>
                </a:lnTo>
                <a:cubicBezTo>
                  <a:pt x="82397" y="46421"/>
                  <a:pt x="75709" y="46421"/>
                  <a:pt x="71591" y="50539"/>
                </a:cubicBezTo>
                <a:lnTo>
                  <a:pt x="39963" y="82167"/>
                </a:lnTo>
                <a:cubicBezTo>
                  <a:pt x="35845" y="86285"/>
                  <a:pt x="35845" y="92973"/>
                  <a:pt x="39963" y="97091"/>
                </a:cubicBezTo>
                <a:cubicBezTo>
                  <a:pt x="44081" y="101210"/>
                  <a:pt x="50769" y="101210"/>
                  <a:pt x="54888" y="97091"/>
                </a:cubicBezTo>
                <a:lnTo>
                  <a:pt x="79070" y="72909"/>
                </a:lnTo>
                <a:lnTo>
                  <a:pt x="97981" y="91820"/>
                </a:lnTo>
                <a:cubicBezTo>
                  <a:pt x="102099" y="95938"/>
                  <a:pt x="108787" y="95938"/>
                  <a:pt x="112905" y="91820"/>
                </a:cubicBezTo>
                <a:lnTo>
                  <a:pt x="155076" y="49649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79" name="Text 76"/>
          <p:cNvSpPr/>
          <p:nvPr/>
        </p:nvSpPr>
        <p:spPr>
          <a:xfrm>
            <a:off x="4065601" y="6466164"/>
            <a:ext cx="4435883" cy="21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8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Постоянно развиваюсь и осваиваю новые технологии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su.ru/ffc1a1d4b2bba1621a43cfcf9a197ff8893a1604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10296" r="1029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E17">
                  <a:alpha val="95000"/>
                </a:srgbClr>
              </a:gs>
              <a:gs pos="100000">
                <a:srgbClr val="1E3A5F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457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D4FF"/>
          </a:solidFill>
          <a:ln/>
          <a:effectLst>
            <a:outerShdw sx="100000" sy="100000" kx="0" ky="0" algn="bl" rotWithShape="0" blurRad="381000" dist="50800" dir="2700000">
              <a:srgbClr val="00d4ff">
                <a:alpha val="1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19113" y="6096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28600" y="214313"/>
                </a:lnTo>
                <a:cubicBezTo>
                  <a:pt x="244361" y="214313"/>
                  <a:pt x="257175" y="201498"/>
                  <a:pt x="257175" y="185738"/>
                </a:cubicBezTo>
                <a:lnTo>
                  <a:pt x="257175" y="42863"/>
                </a:lnTo>
                <a:cubicBezTo>
                  <a:pt x="257175" y="27102"/>
                  <a:pt x="244361" y="14288"/>
                  <a:pt x="228600" y="14288"/>
                </a:cubicBezTo>
                <a:lnTo>
                  <a:pt x="28575" y="14288"/>
                </a:lnTo>
                <a:close/>
                <a:moveTo>
                  <a:pt x="64294" y="128588"/>
                </a:moveTo>
                <a:lnTo>
                  <a:pt x="92869" y="128588"/>
                </a:lnTo>
                <a:cubicBezTo>
                  <a:pt x="112603" y="128588"/>
                  <a:pt x="128588" y="144572"/>
                  <a:pt x="128588" y="164306"/>
                </a:cubicBezTo>
                <a:cubicBezTo>
                  <a:pt x="128588" y="168235"/>
                  <a:pt x="125373" y="171450"/>
                  <a:pt x="121444" y="171450"/>
                </a:cubicBezTo>
                <a:lnTo>
                  <a:pt x="35719" y="171450"/>
                </a:lnTo>
                <a:cubicBezTo>
                  <a:pt x="31790" y="171450"/>
                  <a:pt x="28575" y="168235"/>
                  <a:pt x="28575" y="164306"/>
                </a:cubicBezTo>
                <a:cubicBezTo>
                  <a:pt x="28575" y="144572"/>
                  <a:pt x="44559" y="128588"/>
                  <a:pt x="64294" y="128588"/>
                </a:cubicBezTo>
                <a:close/>
                <a:moveTo>
                  <a:pt x="53578" y="85725"/>
                </a:moveTo>
                <a:cubicBezTo>
                  <a:pt x="53578" y="71925"/>
                  <a:pt x="64782" y="60722"/>
                  <a:pt x="78581" y="60722"/>
                </a:cubicBezTo>
                <a:cubicBezTo>
                  <a:pt x="92381" y="60722"/>
                  <a:pt x="103584" y="71925"/>
                  <a:pt x="103584" y="85725"/>
                </a:cubicBezTo>
                <a:cubicBezTo>
                  <a:pt x="103584" y="99525"/>
                  <a:pt x="92381" y="110728"/>
                  <a:pt x="78581" y="110728"/>
                </a:cubicBezTo>
                <a:cubicBezTo>
                  <a:pt x="64782" y="110728"/>
                  <a:pt x="53578" y="99525"/>
                  <a:pt x="53578" y="85725"/>
                </a:cubicBezTo>
                <a:close/>
                <a:moveTo>
                  <a:pt x="160734" y="64294"/>
                </a:moveTo>
                <a:lnTo>
                  <a:pt x="210741" y="64294"/>
                </a:lnTo>
                <a:cubicBezTo>
                  <a:pt x="216679" y="64294"/>
                  <a:pt x="221456" y="69071"/>
                  <a:pt x="221456" y="75009"/>
                </a:cubicBezTo>
                <a:cubicBezTo>
                  <a:pt x="221456" y="80948"/>
                  <a:pt x="216679" y="85725"/>
                  <a:pt x="210741" y="85725"/>
                </a:cubicBezTo>
                <a:lnTo>
                  <a:pt x="160734" y="85725"/>
                </a:lnTo>
                <a:cubicBezTo>
                  <a:pt x="154796" y="85725"/>
                  <a:pt x="150019" y="80948"/>
                  <a:pt x="150019" y="75009"/>
                </a:cubicBezTo>
                <a:cubicBezTo>
                  <a:pt x="150019" y="69071"/>
                  <a:pt x="154796" y="64294"/>
                  <a:pt x="160734" y="64294"/>
                </a:cubicBezTo>
                <a:close/>
                <a:moveTo>
                  <a:pt x="160734" y="107156"/>
                </a:moveTo>
                <a:lnTo>
                  <a:pt x="210741" y="107156"/>
                </a:lnTo>
                <a:cubicBezTo>
                  <a:pt x="216679" y="107156"/>
                  <a:pt x="221456" y="111934"/>
                  <a:pt x="221456" y="117872"/>
                </a:cubicBezTo>
                <a:cubicBezTo>
                  <a:pt x="221456" y="123810"/>
                  <a:pt x="216679" y="128588"/>
                  <a:pt x="210741" y="128588"/>
                </a:cubicBezTo>
                <a:lnTo>
                  <a:pt x="160734" y="128588"/>
                </a:lnTo>
                <a:cubicBezTo>
                  <a:pt x="154796" y="128588"/>
                  <a:pt x="150019" y="123810"/>
                  <a:pt x="150019" y="117872"/>
                </a:cubicBezTo>
                <a:cubicBezTo>
                  <a:pt x="150019" y="111934"/>
                  <a:pt x="154796" y="107156"/>
                  <a:pt x="160734" y="107156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6" name="Text 3"/>
          <p:cNvSpPr/>
          <p:nvPr/>
        </p:nvSpPr>
        <p:spPr>
          <a:xfrm>
            <a:off x="1066800" y="381000"/>
            <a:ext cx="206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СВЯЗЬ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66800" y="609600"/>
            <a:ext cx="2219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Контакты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4810" y="1400181"/>
            <a:ext cx="5551170" cy="1798320"/>
          </a:xfrm>
          <a:custGeom>
            <a:avLst/>
            <a:gdLst/>
            <a:ahLst/>
            <a:cxnLst/>
            <a:rect l="l" t="t" r="r" b="b"/>
            <a:pathLst>
              <a:path w="5551170" h="1798320">
                <a:moveTo>
                  <a:pt x="114301" y="0"/>
                </a:moveTo>
                <a:lnTo>
                  <a:pt x="5436869" y="0"/>
                </a:lnTo>
                <a:cubicBezTo>
                  <a:pt x="5499996" y="0"/>
                  <a:pt x="5551170" y="51174"/>
                  <a:pt x="5551170" y="114301"/>
                </a:cubicBezTo>
                <a:lnTo>
                  <a:pt x="5551170" y="1684019"/>
                </a:lnTo>
                <a:cubicBezTo>
                  <a:pt x="5551170" y="1747103"/>
                  <a:pt x="5499953" y="1798320"/>
                  <a:pt x="5436869" y="1798320"/>
                </a:cubicBezTo>
                <a:lnTo>
                  <a:pt x="114301" y="1798320"/>
                </a:lnTo>
                <a:cubicBezTo>
                  <a:pt x="51174" y="1798320"/>
                  <a:pt x="0" y="1747146"/>
                  <a:pt x="0" y="168401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7220" y="163258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0" name="Shape 7"/>
          <p:cNvSpPr/>
          <p:nvPr/>
        </p:nvSpPr>
        <p:spPr>
          <a:xfrm>
            <a:off x="807720" y="182308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1" y="28575"/>
                </a:moveTo>
                <a:cubicBezTo>
                  <a:pt x="9599" y="28575"/>
                  <a:pt x="0" y="38174"/>
                  <a:pt x="0" y="50006"/>
                </a:cubicBezTo>
                <a:cubicBezTo>
                  <a:pt x="0" y="56748"/>
                  <a:pt x="3170" y="63088"/>
                  <a:pt x="8573" y="67151"/>
                </a:cubicBezTo>
                <a:lnTo>
                  <a:pt x="101441" y="136803"/>
                </a:lnTo>
                <a:cubicBezTo>
                  <a:pt x="109076" y="142518"/>
                  <a:pt x="119524" y="142518"/>
                  <a:pt x="127159" y="136803"/>
                </a:cubicBezTo>
                <a:lnTo>
                  <a:pt x="220028" y="67151"/>
                </a:lnTo>
                <a:cubicBezTo>
                  <a:pt x="225430" y="63088"/>
                  <a:pt x="228600" y="56748"/>
                  <a:pt x="228600" y="50006"/>
                </a:cubicBezTo>
                <a:cubicBezTo>
                  <a:pt x="228600" y="38174"/>
                  <a:pt x="219001" y="28575"/>
                  <a:pt x="207169" y="28575"/>
                </a:cubicBezTo>
                <a:lnTo>
                  <a:pt x="21431" y="28575"/>
                </a:lnTo>
                <a:close/>
                <a:moveTo>
                  <a:pt x="0" y="87511"/>
                </a:move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87511"/>
                </a:lnTo>
                <a:lnTo>
                  <a:pt x="140018" y="153948"/>
                </a:lnTo>
                <a:cubicBezTo>
                  <a:pt x="124792" y="165378"/>
                  <a:pt x="103808" y="165378"/>
                  <a:pt x="88583" y="153948"/>
                </a:cubicBezTo>
                <a:lnTo>
                  <a:pt x="0" y="87511"/>
                </a:ln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1" name="Text 8"/>
          <p:cNvSpPr/>
          <p:nvPr/>
        </p:nvSpPr>
        <p:spPr>
          <a:xfrm>
            <a:off x="1379220" y="1670689"/>
            <a:ext cx="1514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9220" y="1975368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Электронная почта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7220" y="2394589"/>
            <a:ext cx="5086350" cy="571500"/>
          </a:xfrm>
          <a:custGeom>
            <a:avLst/>
            <a:gdLst/>
            <a:ahLst/>
            <a:cxnLst/>
            <a:rect l="l" t="t" r="r" b="b"/>
            <a:pathLst>
              <a:path w="5086350" h="571500">
                <a:moveTo>
                  <a:pt x="114300" y="0"/>
                </a:moveTo>
                <a:lnTo>
                  <a:pt x="4972050" y="0"/>
                </a:lnTo>
                <a:cubicBezTo>
                  <a:pt x="5035134" y="0"/>
                  <a:pt x="5086350" y="51216"/>
                  <a:pt x="5086350" y="114300"/>
                </a:cubicBezTo>
                <a:lnTo>
                  <a:pt x="5086350" y="457200"/>
                </a:lnTo>
                <a:cubicBezTo>
                  <a:pt x="5086350" y="520284"/>
                  <a:pt x="5035134" y="571500"/>
                  <a:pt x="4972050" y="571500"/>
                </a:cubicBezTo>
                <a:lnTo>
                  <a:pt x="114300" y="571500"/>
                </a:lnTo>
                <a:cubicBezTo>
                  <a:pt x="51216" y="571500"/>
                  <a:pt x="0" y="520284"/>
                  <a:pt x="0" y="457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4" name="Text 11"/>
          <p:cNvSpPr/>
          <p:nvPr/>
        </p:nvSpPr>
        <p:spPr>
          <a:xfrm>
            <a:off x="721995" y="2546989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saveliy.petrov@email.ru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84810" y="3396617"/>
            <a:ext cx="5551170" cy="1798320"/>
          </a:xfrm>
          <a:custGeom>
            <a:avLst/>
            <a:gdLst/>
            <a:ahLst/>
            <a:cxnLst/>
            <a:rect l="l" t="t" r="r" b="b"/>
            <a:pathLst>
              <a:path w="5551170" h="1798320">
                <a:moveTo>
                  <a:pt x="114301" y="0"/>
                </a:moveTo>
                <a:lnTo>
                  <a:pt x="5436869" y="0"/>
                </a:lnTo>
                <a:cubicBezTo>
                  <a:pt x="5499996" y="0"/>
                  <a:pt x="5551170" y="51174"/>
                  <a:pt x="5551170" y="114301"/>
                </a:cubicBezTo>
                <a:lnTo>
                  <a:pt x="5551170" y="1684019"/>
                </a:lnTo>
                <a:cubicBezTo>
                  <a:pt x="5551170" y="1747103"/>
                  <a:pt x="5499953" y="1798320"/>
                  <a:pt x="5436869" y="1798320"/>
                </a:cubicBezTo>
                <a:lnTo>
                  <a:pt x="114301" y="1798320"/>
                </a:lnTo>
                <a:cubicBezTo>
                  <a:pt x="51174" y="1798320"/>
                  <a:pt x="0" y="1747146"/>
                  <a:pt x="0" y="168401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7220" y="36290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7" name="Shape 14"/>
          <p:cNvSpPr/>
          <p:nvPr/>
        </p:nvSpPr>
        <p:spPr>
          <a:xfrm>
            <a:off x="807720" y="38195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1527" y="11162"/>
                </a:moveTo>
                <a:cubicBezTo>
                  <a:pt x="68000" y="2724"/>
                  <a:pt x="58802" y="-1741"/>
                  <a:pt x="50051" y="625"/>
                </a:cubicBezTo>
                <a:lnTo>
                  <a:pt x="47595" y="1295"/>
                </a:lnTo>
                <a:cubicBezTo>
                  <a:pt x="18752" y="9153"/>
                  <a:pt x="-5894" y="37103"/>
                  <a:pt x="1295" y="71125"/>
                </a:cubicBezTo>
                <a:cubicBezTo>
                  <a:pt x="17859" y="149260"/>
                  <a:pt x="79340" y="210741"/>
                  <a:pt x="157475" y="227305"/>
                </a:cubicBezTo>
                <a:cubicBezTo>
                  <a:pt x="191542" y="234538"/>
                  <a:pt x="219447" y="209848"/>
                  <a:pt x="227305" y="181005"/>
                </a:cubicBezTo>
                <a:lnTo>
                  <a:pt x="227975" y="178549"/>
                </a:lnTo>
                <a:cubicBezTo>
                  <a:pt x="230386" y="169753"/>
                  <a:pt x="225876" y="160556"/>
                  <a:pt x="217483" y="157073"/>
                </a:cubicBezTo>
                <a:lnTo>
                  <a:pt x="174040" y="138991"/>
                </a:lnTo>
                <a:cubicBezTo>
                  <a:pt x="166673" y="135910"/>
                  <a:pt x="158145" y="138053"/>
                  <a:pt x="153055" y="144259"/>
                </a:cubicBezTo>
                <a:lnTo>
                  <a:pt x="135821" y="165333"/>
                </a:lnTo>
                <a:cubicBezTo>
                  <a:pt x="104433" y="149751"/>
                  <a:pt x="79162" y="123676"/>
                  <a:pt x="64651" y="91663"/>
                </a:cubicBezTo>
                <a:lnTo>
                  <a:pt x="84386" y="75590"/>
                </a:lnTo>
                <a:cubicBezTo>
                  <a:pt x="90592" y="70545"/>
                  <a:pt x="92690" y="62017"/>
                  <a:pt x="89654" y="54605"/>
                </a:cubicBezTo>
                <a:lnTo>
                  <a:pt x="71527" y="11162"/>
                </a:ln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18" name="Text 15"/>
          <p:cNvSpPr/>
          <p:nvPr/>
        </p:nvSpPr>
        <p:spPr>
          <a:xfrm>
            <a:off x="1379220" y="3667125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Телефон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379220" y="3971804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Для связи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7220" y="4391025"/>
            <a:ext cx="5086350" cy="571500"/>
          </a:xfrm>
          <a:custGeom>
            <a:avLst/>
            <a:gdLst/>
            <a:ahLst/>
            <a:cxnLst/>
            <a:rect l="l" t="t" r="r" b="b"/>
            <a:pathLst>
              <a:path w="5086350" h="571500">
                <a:moveTo>
                  <a:pt x="114300" y="0"/>
                </a:moveTo>
                <a:lnTo>
                  <a:pt x="4972050" y="0"/>
                </a:lnTo>
                <a:cubicBezTo>
                  <a:pt x="5035134" y="0"/>
                  <a:pt x="5086350" y="51216"/>
                  <a:pt x="5086350" y="114300"/>
                </a:cubicBezTo>
                <a:lnTo>
                  <a:pt x="5086350" y="457200"/>
                </a:lnTo>
                <a:cubicBezTo>
                  <a:pt x="5086350" y="520284"/>
                  <a:pt x="5035134" y="571500"/>
                  <a:pt x="4972050" y="571500"/>
                </a:cubicBezTo>
                <a:lnTo>
                  <a:pt x="114300" y="571500"/>
                </a:lnTo>
                <a:cubicBezTo>
                  <a:pt x="51216" y="571500"/>
                  <a:pt x="0" y="520284"/>
                  <a:pt x="0" y="457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1" name="Text 18"/>
          <p:cNvSpPr/>
          <p:nvPr/>
        </p:nvSpPr>
        <p:spPr>
          <a:xfrm>
            <a:off x="721995" y="4543425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+7 (XXX) XXX-XX-XX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252210" y="1400181"/>
            <a:ext cx="5551170" cy="2255520"/>
          </a:xfrm>
          <a:custGeom>
            <a:avLst/>
            <a:gdLst/>
            <a:ahLst/>
            <a:cxnLst/>
            <a:rect l="l" t="t" r="r" b="b"/>
            <a:pathLst>
              <a:path w="5551170" h="2255520">
                <a:moveTo>
                  <a:pt x="114310" y="0"/>
                </a:moveTo>
                <a:lnTo>
                  <a:pt x="5436860" y="0"/>
                </a:lnTo>
                <a:cubicBezTo>
                  <a:pt x="5499992" y="0"/>
                  <a:pt x="5551170" y="51178"/>
                  <a:pt x="5551170" y="114310"/>
                </a:cubicBezTo>
                <a:lnTo>
                  <a:pt x="5551170" y="2141210"/>
                </a:lnTo>
                <a:cubicBezTo>
                  <a:pt x="5551170" y="2204342"/>
                  <a:pt x="5499992" y="2255520"/>
                  <a:pt x="5436860" y="2255520"/>
                </a:cubicBezTo>
                <a:lnTo>
                  <a:pt x="114310" y="2255520"/>
                </a:lnTo>
                <a:cubicBezTo>
                  <a:pt x="51178" y="2255520"/>
                  <a:pt x="0" y="2204342"/>
                  <a:pt x="0" y="2141210"/>
                </a:cubicBezTo>
                <a:lnTo>
                  <a:pt x="0" y="114310"/>
                </a:lnTo>
                <a:cubicBezTo>
                  <a:pt x="0" y="51220"/>
                  <a:pt x="51220" y="0"/>
                  <a:pt x="114310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84620" y="163258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4" name="Shape 21"/>
          <p:cNvSpPr/>
          <p:nvPr/>
        </p:nvSpPr>
        <p:spPr>
          <a:xfrm>
            <a:off x="6675120" y="182308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1450" y="85725"/>
                </a:moveTo>
                <a:cubicBezTo>
                  <a:pt x="195114" y="85725"/>
                  <a:pt x="214313" y="66526"/>
                  <a:pt x="214313" y="42863"/>
                </a:cubicBezTo>
                <a:cubicBezTo>
                  <a:pt x="214313" y="19199"/>
                  <a:pt x="195114" y="0"/>
                  <a:pt x="171450" y="0"/>
                </a:cubicBezTo>
                <a:cubicBezTo>
                  <a:pt x="147786" y="0"/>
                  <a:pt x="128588" y="19199"/>
                  <a:pt x="128588" y="42863"/>
                </a:cubicBezTo>
                <a:cubicBezTo>
                  <a:pt x="128588" y="45274"/>
                  <a:pt x="128811" y="47685"/>
                  <a:pt x="129168" y="50006"/>
                </a:cubicBezTo>
                <a:lnTo>
                  <a:pt x="71259" y="82198"/>
                </a:lnTo>
                <a:cubicBezTo>
                  <a:pt x="63713" y="75501"/>
                  <a:pt x="53757" y="71438"/>
                  <a:pt x="42863" y="71438"/>
                </a:cubicBezTo>
                <a:cubicBezTo>
                  <a:pt x="19199" y="71438"/>
                  <a:pt x="0" y="90636"/>
                  <a:pt x="0" y="114300"/>
                </a:cubicBezTo>
                <a:cubicBezTo>
                  <a:pt x="0" y="137964"/>
                  <a:pt x="19199" y="157163"/>
                  <a:pt x="42863" y="157163"/>
                </a:cubicBezTo>
                <a:cubicBezTo>
                  <a:pt x="53757" y="157163"/>
                  <a:pt x="63669" y="153099"/>
                  <a:pt x="71259" y="146402"/>
                </a:cubicBezTo>
                <a:lnTo>
                  <a:pt x="129168" y="178594"/>
                </a:lnTo>
                <a:cubicBezTo>
                  <a:pt x="128766" y="180915"/>
                  <a:pt x="128588" y="183282"/>
                  <a:pt x="128588" y="185738"/>
                </a:cubicBezTo>
                <a:cubicBezTo>
                  <a:pt x="128588" y="209401"/>
                  <a:pt x="147786" y="228600"/>
                  <a:pt x="171450" y="228600"/>
                </a:cubicBezTo>
                <a:cubicBezTo>
                  <a:pt x="195114" y="228600"/>
                  <a:pt x="214313" y="209401"/>
                  <a:pt x="214313" y="185738"/>
                </a:cubicBezTo>
                <a:cubicBezTo>
                  <a:pt x="214313" y="162074"/>
                  <a:pt x="195114" y="142875"/>
                  <a:pt x="171450" y="142875"/>
                </a:cubicBezTo>
                <a:cubicBezTo>
                  <a:pt x="160556" y="142875"/>
                  <a:pt x="150644" y="146938"/>
                  <a:pt x="143054" y="153635"/>
                </a:cubicBezTo>
                <a:lnTo>
                  <a:pt x="85145" y="121444"/>
                </a:lnTo>
                <a:cubicBezTo>
                  <a:pt x="85546" y="119122"/>
                  <a:pt x="85725" y="116756"/>
                  <a:pt x="85725" y="114300"/>
                </a:cubicBezTo>
                <a:cubicBezTo>
                  <a:pt x="85725" y="111844"/>
                  <a:pt x="85502" y="109478"/>
                  <a:pt x="85145" y="107156"/>
                </a:cubicBezTo>
                <a:lnTo>
                  <a:pt x="143054" y="74965"/>
                </a:lnTo>
                <a:cubicBezTo>
                  <a:pt x="150599" y="81662"/>
                  <a:pt x="160556" y="85725"/>
                  <a:pt x="171450" y="85725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5" name="Text 22"/>
          <p:cNvSpPr/>
          <p:nvPr/>
        </p:nvSpPr>
        <p:spPr>
          <a:xfrm>
            <a:off x="7246620" y="1670689"/>
            <a:ext cx="194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Социальные сети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246620" y="1975368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Дополнительные каналы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484620" y="2394589"/>
            <a:ext cx="5086350" cy="457200"/>
          </a:xfrm>
          <a:custGeom>
            <a:avLst/>
            <a:gdLst/>
            <a:ahLst/>
            <a:cxnLst/>
            <a:rect l="l" t="t" r="r" b="b"/>
            <a:pathLst>
              <a:path w="5086350" h="457200">
                <a:moveTo>
                  <a:pt x="76202" y="0"/>
                </a:moveTo>
                <a:lnTo>
                  <a:pt x="5010148" y="0"/>
                </a:lnTo>
                <a:cubicBezTo>
                  <a:pt x="5052233" y="0"/>
                  <a:pt x="5086350" y="34117"/>
                  <a:pt x="5086350" y="76202"/>
                </a:cubicBezTo>
                <a:lnTo>
                  <a:pt x="5086350" y="380998"/>
                </a:lnTo>
                <a:cubicBezTo>
                  <a:pt x="5086350" y="423083"/>
                  <a:pt x="5052233" y="457200"/>
                  <a:pt x="50101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28" name="Shape 25"/>
          <p:cNvSpPr/>
          <p:nvPr/>
        </p:nvSpPr>
        <p:spPr>
          <a:xfrm>
            <a:off x="6634639" y="252793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1720" y="23626"/>
                </a:moveTo>
                <a:cubicBezTo>
                  <a:pt x="0" y="35347"/>
                  <a:pt x="0" y="54211"/>
                  <a:pt x="0" y="91901"/>
                </a:cubicBezTo>
                <a:lnTo>
                  <a:pt x="0" y="98599"/>
                </a:lnTo>
                <a:cubicBezTo>
                  <a:pt x="0" y="136289"/>
                  <a:pt x="0" y="155153"/>
                  <a:pt x="11720" y="166874"/>
                </a:cubicBezTo>
                <a:cubicBezTo>
                  <a:pt x="23440" y="178594"/>
                  <a:pt x="42304" y="178594"/>
                  <a:pt x="79995" y="178594"/>
                </a:cubicBezTo>
                <a:lnTo>
                  <a:pt x="86655" y="178594"/>
                </a:lnTo>
                <a:cubicBezTo>
                  <a:pt x="124383" y="178594"/>
                  <a:pt x="143247" y="178594"/>
                  <a:pt x="154930" y="166874"/>
                </a:cubicBezTo>
                <a:cubicBezTo>
                  <a:pt x="166613" y="155153"/>
                  <a:pt x="166688" y="136289"/>
                  <a:pt x="166688" y="98599"/>
                </a:cubicBezTo>
                <a:lnTo>
                  <a:pt x="166688" y="91939"/>
                </a:lnTo>
                <a:cubicBezTo>
                  <a:pt x="166688" y="54211"/>
                  <a:pt x="166688" y="35347"/>
                  <a:pt x="154967" y="23664"/>
                </a:cubicBezTo>
                <a:cubicBezTo>
                  <a:pt x="143247" y="11981"/>
                  <a:pt x="124383" y="11906"/>
                  <a:pt x="86692" y="11906"/>
                </a:cubicBezTo>
                <a:lnTo>
                  <a:pt x="79995" y="11906"/>
                </a:lnTo>
                <a:cubicBezTo>
                  <a:pt x="42304" y="11906"/>
                  <a:pt x="23440" y="11906"/>
                  <a:pt x="11720" y="23626"/>
                </a:cubicBezTo>
                <a:close/>
                <a:moveTo>
                  <a:pt x="28129" y="62619"/>
                </a:moveTo>
                <a:lnTo>
                  <a:pt x="47141" y="62619"/>
                </a:lnTo>
                <a:cubicBezTo>
                  <a:pt x="47774" y="94431"/>
                  <a:pt x="61801" y="107900"/>
                  <a:pt x="72926" y="110691"/>
                </a:cubicBezTo>
                <a:lnTo>
                  <a:pt x="72926" y="62619"/>
                </a:lnTo>
                <a:lnTo>
                  <a:pt x="90860" y="62619"/>
                </a:lnTo>
                <a:lnTo>
                  <a:pt x="90860" y="90041"/>
                </a:lnTo>
                <a:cubicBezTo>
                  <a:pt x="101836" y="88850"/>
                  <a:pt x="113370" y="76349"/>
                  <a:pt x="117239" y="62619"/>
                </a:cubicBezTo>
                <a:lnTo>
                  <a:pt x="135173" y="62619"/>
                </a:lnTo>
                <a:cubicBezTo>
                  <a:pt x="133722" y="69763"/>
                  <a:pt x="130783" y="76498"/>
                  <a:pt x="126578" y="82451"/>
                </a:cubicBezTo>
                <a:cubicBezTo>
                  <a:pt x="122374" y="88404"/>
                  <a:pt x="117016" y="93427"/>
                  <a:pt x="110765" y="97185"/>
                </a:cubicBezTo>
                <a:cubicBezTo>
                  <a:pt x="117723" y="100645"/>
                  <a:pt x="123862" y="105519"/>
                  <a:pt x="128774" y="111509"/>
                </a:cubicBezTo>
                <a:cubicBezTo>
                  <a:pt x="133685" y="117500"/>
                  <a:pt x="137294" y="124495"/>
                  <a:pt x="139303" y="131973"/>
                </a:cubicBezTo>
                <a:lnTo>
                  <a:pt x="119583" y="131973"/>
                </a:lnTo>
                <a:cubicBezTo>
                  <a:pt x="117760" y="125462"/>
                  <a:pt x="114077" y="119658"/>
                  <a:pt x="108942" y="115230"/>
                </a:cubicBezTo>
                <a:cubicBezTo>
                  <a:pt x="103808" y="110803"/>
                  <a:pt x="97520" y="108012"/>
                  <a:pt x="90822" y="107193"/>
                </a:cubicBezTo>
                <a:lnTo>
                  <a:pt x="90822" y="131973"/>
                </a:lnTo>
                <a:lnTo>
                  <a:pt x="88664" y="131973"/>
                </a:lnTo>
                <a:cubicBezTo>
                  <a:pt x="50676" y="131973"/>
                  <a:pt x="29021" y="105928"/>
                  <a:pt x="28091" y="62582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9" name="Text 26"/>
          <p:cNvSpPr/>
          <p:nvPr/>
        </p:nvSpPr>
        <p:spPr>
          <a:xfrm>
            <a:off x="6951345" y="2508889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vk.com/saveliy_petrov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84620" y="2966089"/>
            <a:ext cx="5086350" cy="457200"/>
          </a:xfrm>
          <a:custGeom>
            <a:avLst/>
            <a:gdLst/>
            <a:ahLst/>
            <a:cxnLst/>
            <a:rect l="l" t="t" r="r" b="b"/>
            <a:pathLst>
              <a:path w="5086350" h="457200">
                <a:moveTo>
                  <a:pt x="76202" y="0"/>
                </a:moveTo>
                <a:lnTo>
                  <a:pt x="5010148" y="0"/>
                </a:lnTo>
                <a:cubicBezTo>
                  <a:pt x="5052233" y="0"/>
                  <a:pt x="5086350" y="34117"/>
                  <a:pt x="5086350" y="76202"/>
                </a:cubicBezTo>
                <a:lnTo>
                  <a:pt x="5086350" y="380998"/>
                </a:lnTo>
                <a:cubicBezTo>
                  <a:pt x="5086350" y="423083"/>
                  <a:pt x="5052233" y="457200"/>
                  <a:pt x="50101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31" name="Shape 28"/>
          <p:cNvSpPr/>
          <p:nvPr/>
        </p:nvSpPr>
        <p:spPr>
          <a:xfrm>
            <a:off x="6622732" y="309943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2977"/>
                </a:moveTo>
                <a:cubicBezTo>
                  <a:pt x="44323" y="2977"/>
                  <a:pt x="2977" y="44323"/>
                  <a:pt x="2977" y="95250"/>
                </a:cubicBezTo>
                <a:cubicBezTo>
                  <a:pt x="2977" y="146177"/>
                  <a:pt x="44323" y="187523"/>
                  <a:pt x="95250" y="187523"/>
                </a:cubicBezTo>
                <a:cubicBezTo>
                  <a:pt x="146177" y="187523"/>
                  <a:pt x="187523" y="146177"/>
                  <a:pt x="187523" y="95250"/>
                </a:cubicBezTo>
                <a:cubicBezTo>
                  <a:pt x="187523" y="44323"/>
                  <a:pt x="146177" y="2977"/>
                  <a:pt x="95250" y="2977"/>
                </a:cubicBezTo>
                <a:close/>
                <a:moveTo>
                  <a:pt x="138038" y="65745"/>
                </a:moveTo>
                <a:cubicBezTo>
                  <a:pt x="136661" y="80330"/>
                  <a:pt x="130634" y="115751"/>
                  <a:pt x="127583" y="132085"/>
                </a:cubicBezTo>
                <a:cubicBezTo>
                  <a:pt x="126281" y="139005"/>
                  <a:pt x="123751" y="141312"/>
                  <a:pt x="121295" y="141536"/>
                </a:cubicBezTo>
                <a:cubicBezTo>
                  <a:pt x="115937" y="142019"/>
                  <a:pt x="111882" y="138001"/>
                  <a:pt x="106673" y="134578"/>
                </a:cubicBezTo>
                <a:cubicBezTo>
                  <a:pt x="98561" y="129257"/>
                  <a:pt x="93948" y="125946"/>
                  <a:pt x="86097" y="120737"/>
                </a:cubicBezTo>
                <a:cubicBezTo>
                  <a:pt x="76981" y="114746"/>
                  <a:pt x="82897" y="111435"/>
                  <a:pt x="88069" y="106040"/>
                </a:cubicBezTo>
                <a:cubicBezTo>
                  <a:pt x="89446" y="104626"/>
                  <a:pt x="113035" y="83158"/>
                  <a:pt x="113481" y="81223"/>
                </a:cubicBezTo>
                <a:cubicBezTo>
                  <a:pt x="113556" y="80963"/>
                  <a:pt x="113593" y="80070"/>
                  <a:pt x="113035" y="79586"/>
                </a:cubicBezTo>
                <a:cubicBezTo>
                  <a:pt x="112477" y="79102"/>
                  <a:pt x="111696" y="79288"/>
                  <a:pt x="111137" y="79400"/>
                </a:cubicBezTo>
                <a:cubicBezTo>
                  <a:pt x="110319" y="79586"/>
                  <a:pt x="97334" y="88143"/>
                  <a:pt x="72219" y="105110"/>
                </a:cubicBezTo>
                <a:cubicBezTo>
                  <a:pt x="68535" y="107640"/>
                  <a:pt x="65187" y="108868"/>
                  <a:pt x="62210" y="108793"/>
                </a:cubicBezTo>
                <a:cubicBezTo>
                  <a:pt x="58899" y="108719"/>
                  <a:pt x="52574" y="106933"/>
                  <a:pt x="47848" y="105408"/>
                </a:cubicBezTo>
                <a:cubicBezTo>
                  <a:pt x="42081" y="103547"/>
                  <a:pt x="37467" y="102543"/>
                  <a:pt x="37877" y="99343"/>
                </a:cubicBezTo>
                <a:cubicBezTo>
                  <a:pt x="38100" y="97668"/>
                  <a:pt x="40370" y="95994"/>
                  <a:pt x="44723" y="94245"/>
                </a:cubicBezTo>
                <a:cubicBezTo>
                  <a:pt x="71624" y="82525"/>
                  <a:pt x="89557" y="74786"/>
                  <a:pt x="98524" y="71065"/>
                </a:cubicBezTo>
                <a:cubicBezTo>
                  <a:pt x="124160" y="60424"/>
                  <a:pt x="129480" y="58564"/>
                  <a:pt x="132941" y="58489"/>
                </a:cubicBezTo>
                <a:cubicBezTo>
                  <a:pt x="133722" y="58489"/>
                  <a:pt x="135396" y="58675"/>
                  <a:pt x="136513" y="59568"/>
                </a:cubicBezTo>
                <a:cubicBezTo>
                  <a:pt x="137257" y="60201"/>
                  <a:pt x="137703" y="61094"/>
                  <a:pt x="137815" y="62061"/>
                </a:cubicBezTo>
                <a:cubicBezTo>
                  <a:pt x="138001" y="63252"/>
                  <a:pt x="138038" y="64480"/>
                  <a:pt x="137964" y="65708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2" name="Text 29"/>
          <p:cNvSpPr/>
          <p:nvPr/>
        </p:nvSpPr>
        <p:spPr>
          <a:xfrm>
            <a:off x="6951345" y="3080389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@saveliy_petrov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256020" y="3857627"/>
            <a:ext cx="5549265" cy="2091690"/>
          </a:xfrm>
          <a:custGeom>
            <a:avLst/>
            <a:gdLst/>
            <a:ahLst/>
            <a:cxnLst/>
            <a:rect l="l" t="t" r="r" b="b"/>
            <a:pathLst>
              <a:path w="5549265" h="2091690">
                <a:moveTo>
                  <a:pt x="114290" y="0"/>
                </a:moveTo>
                <a:lnTo>
                  <a:pt x="5434975" y="0"/>
                </a:lnTo>
                <a:cubicBezTo>
                  <a:pt x="5498096" y="0"/>
                  <a:pt x="5549265" y="51169"/>
                  <a:pt x="5549265" y="114290"/>
                </a:cubicBezTo>
                <a:lnTo>
                  <a:pt x="5549265" y="1977400"/>
                </a:lnTo>
                <a:cubicBezTo>
                  <a:pt x="5549265" y="2040521"/>
                  <a:pt x="5498096" y="2091690"/>
                  <a:pt x="5434975" y="2091690"/>
                </a:cubicBezTo>
                <a:lnTo>
                  <a:pt x="114290" y="2091690"/>
                </a:lnTo>
                <a:cubicBezTo>
                  <a:pt x="51169" y="2091690"/>
                  <a:pt x="0" y="2040521"/>
                  <a:pt x="0" y="197740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00D4FF"/>
          </a:solidFill>
          <a:ln w="20320">
            <a:solidFill>
              <a:srgbClr val="00D4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92240" y="409384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5" name="Shape 32"/>
          <p:cNvSpPr/>
          <p:nvPr/>
        </p:nvSpPr>
        <p:spPr>
          <a:xfrm>
            <a:off x="6682740" y="428434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36" name="Text 33"/>
          <p:cNvSpPr/>
          <p:nvPr/>
        </p:nvSpPr>
        <p:spPr>
          <a:xfrm>
            <a:off x="7254240" y="4246243"/>
            <a:ext cx="2686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Готов к сотрудничеству!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516053" y="489394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8" name="Text 35"/>
          <p:cNvSpPr/>
          <p:nvPr/>
        </p:nvSpPr>
        <p:spPr>
          <a:xfrm>
            <a:off x="6820853" y="4855843"/>
            <a:ext cx="21240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Открыт для новых проектов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516053" y="521779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0" name="Text 37"/>
          <p:cNvSpPr/>
          <p:nvPr/>
        </p:nvSpPr>
        <p:spPr>
          <a:xfrm>
            <a:off x="6820853" y="5179693"/>
            <a:ext cx="24098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Ищу возможности для развития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516053" y="554164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2" name="Text 39"/>
          <p:cNvSpPr/>
          <p:nvPr/>
        </p:nvSpPr>
        <p:spPr>
          <a:xfrm>
            <a:off x="6820853" y="5503543"/>
            <a:ext cx="19716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Готов к обсуждению идей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3750945" y="625601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80367"/>
                </a:moveTo>
                <a:cubicBezTo>
                  <a:pt x="0" y="55699"/>
                  <a:pt x="19980" y="35719"/>
                  <a:pt x="44648" y="35719"/>
                </a:cubicBezTo>
                <a:lnTo>
                  <a:pt x="47625" y="35719"/>
                </a:lnTo>
                <a:cubicBezTo>
                  <a:pt x="54211" y="35719"/>
                  <a:pt x="59531" y="41039"/>
                  <a:pt x="59531" y="47625"/>
                </a:cubicBezTo>
                <a:cubicBezTo>
                  <a:pt x="59531" y="54211"/>
                  <a:pt x="54211" y="59531"/>
                  <a:pt x="47625" y="59531"/>
                </a:cubicBezTo>
                <a:lnTo>
                  <a:pt x="44648" y="59531"/>
                </a:lnTo>
                <a:cubicBezTo>
                  <a:pt x="33151" y="59531"/>
                  <a:pt x="23812" y="68870"/>
                  <a:pt x="23812" y="80367"/>
                </a:cubicBezTo>
                <a:lnTo>
                  <a:pt x="23812" y="83344"/>
                </a:lnTo>
                <a:lnTo>
                  <a:pt x="47625" y="83344"/>
                </a:lnTo>
                <a:cubicBezTo>
                  <a:pt x="60759" y="83344"/>
                  <a:pt x="71438" y="94022"/>
                  <a:pt x="71438" y="107156"/>
                </a:cubicBezTo>
                <a:lnTo>
                  <a:pt x="71438" y="130969"/>
                </a:lnTo>
                <a:cubicBezTo>
                  <a:pt x="71438" y="144103"/>
                  <a:pt x="60759" y="154781"/>
                  <a:pt x="47625" y="154781"/>
                </a:cubicBezTo>
                <a:lnTo>
                  <a:pt x="23812" y="154781"/>
                </a:lnTo>
                <a:cubicBezTo>
                  <a:pt x="10678" y="154781"/>
                  <a:pt x="0" y="144103"/>
                  <a:pt x="0" y="130969"/>
                </a:cubicBezTo>
                <a:lnTo>
                  <a:pt x="0" y="80367"/>
                </a:lnTo>
                <a:close/>
                <a:moveTo>
                  <a:pt x="95250" y="80367"/>
                </a:moveTo>
                <a:cubicBezTo>
                  <a:pt x="95250" y="55699"/>
                  <a:pt x="115230" y="35719"/>
                  <a:pt x="139898" y="35719"/>
                </a:cubicBezTo>
                <a:lnTo>
                  <a:pt x="142875" y="35719"/>
                </a:lnTo>
                <a:cubicBezTo>
                  <a:pt x="149461" y="35719"/>
                  <a:pt x="154781" y="41039"/>
                  <a:pt x="154781" y="47625"/>
                </a:cubicBezTo>
                <a:cubicBezTo>
                  <a:pt x="154781" y="54211"/>
                  <a:pt x="149461" y="59531"/>
                  <a:pt x="142875" y="59531"/>
                </a:cubicBezTo>
                <a:lnTo>
                  <a:pt x="139898" y="59531"/>
                </a:lnTo>
                <a:cubicBezTo>
                  <a:pt x="128401" y="59531"/>
                  <a:pt x="119063" y="68870"/>
                  <a:pt x="119063" y="80367"/>
                </a:cubicBezTo>
                <a:lnTo>
                  <a:pt x="119063" y="83344"/>
                </a:lnTo>
                <a:lnTo>
                  <a:pt x="142875" y="83344"/>
                </a:lnTo>
                <a:cubicBezTo>
                  <a:pt x="156009" y="83344"/>
                  <a:pt x="166688" y="94022"/>
                  <a:pt x="166688" y="107156"/>
                </a:cubicBezTo>
                <a:lnTo>
                  <a:pt x="166688" y="130969"/>
                </a:lnTo>
                <a:cubicBezTo>
                  <a:pt x="166688" y="144103"/>
                  <a:pt x="156009" y="154781"/>
                  <a:pt x="142875" y="154781"/>
                </a:cubicBezTo>
                <a:lnTo>
                  <a:pt x="119063" y="154781"/>
                </a:lnTo>
                <a:cubicBezTo>
                  <a:pt x="105928" y="154781"/>
                  <a:pt x="95250" y="144103"/>
                  <a:pt x="95250" y="130969"/>
                </a:cubicBezTo>
                <a:lnTo>
                  <a:pt x="95250" y="80367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44" name="Text 41"/>
          <p:cNvSpPr/>
          <p:nvPr/>
        </p:nvSpPr>
        <p:spPr>
          <a:xfrm>
            <a:off x="628650" y="6210300"/>
            <a:ext cx="11229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Будущее создают те, кто действует сегодня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airmobi.com/0ead13a7f532efb033070a8159611907134a88e0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1844" r="1844" t="0" b="0"/>
          <a:stretch/>
        </p:blipFill>
        <p:spPr>
          <a:xfrm>
            <a:off x="0" y="0"/>
            <a:ext cx="12192000" cy="6856854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6854"/>
          </a:xfrm>
          <a:custGeom>
            <a:avLst/>
            <a:gdLst/>
            <a:ahLst/>
            <a:cxnLst/>
            <a:rect l="l" t="t" r="r" b="b"/>
            <a:pathLst>
              <a:path w="12192000" h="6856854">
                <a:moveTo>
                  <a:pt x="0" y="0"/>
                </a:moveTo>
                <a:lnTo>
                  <a:pt x="12192000" y="0"/>
                </a:lnTo>
                <a:lnTo>
                  <a:pt x="12192000" y="6856854"/>
                </a:lnTo>
                <a:lnTo>
                  <a:pt x="0" y="6856854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E17">
                  <a:alpha val="95000"/>
                </a:srgbClr>
              </a:gs>
              <a:gs pos="100000">
                <a:srgbClr val="1E3A5F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54957" y="-126842"/>
            <a:ext cx="880024" cy="880024"/>
          </a:xfrm>
          <a:custGeom>
            <a:avLst/>
            <a:gdLst/>
            <a:ahLst/>
            <a:cxnLst/>
            <a:rect l="l" t="t" r="r" b="b"/>
            <a:pathLst>
              <a:path w="880024" h="880024">
                <a:moveTo>
                  <a:pt x="440012" y="0"/>
                </a:moveTo>
                <a:lnTo>
                  <a:pt x="440012" y="0"/>
                </a:lnTo>
                <a:cubicBezTo>
                  <a:pt x="682861" y="0"/>
                  <a:pt x="880024" y="197163"/>
                  <a:pt x="880024" y="440012"/>
                </a:cubicBezTo>
                <a:lnTo>
                  <a:pt x="880024" y="440012"/>
                </a:lnTo>
                <a:cubicBezTo>
                  <a:pt x="880024" y="682861"/>
                  <a:pt x="682861" y="880024"/>
                  <a:pt x="440012" y="880024"/>
                </a:cubicBezTo>
                <a:lnTo>
                  <a:pt x="440012" y="880024"/>
                </a:lnTo>
                <a:cubicBezTo>
                  <a:pt x="197163" y="880024"/>
                  <a:pt x="0" y="682861"/>
                  <a:pt x="0" y="440012"/>
                </a:cubicBezTo>
                <a:lnTo>
                  <a:pt x="0" y="440012"/>
                </a:lnTo>
                <a:cubicBezTo>
                  <a:pt x="0" y="197163"/>
                  <a:pt x="197163" y="0"/>
                  <a:pt x="440012" y="0"/>
                </a:cubicBezTo>
                <a:close/>
              </a:path>
            </a:pathLst>
          </a:custGeom>
          <a:solidFill>
            <a:srgbClr val="00D4FF"/>
          </a:solidFill>
          <a:ln/>
          <a:effectLst>
            <a:outerShdw sx="100000" sy="100000" kx="0" ky="0" algn="bl" rotWithShape="0" blurRad="366677" dist="50800" dir="2700000">
              <a:srgbClr val="00d4ff">
                <a:alpha val="1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874963" y="93164"/>
            <a:ext cx="440012" cy="440012"/>
          </a:xfrm>
          <a:custGeom>
            <a:avLst/>
            <a:gdLst/>
            <a:ahLst/>
            <a:cxnLst/>
            <a:rect l="l" t="t" r="r" b="b"/>
            <a:pathLst>
              <a:path w="440012" h="440012">
                <a:moveTo>
                  <a:pt x="110003" y="275008"/>
                </a:moveTo>
                <a:lnTo>
                  <a:pt x="21055" y="275008"/>
                </a:lnTo>
                <a:cubicBezTo>
                  <a:pt x="-344" y="275008"/>
                  <a:pt x="-13493" y="251718"/>
                  <a:pt x="-2492" y="233327"/>
                </a:cubicBezTo>
                <a:lnTo>
                  <a:pt x="42970" y="157528"/>
                </a:lnTo>
                <a:cubicBezTo>
                  <a:pt x="50447" y="145066"/>
                  <a:pt x="63853" y="137504"/>
                  <a:pt x="78377" y="137504"/>
                </a:cubicBezTo>
                <a:lnTo>
                  <a:pt x="160020" y="137504"/>
                </a:lnTo>
                <a:cubicBezTo>
                  <a:pt x="225420" y="26727"/>
                  <a:pt x="322962" y="21141"/>
                  <a:pt x="388190" y="30681"/>
                </a:cubicBezTo>
                <a:cubicBezTo>
                  <a:pt x="399191" y="32313"/>
                  <a:pt x="407785" y="40907"/>
                  <a:pt x="409332" y="51822"/>
                </a:cubicBezTo>
                <a:cubicBezTo>
                  <a:pt x="418871" y="117050"/>
                  <a:pt x="413285" y="214592"/>
                  <a:pt x="302508" y="279992"/>
                </a:cubicBezTo>
                <a:lnTo>
                  <a:pt x="302508" y="361635"/>
                </a:lnTo>
                <a:cubicBezTo>
                  <a:pt x="302508" y="376159"/>
                  <a:pt x="294946" y="389565"/>
                  <a:pt x="282484" y="397042"/>
                </a:cubicBezTo>
                <a:lnTo>
                  <a:pt x="206685" y="442504"/>
                </a:lnTo>
                <a:cubicBezTo>
                  <a:pt x="188380" y="453505"/>
                  <a:pt x="165005" y="440270"/>
                  <a:pt x="165005" y="418957"/>
                </a:cubicBezTo>
                <a:lnTo>
                  <a:pt x="165005" y="330009"/>
                </a:lnTo>
                <a:cubicBezTo>
                  <a:pt x="165005" y="299672"/>
                  <a:pt x="140340" y="275008"/>
                  <a:pt x="110003" y="275008"/>
                </a:cubicBezTo>
                <a:lnTo>
                  <a:pt x="109917" y="275008"/>
                </a:lnTo>
                <a:close/>
                <a:moveTo>
                  <a:pt x="343759" y="137504"/>
                </a:moveTo>
                <a:cubicBezTo>
                  <a:pt x="343759" y="114737"/>
                  <a:pt x="325275" y="96253"/>
                  <a:pt x="302508" y="96253"/>
                </a:cubicBezTo>
                <a:cubicBezTo>
                  <a:pt x="279741" y="96253"/>
                  <a:pt x="261257" y="114737"/>
                  <a:pt x="261257" y="137504"/>
                </a:cubicBezTo>
                <a:cubicBezTo>
                  <a:pt x="261257" y="160271"/>
                  <a:pt x="279741" y="178755"/>
                  <a:pt x="302508" y="178755"/>
                </a:cubicBezTo>
                <a:cubicBezTo>
                  <a:pt x="325275" y="178755"/>
                  <a:pt x="343759" y="160271"/>
                  <a:pt x="343759" y="137504"/>
                </a:cubicBezTo>
                <a:close/>
              </a:path>
            </a:pathLst>
          </a:custGeom>
          <a:solidFill>
            <a:srgbClr val="0A0E17"/>
          </a:solidFill>
          <a:ln/>
        </p:spPr>
      </p:sp>
      <p:sp>
        <p:nvSpPr>
          <p:cNvPr id="6" name="Text 3"/>
          <p:cNvSpPr/>
          <p:nvPr/>
        </p:nvSpPr>
        <p:spPr>
          <a:xfrm>
            <a:off x="3962400" y="973188"/>
            <a:ext cx="4262617" cy="1650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197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Спасибо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197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 внимание!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214945" y="2769904"/>
            <a:ext cx="1760048" cy="36668"/>
          </a:xfrm>
          <a:custGeom>
            <a:avLst/>
            <a:gdLst/>
            <a:ahLst/>
            <a:cxnLst/>
            <a:rect l="l" t="t" r="r" b="b"/>
            <a:pathLst>
              <a:path w="1760048" h="36668">
                <a:moveTo>
                  <a:pt x="0" y="0"/>
                </a:moveTo>
                <a:lnTo>
                  <a:pt x="1760048" y="0"/>
                </a:lnTo>
                <a:lnTo>
                  <a:pt x="1760048" y="36668"/>
                </a:lnTo>
                <a:lnTo>
                  <a:pt x="0" y="36668"/>
                </a:lnTo>
                <a:lnTo>
                  <a:pt x="0" y="0"/>
                </a:lnTo>
                <a:close/>
              </a:path>
            </a:pathLst>
          </a:custGeom>
          <a:solidFill>
            <a:srgbClr val="00D4FF"/>
          </a:solidFill>
          <a:ln/>
          <a:effectLst>
            <a:outerShdw sx="100000" sy="100000" kx="0" ky="0" algn="bl" rotWithShape="0" blurRad="366677" dist="50800" dir="2700000">
              <a:srgbClr val="00d4ff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22859" y="3323586"/>
            <a:ext cx="5745824" cy="1373204"/>
          </a:xfrm>
          <a:custGeom>
            <a:avLst/>
            <a:gdLst/>
            <a:ahLst/>
            <a:cxnLst/>
            <a:rect l="l" t="t" r="r" b="b"/>
            <a:pathLst>
              <a:path w="5745824" h="1373204">
                <a:moveTo>
                  <a:pt x="146672" y="0"/>
                </a:moveTo>
                <a:lnTo>
                  <a:pt x="5599152" y="0"/>
                </a:lnTo>
                <a:cubicBezTo>
                  <a:pt x="5680102" y="0"/>
                  <a:pt x="5745824" y="65721"/>
                  <a:pt x="5745824" y="146672"/>
                </a:cubicBezTo>
                <a:lnTo>
                  <a:pt x="5745824" y="1226532"/>
                </a:lnTo>
                <a:cubicBezTo>
                  <a:pt x="5745824" y="1307483"/>
                  <a:pt x="5680102" y="1373204"/>
                  <a:pt x="5599152" y="1373204"/>
                </a:cubicBezTo>
                <a:lnTo>
                  <a:pt x="146672" y="1373204"/>
                </a:lnTo>
                <a:cubicBezTo>
                  <a:pt x="65721" y="1373204"/>
                  <a:pt x="0" y="1307483"/>
                  <a:pt x="0" y="1226532"/>
                </a:cubicBezTo>
                <a:lnTo>
                  <a:pt x="0" y="146672"/>
                </a:lnTo>
                <a:cubicBezTo>
                  <a:pt x="0" y="65721"/>
                  <a:pt x="65721" y="0"/>
                  <a:pt x="146672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51115" y="3620592"/>
            <a:ext cx="5289311" cy="330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5" b="1" dirty="0">
                <a:solidFill>
                  <a:srgbClr val="E8F4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Готов к новым вызовам и возможностям!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474033" y="4097272"/>
            <a:ext cx="5243477" cy="302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44" dirty="0">
                <a:solidFill>
                  <a:srgbClr val="E8F4F8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Технологии будущего — </a:t>
            </a:r>
            <a:pPr algn="ctr">
              <a:lnSpc>
                <a:spcPct val="140000"/>
              </a:lnSpc>
            </a:pPr>
            <a:r>
              <a:rPr lang="en-US" sz="1444" b="1" dirty="0">
                <a:solidFill>
                  <a:srgbClr val="00D4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 наших руках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759013" y="4992878"/>
            <a:ext cx="2069890" cy="1070696"/>
          </a:xfrm>
          <a:custGeom>
            <a:avLst/>
            <a:gdLst/>
            <a:ahLst/>
            <a:cxnLst/>
            <a:rect l="l" t="t" r="r" b="b"/>
            <a:pathLst>
              <a:path w="2069890" h="1070696">
                <a:moveTo>
                  <a:pt x="110003" y="0"/>
                </a:moveTo>
                <a:lnTo>
                  <a:pt x="1959887" y="0"/>
                </a:lnTo>
                <a:cubicBezTo>
                  <a:pt x="2020640" y="0"/>
                  <a:pt x="2069890" y="49250"/>
                  <a:pt x="2069890" y="110003"/>
                </a:cubicBezTo>
                <a:lnTo>
                  <a:pt x="2069890" y="960693"/>
                </a:lnTo>
                <a:cubicBezTo>
                  <a:pt x="2069890" y="1021446"/>
                  <a:pt x="2020640" y="1070696"/>
                  <a:pt x="1959887" y="1070696"/>
                </a:cubicBezTo>
                <a:lnTo>
                  <a:pt x="110003" y="1070696"/>
                </a:lnTo>
                <a:cubicBezTo>
                  <a:pt x="49250" y="1070696"/>
                  <a:pt x="0" y="1021446"/>
                  <a:pt x="0" y="960693"/>
                </a:cubicBezTo>
                <a:lnTo>
                  <a:pt x="0" y="110003"/>
                </a:lnTo>
                <a:cubicBezTo>
                  <a:pt x="0" y="49291"/>
                  <a:pt x="49291" y="0"/>
                  <a:pt x="110003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30214" y="5179881"/>
            <a:ext cx="330009" cy="330009"/>
          </a:xfrm>
          <a:custGeom>
            <a:avLst/>
            <a:gdLst/>
            <a:ahLst/>
            <a:cxnLst/>
            <a:rect l="l" t="t" r="r" b="b"/>
            <a:pathLst>
              <a:path w="330009" h="330009">
                <a:moveTo>
                  <a:pt x="93008" y="0"/>
                </a:moveTo>
                <a:lnTo>
                  <a:pt x="237387" y="0"/>
                </a:lnTo>
                <a:cubicBezTo>
                  <a:pt x="254468" y="0"/>
                  <a:pt x="268390" y="14051"/>
                  <a:pt x="267746" y="31067"/>
                </a:cubicBezTo>
                <a:cubicBezTo>
                  <a:pt x="267617" y="34483"/>
                  <a:pt x="267488" y="37899"/>
                  <a:pt x="267294" y="41251"/>
                </a:cubicBezTo>
                <a:lnTo>
                  <a:pt x="299264" y="41251"/>
                </a:lnTo>
                <a:cubicBezTo>
                  <a:pt x="316087" y="41251"/>
                  <a:pt x="330911" y="55173"/>
                  <a:pt x="329622" y="73350"/>
                </a:cubicBezTo>
                <a:cubicBezTo>
                  <a:pt x="324788" y="140189"/>
                  <a:pt x="290627" y="176929"/>
                  <a:pt x="253566" y="196136"/>
                </a:cubicBezTo>
                <a:cubicBezTo>
                  <a:pt x="243382" y="201422"/>
                  <a:pt x="233004" y="205353"/>
                  <a:pt x="223143" y="208254"/>
                </a:cubicBezTo>
                <a:cubicBezTo>
                  <a:pt x="210123" y="226688"/>
                  <a:pt x="196587" y="236421"/>
                  <a:pt x="185823" y="241641"/>
                </a:cubicBezTo>
                <a:lnTo>
                  <a:pt x="185823" y="288758"/>
                </a:lnTo>
                <a:lnTo>
                  <a:pt x="227075" y="288758"/>
                </a:lnTo>
                <a:cubicBezTo>
                  <a:pt x="238483" y="288758"/>
                  <a:pt x="247700" y="297975"/>
                  <a:pt x="247700" y="309383"/>
                </a:cubicBezTo>
                <a:cubicBezTo>
                  <a:pt x="247700" y="320792"/>
                  <a:pt x="238483" y="330009"/>
                  <a:pt x="227075" y="330009"/>
                </a:cubicBezTo>
                <a:lnTo>
                  <a:pt x="103321" y="330009"/>
                </a:lnTo>
                <a:cubicBezTo>
                  <a:pt x="91913" y="330009"/>
                  <a:pt x="82696" y="320792"/>
                  <a:pt x="82696" y="309383"/>
                </a:cubicBezTo>
                <a:cubicBezTo>
                  <a:pt x="82696" y="297975"/>
                  <a:pt x="91913" y="288758"/>
                  <a:pt x="103321" y="288758"/>
                </a:cubicBezTo>
                <a:lnTo>
                  <a:pt x="144572" y="288758"/>
                </a:lnTo>
                <a:lnTo>
                  <a:pt x="144572" y="241641"/>
                </a:lnTo>
                <a:cubicBezTo>
                  <a:pt x="134260" y="236678"/>
                  <a:pt x="121433" y="227461"/>
                  <a:pt x="108929" y="210510"/>
                </a:cubicBezTo>
                <a:cubicBezTo>
                  <a:pt x="97069" y="207416"/>
                  <a:pt x="84178" y="202711"/>
                  <a:pt x="71609" y="195621"/>
                </a:cubicBezTo>
                <a:cubicBezTo>
                  <a:pt x="36739" y="176091"/>
                  <a:pt x="5285" y="139287"/>
                  <a:pt x="773" y="73221"/>
                </a:cubicBezTo>
                <a:cubicBezTo>
                  <a:pt x="-451" y="55109"/>
                  <a:pt x="14309" y="41187"/>
                  <a:pt x="31132" y="41187"/>
                </a:cubicBezTo>
                <a:lnTo>
                  <a:pt x="63101" y="41187"/>
                </a:lnTo>
                <a:cubicBezTo>
                  <a:pt x="62908" y="37835"/>
                  <a:pt x="62779" y="34483"/>
                  <a:pt x="62650" y="31003"/>
                </a:cubicBezTo>
                <a:cubicBezTo>
                  <a:pt x="62006" y="13922"/>
                  <a:pt x="75928" y="-64"/>
                  <a:pt x="93008" y="-64"/>
                </a:cubicBezTo>
                <a:close/>
                <a:moveTo>
                  <a:pt x="65422" y="72189"/>
                </a:moveTo>
                <a:lnTo>
                  <a:pt x="31647" y="72189"/>
                </a:lnTo>
                <a:cubicBezTo>
                  <a:pt x="35644" y="126783"/>
                  <a:pt x="60717" y="154112"/>
                  <a:pt x="86563" y="168614"/>
                </a:cubicBezTo>
                <a:cubicBezTo>
                  <a:pt x="77281" y="144572"/>
                  <a:pt x="69611" y="113183"/>
                  <a:pt x="65422" y="72189"/>
                </a:cubicBezTo>
                <a:close/>
                <a:moveTo>
                  <a:pt x="244929" y="165520"/>
                </a:moveTo>
                <a:cubicBezTo>
                  <a:pt x="271033" y="150180"/>
                  <a:pt x="294623" y="122915"/>
                  <a:pt x="298619" y="72189"/>
                </a:cubicBezTo>
                <a:lnTo>
                  <a:pt x="264910" y="72189"/>
                </a:lnTo>
                <a:cubicBezTo>
                  <a:pt x="260913" y="111443"/>
                  <a:pt x="253694" y="141930"/>
                  <a:pt x="244929" y="16552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3" name="Text 10"/>
          <p:cNvSpPr/>
          <p:nvPr/>
        </p:nvSpPr>
        <p:spPr>
          <a:xfrm>
            <a:off x="2904767" y="5619893"/>
            <a:ext cx="1778382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9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Олимпиадник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58763" y="4992878"/>
            <a:ext cx="2069890" cy="1070696"/>
          </a:xfrm>
          <a:custGeom>
            <a:avLst/>
            <a:gdLst/>
            <a:ahLst/>
            <a:cxnLst/>
            <a:rect l="l" t="t" r="r" b="b"/>
            <a:pathLst>
              <a:path w="2069890" h="1070696">
                <a:moveTo>
                  <a:pt x="110003" y="0"/>
                </a:moveTo>
                <a:lnTo>
                  <a:pt x="1959887" y="0"/>
                </a:lnTo>
                <a:cubicBezTo>
                  <a:pt x="2020640" y="0"/>
                  <a:pt x="2069890" y="49250"/>
                  <a:pt x="2069890" y="110003"/>
                </a:cubicBezTo>
                <a:lnTo>
                  <a:pt x="2069890" y="960693"/>
                </a:lnTo>
                <a:cubicBezTo>
                  <a:pt x="2069890" y="1021446"/>
                  <a:pt x="2020640" y="1070696"/>
                  <a:pt x="1959887" y="1070696"/>
                </a:cubicBezTo>
                <a:lnTo>
                  <a:pt x="110003" y="1070696"/>
                </a:lnTo>
                <a:cubicBezTo>
                  <a:pt x="49250" y="1070696"/>
                  <a:pt x="0" y="1021446"/>
                  <a:pt x="0" y="960693"/>
                </a:cubicBezTo>
                <a:lnTo>
                  <a:pt x="0" y="110003"/>
                </a:lnTo>
                <a:cubicBezTo>
                  <a:pt x="0" y="49291"/>
                  <a:pt x="49291" y="0"/>
                  <a:pt x="110003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29964" y="5179881"/>
            <a:ext cx="330009" cy="330009"/>
          </a:xfrm>
          <a:custGeom>
            <a:avLst/>
            <a:gdLst/>
            <a:ahLst/>
            <a:cxnLst/>
            <a:rect l="l" t="t" r="r" b="b"/>
            <a:pathLst>
              <a:path w="330009" h="330009">
                <a:moveTo>
                  <a:pt x="42476" y="147279"/>
                </a:moveTo>
                <a:cubicBezTo>
                  <a:pt x="51048" y="87336"/>
                  <a:pt x="102677" y="41251"/>
                  <a:pt x="165005" y="41251"/>
                </a:cubicBezTo>
                <a:cubicBezTo>
                  <a:pt x="199166" y="41251"/>
                  <a:pt x="230104" y="55109"/>
                  <a:pt x="252534" y="77475"/>
                </a:cubicBezTo>
                <a:cubicBezTo>
                  <a:pt x="252663" y="77604"/>
                  <a:pt x="252792" y="77733"/>
                  <a:pt x="252921" y="77862"/>
                </a:cubicBezTo>
                <a:lnTo>
                  <a:pt x="257820" y="82502"/>
                </a:lnTo>
                <a:lnTo>
                  <a:pt x="226946" y="82502"/>
                </a:lnTo>
                <a:cubicBezTo>
                  <a:pt x="215537" y="82502"/>
                  <a:pt x="206320" y="91719"/>
                  <a:pt x="206320" y="103128"/>
                </a:cubicBezTo>
                <a:cubicBezTo>
                  <a:pt x="206320" y="114536"/>
                  <a:pt x="215537" y="123753"/>
                  <a:pt x="226946" y="123753"/>
                </a:cubicBezTo>
                <a:lnTo>
                  <a:pt x="309448" y="123753"/>
                </a:lnTo>
                <a:cubicBezTo>
                  <a:pt x="320856" y="123753"/>
                  <a:pt x="330073" y="114536"/>
                  <a:pt x="330073" y="103128"/>
                </a:cubicBezTo>
                <a:lnTo>
                  <a:pt x="330073" y="20626"/>
                </a:lnTo>
                <a:cubicBezTo>
                  <a:pt x="330073" y="9217"/>
                  <a:pt x="320856" y="0"/>
                  <a:pt x="309448" y="0"/>
                </a:cubicBezTo>
                <a:cubicBezTo>
                  <a:pt x="298039" y="0"/>
                  <a:pt x="288822" y="9217"/>
                  <a:pt x="288822" y="20626"/>
                </a:cubicBezTo>
                <a:lnTo>
                  <a:pt x="288822" y="55044"/>
                </a:lnTo>
                <a:lnTo>
                  <a:pt x="281539" y="48148"/>
                </a:lnTo>
                <a:cubicBezTo>
                  <a:pt x="251696" y="18434"/>
                  <a:pt x="210445" y="0"/>
                  <a:pt x="165005" y="0"/>
                </a:cubicBezTo>
                <a:cubicBezTo>
                  <a:pt x="81858" y="0"/>
                  <a:pt x="13084" y="61490"/>
                  <a:pt x="1676" y="141478"/>
                </a:cubicBezTo>
                <a:cubicBezTo>
                  <a:pt x="64" y="152758"/>
                  <a:pt x="7863" y="163200"/>
                  <a:pt x="19143" y="164811"/>
                </a:cubicBezTo>
                <a:cubicBezTo>
                  <a:pt x="30423" y="166423"/>
                  <a:pt x="40864" y="158559"/>
                  <a:pt x="42476" y="147344"/>
                </a:cubicBezTo>
                <a:close/>
                <a:moveTo>
                  <a:pt x="328333" y="188531"/>
                </a:moveTo>
                <a:cubicBezTo>
                  <a:pt x="329945" y="177251"/>
                  <a:pt x="322081" y="166809"/>
                  <a:pt x="310866" y="165198"/>
                </a:cubicBezTo>
                <a:cubicBezTo>
                  <a:pt x="299651" y="163587"/>
                  <a:pt x="289145" y="171450"/>
                  <a:pt x="287533" y="182665"/>
                </a:cubicBezTo>
                <a:cubicBezTo>
                  <a:pt x="278961" y="242608"/>
                  <a:pt x="227332" y="288693"/>
                  <a:pt x="165005" y="288693"/>
                </a:cubicBezTo>
                <a:cubicBezTo>
                  <a:pt x="130843" y="288693"/>
                  <a:pt x="99905" y="274836"/>
                  <a:pt x="77475" y="252470"/>
                </a:cubicBezTo>
                <a:cubicBezTo>
                  <a:pt x="77346" y="252341"/>
                  <a:pt x="77217" y="252212"/>
                  <a:pt x="77088" y="252083"/>
                </a:cubicBezTo>
                <a:lnTo>
                  <a:pt x="72189" y="247442"/>
                </a:lnTo>
                <a:lnTo>
                  <a:pt x="103063" y="247442"/>
                </a:lnTo>
                <a:cubicBezTo>
                  <a:pt x="114472" y="247442"/>
                  <a:pt x="123689" y="238225"/>
                  <a:pt x="123689" y="226817"/>
                </a:cubicBezTo>
                <a:cubicBezTo>
                  <a:pt x="123689" y="215408"/>
                  <a:pt x="114472" y="206191"/>
                  <a:pt x="103063" y="206191"/>
                </a:cubicBezTo>
                <a:lnTo>
                  <a:pt x="20626" y="206256"/>
                </a:lnTo>
                <a:cubicBezTo>
                  <a:pt x="15147" y="206256"/>
                  <a:pt x="9862" y="208447"/>
                  <a:pt x="5994" y="212379"/>
                </a:cubicBezTo>
                <a:cubicBezTo>
                  <a:pt x="2127" y="216311"/>
                  <a:pt x="-64" y="221531"/>
                  <a:pt x="0" y="227075"/>
                </a:cubicBezTo>
                <a:lnTo>
                  <a:pt x="645" y="308932"/>
                </a:lnTo>
                <a:cubicBezTo>
                  <a:pt x="709" y="320341"/>
                  <a:pt x="10055" y="329493"/>
                  <a:pt x="21463" y="329364"/>
                </a:cubicBezTo>
                <a:cubicBezTo>
                  <a:pt x="32872" y="329236"/>
                  <a:pt x="42025" y="319954"/>
                  <a:pt x="41896" y="308546"/>
                </a:cubicBezTo>
                <a:lnTo>
                  <a:pt x="41638" y="275351"/>
                </a:lnTo>
                <a:lnTo>
                  <a:pt x="48535" y="281861"/>
                </a:lnTo>
                <a:cubicBezTo>
                  <a:pt x="78377" y="311575"/>
                  <a:pt x="119564" y="330009"/>
                  <a:pt x="165005" y="330009"/>
                </a:cubicBezTo>
                <a:cubicBezTo>
                  <a:pt x="248151" y="330009"/>
                  <a:pt x="316925" y="268519"/>
                  <a:pt x="328333" y="188531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6" name="Text 13"/>
          <p:cNvSpPr/>
          <p:nvPr/>
        </p:nvSpPr>
        <p:spPr>
          <a:xfrm>
            <a:off x="5204517" y="5619893"/>
            <a:ext cx="1778382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9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Разработчик БПЛА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58514" y="4992878"/>
            <a:ext cx="2069890" cy="1070696"/>
          </a:xfrm>
          <a:custGeom>
            <a:avLst/>
            <a:gdLst/>
            <a:ahLst/>
            <a:cxnLst/>
            <a:rect l="l" t="t" r="r" b="b"/>
            <a:pathLst>
              <a:path w="2069890" h="1070696">
                <a:moveTo>
                  <a:pt x="110003" y="0"/>
                </a:moveTo>
                <a:lnTo>
                  <a:pt x="1959887" y="0"/>
                </a:lnTo>
                <a:cubicBezTo>
                  <a:pt x="2020640" y="0"/>
                  <a:pt x="2069890" y="49250"/>
                  <a:pt x="2069890" y="110003"/>
                </a:cubicBezTo>
                <a:lnTo>
                  <a:pt x="2069890" y="960693"/>
                </a:lnTo>
                <a:cubicBezTo>
                  <a:pt x="2069890" y="1021446"/>
                  <a:pt x="2020640" y="1070696"/>
                  <a:pt x="1959887" y="1070696"/>
                </a:cubicBezTo>
                <a:lnTo>
                  <a:pt x="110003" y="1070696"/>
                </a:lnTo>
                <a:cubicBezTo>
                  <a:pt x="49250" y="1070696"/>
                  <a:pt x="0" y="1021446"/>
                  <a:pt x="0" y="960693"/>
                </a:cubicBezTo>
                <a:lnTo>
                  <a:pt x="0" y="110003"/>
                </a:lnTo>
                <a:cubicBezTo>
                  <a:pt x="0" y="49291"/>
                  <a:pt x="49291" y="0"/>
                  <a:pt x="110003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09089" y="5179881"/>
            <a:ext cx="371260" cy="330009"/>
          </a:xfrm>
          <a:custGeom>
            <a:avLst/>
            <a:gdLst/>
            <a:ahLst/>
            <a:cxnLst/>
            <a:rect l="l" t="t" r="r" b="b"/>
            <a:pathLst>
              <a:path w="371260" h="330009">
                <a:moveTo>
                  <a:pt x="30938" y="126203"/>
                </a:moveTo>
                <a:lnTo>
                  <a:pt x="165778" y="181698"/>
                </a:lnTo>
                <a:cubicBezTo>
                  <a:pt x="172095" y="184277"/>
                  <a:pt x="178798" y="185630"/>
                  <a:pt x="185630" y="185630"/>
                </a:cubicBezTo>
                <a:cubicBezTo>
                  <a:pt x="192462" y="185630"/>
                  <a:pt x="199166" y="184277"/>
                  <a:pt x="205482" y="181698"/>
                </a:cubicBezTo>
                <a:lnTo>
                  <a:pt x="361721" y="117372"/>
                </a:lnTo>
                <a:cubicBezTo>
                  <a:pt x="367522" y="114988"/>
                  <a:pt x="371260" y="109380"/>
                  <a:pt x="371260" y="103128"/>
                </a:cubicBezTo>
                <a:cubicBezTo>
                  <a:pt x="371260" y="96876"/>
                  <a:pt x="367522" y="91268"/>
                  <a:pt x="361721" y="88883"/>
                </a:cubicBezTo>
                <a:lnTo>
                  <a:pt x="205482" y="24557"/>
                </a:lnTo>
                <a:cubicBezTo>
                  <a:pt x="199166" y="21979"/>
                  <a:pt x="192462" y="20626"/>
                  <a:pt x="185630" y="20626"/>
                </a:cubicBezTo>
                <a:cubicBezTo>
                  <a:pt x="178798" y="20626"/>
                  <a:pt x="172095" y="21979"/>
                  <a:pt x="165778" y="24557"/>
                </a:cubicBezTo>
                <a:lnTo>
                  <a:pt x="9539" y="88883"/>
                </a:lnTo>
                <a:cubicBezTo>
                  <a:pt x="3738" y="91268"/>
                  <a:pt x="0" y="96876"/>
                  <a:pt x="0" y="103128"/>
                </a:cubicBezTo>
                <a:lnTo>
                  <a:pt x="0" y="293914"/>
                </a:lnTo>
                <a:cubicBezTo>
                  <a:pt x="0" y="302487"/>
                  <a:pt x="6897" y="309383"/>
                  <a:pt x="15469" y="309383"/>
                </a:cubicBezTo>
                <a:cubicBezTo>
                  <a:pt x="24042" y="309383"/>
                  <a:pt x="30938" y="302487"/>
                  <a:pt x="30938" y="293914"/>
                </a:cubicBezTo>
                <a:lnTo>
                  <a:pt x="30938" y="126203"/>
                </a:lnTo>
                <a:close/>
                <a:moveTo>
                  <a:pt x="61877" y="172417"/>
                </a:moveTo>
                <a:lnTo>
                  <a:pt x="61877" y="247507"/>
                </a:lnTo>
                <a:cubicBezTo>
                  <a:pt x="61877" y="281668"/>
                  <a:pt x="117308" y="309383"/>
                  <a:pt x="185630" y="309383"/>
                </a:cubicBezTo>
                <a:cubicBezTo>
                  <a:pt x="253952" y="309383"/>
                  <a:pt x="309383" y="281668"/>
                  <a:pt x="309383" y="247507"/>
                </a:cubicBezTo>
                <a:lnTo>
                  <a:pt x="309383" y="172352"/>
                </a:lnTo>
                <a:lnTo>
                  <a:pt x="217277" y="210316"/>
                </a:lnTo>
                <a:cubicBezTo>
                  <a:pt x="207222" y="214441"/>
                  <a:pt x="196523" y="216568"/>
                  <a:pt x="185630" y="216568"/>
                </a:cubicBezTo>
                <a:cubicBezTo>
                  <a:pt x="174737" y="216568"/>
                  <a:pt x="164038" y="214441"/>
                  <a:pt x="153983" y="210316"/>
                </a:cubicBezTo>
                <a:lnTo>
                  <a:pt x="61877" y="172352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7504268" y="5619893"/>
            <a:ext cx="1778382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9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Будущий студент ТГУ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86723" y="6360578"/>
            <a:ext cx="2016722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2" b="1" dirty="0">
                <a:solidFill>
                  <a:srgbClr val="E8F4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Петров Савелий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00473" y="6727148"/>
            <a:ext cx="1989221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9" dirty="0">
                <a:solidFill>
                  <a:srgbClr val="E8F4F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 класс | МАОУ СОШ 65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Петров Савелий - Визитка для форума "Технологические лидеры"</dc:title>
  <dc:subject>Петров Савелий - Визитка для форума "Технологические лидеры"</dc:subject>
  <dc:creator>Kimi</dc:creator>
  <cp:lastModifiedBy>Kimi</cp:lastModifiedBy>
  <cp:revision>1</cp:revision>
  <dcterms:created xsi:type="dcterms:W3CDTF">2026-03-18T06:59:55Z</dcterms:created>
  <dcterms:modified xsi:type="dcterms:W3CDTF">2026-03-18T06:59:55Z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{"Label":"Петров Савелий - Визитка для форума \"Технологические лидеры\"","ContentProducer":"001191110108MACG2KBH8F10000","ProduceID":"19cffbb0-7a52-8759-8000-00002530529c","ReservedCode1":"","ContentPropagator":"001191110108MACG2KBH8F20000","PropagateID":"19cffbb0-7a52-8759-8000-00002530529c","ReservedCode2":""}</vt:lpwstr>
  </property>
</Properties>
</file>