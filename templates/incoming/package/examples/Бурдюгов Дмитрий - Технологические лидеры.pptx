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Relationship Id="rId4" Type="http://schemas.openxmlformats.org/officeDocument/2006/relationships/custom-properties" Target="docProps/custom.xml" 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embeddedFontLst>
    <p:embeddedFont>
      <p:font typeface="MiSans" charset="-122" pitchFamily="34"/>
      <p:regular r:id="rId18"/>
    </p:embeddedFont>
    <p:embeddedFont>
      <p:font typeface="Liter" charset="-122" pitchFamily="34"/>
      <p:regular r:id="rId19"/>
    </p:embeddedFont>
    <p:embeddedFont>
      <p:font typeface="得意黑" charset="-122" pitchFamily="34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0e2f22882090b04ec7c4d36b2871a1bbb8a28bf.jp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rcRect l="0" r="0" t="3135" b="313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85000"/>
                </a:srgbClr>
              </a:gs>
              <a:gs pos="100000">
                <a:srgbClr val="3A86FF">
                  <a:alpha val="2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84810" y="1335643"/>
            <a:ext cx="2636520" cy="388620"/>
          </a:xfrm>
          <a:custGeom>
            <a:avLst/>
            <a:gdLst/>
            <a:ahLst/>
            <a:cxnLst/>
            <a:rect l="l" t="t" r="r" b="b"/>
            <a:pathLst>
              <a:path w="2636520" h="388620">
                <a:moveTo>
                  <a:pt x="194310" y="0"/>
                </a:moveTo>
                <a:lnTo>
                  <a:pt x="2442210" y="0"/>
                </a:lnTo>
                <a:cubicBezTo>
                  <a:pt x="2549524" y="0"/>
                  <a:pt x="2636520" y="86996"/>
                  <a:pt x="2636520" y="194310"/>
                </a:cubicBezTo>
                <a:lnTo>
                  <a:pt x="2636520" y="194310"/>
                </a:lnTo>
                <a:cubicBezTo>
                  <a:pt x="2636520" y="301624"/>
                  <a:pt x="2549524" y="388620"/>
                  <a:pt x="2442210" y="388620"/>
                </a:cubicBezTo>
                <a:lnTo>
                  <a:pt x="194310" y="388620"/>
                </a:lnTo>
                <a:cubicBezTo>
                  <a:pt x="86996" y="388620"/>
                  <a:pt x="0" y="301624"/>
                  <a:pt x="0" y="194310"/>
                </a:cubicBezTo>
                <a:lnTo>
                  <a:pt x="0" y="194310"/>
                </a:lnTo>
                <a:cubicBezTo>
                  <a:pt x="0" y="86996"/>
                  <a:pt x="86996" y="0"/>
                  <a:pt x="19431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79120" y="1423273"/>
            <a:ext cx="2321838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spc="120" kern="0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Кандидат в участники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381000" y="2185273"/>
            <a:ext cx="11887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Бурдюгов</a:t>
            </a:r>
            <a:endParaRPr lang="en-US" sz="1600" dirty="0"/>
          </a:p>
          <a:p>
            <a:pPr>
              <a:lnSpc>
                <a:spcPct val="80000"/>
              </a:lnSpc>
            </a:pPr>
            <a:r>
              <a:rPr lang="en-US" sz="7200" b="1" spc="-180" kern="0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Дмитрий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81000" y="4166473"/>
            <a:ext cx="1524000" cy="57150"/>
          </a:xfrm>
          <a:custGeom>
            <a:avLst/>
            <a:gdLst/>
            <a:ahLst/>
            <a:cxnLst/>
            <a:rect l="l" t="t" r="r" b="b"/>
            <a:pathLst>
              <a:path w="1524000" h="57150">
                <a:moveTo>
                  <a:pt x="0" y="0"/>
                </a:moveTo>
                <a:lnTo>
                  <a:pt x="1524000" y="0"/>
                </a:lnTo>
                <a:lnTo>
                  <a:pt x="15240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Text 5"/>
          <p:cNvSpPr/>
          <p:nvPr/>
        </p:nvSpPr>
        <p:spPr>
          <a:xfrm>
            <a:off x="381000" y="4528423"/>
            <a:ext cx="7458075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Форум «Технологические лидеры»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384810" y="5947410"/>
            <a:ext cx="521970" cy="521970"/>
          </a:xfrm>
          <a:custGeom>
            <a:avLst/>
            <a:gdLst/>
            <a:ahLst/>
            <a:cxnLst/>
            <a:rect l="l" t="t" r="r" b="b"/>
            <a:pathLst>
              <a:path w="521970" h="521970">
                <a:moveTo>
                  <a:pt x="114301" y="0"/>
                </a:moveTo>
                <a:lnTo>
                  <a:pt x="407669" y="0"/>
                </a:lnTo>
                <a:cubicBezTo>
                  <a:pt x="470796" y="0"/>
                  <a:pt x="521970" y="51174"/>
                  <a:pt x="521970" y="114301"/>
                </a:cubicBezTo>
                <a:lnTo>
                  <a:pt x="521970" y="407669"/>
                </a:lnTo>
                <a:cubicBezTo>
                  <a:pt x="521970" y="470796"/>
                  <a:pt x="470796" y="521970"/>
                  <a:pt x="407669" y="521970"/>
                </a:cubicBezTo>
                <a:lnTo>
                  <a:pt x="114301" y="521970"/>
                </a:lnTo>
                <a:cubicBezTo>
                  <a:pt x="51174" y="521970"/>
                  <a:pt x="0" y="470796"/>
                  <a:pt x="0" y="407669"/>
                </a:cubicBezTo>
                <a:lnTo>
                  <a:pt x="0" y="114301"/>
                </a:lnTo>
                <a:cubicBezTo>
                  <a:pt x="0" y="51217"/>
                  <a:pt x="51217" y="0"/>
                  <a:pt x="114301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19113" y="6096000"/>
            <a:ext cx="257175" cy="228600"/>
          </a:xfrm>
          <a:custGeom>
            <a:avLst/>
            <a:gdLst/>
            <a:ahLst/>
            <a:cxnLst/>
            <a:rect l="l" t="t" r="r" b="b"/>
            <a:pathLst>
              <a:path w="257175" h="228600">
                <a:moveTo>
                  <a:pt x="21431" y="87422"/>
                </a:moveTo>
                <a:lnTo>
                  <a:pt x="114836" y="125864"/>
                </a:lnTo>
                <a:cubicBezTo>
                  <a:pt x="119211" y="127650"/>
                  <a:pt x="123855" y="128588"/>
                  <a:pt x="128588" y="128588"/>
                </a:cubicBezTo>
                <a:cubicBezTo>
                  <a:pt x="133320" y="128588"/>
                  <a:pt x="137964" y="127650"/>
                  <a:pt x="142339" y="125864"/>
                </a:cubicBezTo>
                <a:lnTo>
                  <a:pt x="250567" y="81305"/>
                </a:lnTo>
                <a:cubicBezTo>
                  <a:pt x="254585" y="79653"/>
                  <a:pt x="257175" y="75768"/>
                  <a:pt x="257175" y="71437"/>
                </a:cubicBezTo>
                <a:cubicBezTo>
                  <a:pt x="257175" y="67107"/>
                  <a:pt x="254585" y="63222"/>
                  <a:pt x="250567" y="61570"/>
                </a:cubicBezTo>
                <a:lnTo>
                  <a:pt x="142339" y="17011"/>
                </a:lnTo>
                <a:cubicBezTo>
                  <a:pt x="137964" y="15225"/>
                  <a:pt x="133320" y="14288"/>
                  <a:pt x="128588" y="14288"/>
                </a:cubicBezTo>
                <a:cubicBezTo>
                  <a:pt x="123855" y="14288"/>
                  <a:pt x="119211" y="15225"/>
                  <a:pt x="114836" y="17011"/>
                </a:cubicBezTo>
                <a:lnTo>
                  <a:pt x="6608" y="61570"/>
                </a:lnTo>
                <a:cubicBezTo>
                  <a:pt x="2590" y="63222"/>
                  <a:pt x="0" y="67107"/>
                  <a:pt x="0" y="71438"/>
                </a:cubicBezTo>
                <a:lnTo>
                  <a:pt x="0" y="203597"/>
                </a:lnTo>
                <a:cubicBezTo>
                  <a:pt x="0" y="209535"/>
                  <a:pt x="4777" y="214313"/>
                  <a:pt x="10716" y="214313"/>
                </a:cubicBezTo>
                <a:cubicBezTo>
                  <a:pt x="16654" y="214313"/>
                  <a:pt x="21431" y="209535"/>
                  <a:pt x="21431" y="203597"/>
                </a:cubicBezTo>
                <a:lnTo>
                  <a:pt x="21431" y="87422"/>
                </a:lnTo>
                <a:close/>
                <a:moveTo>
                  <a:pt x="42863" y="119435"/>
                </a:moveTo>
                <a:lnTo>
                  <a:pt x="42863" y="171450"/>
                </a:lnTo>
                <a:cubicBezTo>
                  <a:pt x="42863" y="195114"/>
                  <a:pt x="81260" y="214313"/>
                  <a:pt x="128588" y="214313"/>
                </a:cubicBezTo>
                <a:cubicBezTo>
                  <a:pt x="175915" y="214313"/>
                  <a:pt x="214313" y="195114"/>
                  <a:pt x="214313" y="171450"/>
                </a:cubicBezTo>
                <a:lnTo>
                  <a:pt x="214313" y="119390"/>
                </a:lnTo>
                <a:lnTo>
                  <a:pt x="150510" y="145688"/>
                </a:lnTo>
                <a:cubicBezTo>
                  <a:pt x="143545" y="148545"/>
                  <a:pt x="136133" y="150019"/>
                  <a:pt x="128588" y="150019"/>
                </a:cubicBezTo>
                <a:cubicBezTo>
                  <a:pt x="121042" y="150019"/>
                  <a:pt x="113630" y="148545"/>
                  <a:pt x="106665" y="145688"/>
                </a:cubicBezTo>
                <a:lnTo>
                  <a:pt x="42863" y="11939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1" name="Text 8"/>
          <p:cNvSpPr/>
          <p:nvPr/>
        </p:nvSpPr>
        <p:spPr>
          <a:xfrm>
            <a:off x="1066800" y="5962650"/>
            <a:ext cx="11906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класс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66800" y="6229350"/>
            <a:ext cx="1171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МАОУ СОШ 65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9083754" y="6153150"/>
            <a:ext cx="114300" cy="114300"/>
          </a:xfrm>
          <a:custGeom>
            <a:avLst/>
            <a:gdLst/>
            <a:ahLst/>
            <a:cxnLst/>
            <a:rect l="l" t="t" r="r" b="b"/>
            <a:pathLst>
              <a:path w="114300" h="114300">
                <a:moveTo>
                  <a:pt x="57150" y="0"/>
                </a:moveTo>
                <a:lnTo>
                  <a:pt x="57150" y="0"/>
                </a:lnTo>
                <a:cubicBezTo>
                  <a:pt x="88692" y="0"/>
                  <a:pt x="114300" y="25608"/>
                  <a:pt x="114300" y="57150"/>
                </a:cubicBezTo>
                <a:lnTo>
                  <a:pt x="114300" y="57150"/>
                </a:lnTo>
                <a:cubicBezTo>
                  <a:pt x="114300" y="88692"/>
                  <a:pt x="88692" y="114300"/>
                  <a:pt x="57150" y="114300"/>
                </a:cubicBezTo>
                <a:lnTo>
                  <a:pt x="57150" y="114300"/>
                </a:lnTo>
                <a:cubicBezTo>
                  <a:pt x="25608" y="114300"/>
                  <a:pt x="0" y="88692"/>
                  <a:pt x="0" y="57150"/>
                </a:cubicBezTo>
                <a:lnTo>
                  <a:pt x="0" y="57150"/>
                </a:lnTo>
                <a:cubicBezTo>
                  <a:pt x="0" y="25608"/>
                  <a:pt x="25608" y="0"/>
                  <a:pt x="571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4" name="Text 11"/>
          <p:cNvSpPr/>
          <p:nvPr/>
        </p:nvSpPr>
        <p:spPr>
          <a:xfrm>
            <a:off x="9312354" y="6096000"/>
            <a:ext cx="2571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Технологический лидер будущего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84810" y="384810"/>
            <a:ext cx="598170" cy="598170"/>
          </a:xfrm>
          <a:custGeom>
            <a:avLst/>
            <a:gdLst/>
            <a:ahLst/>
            <a:cxnLst/>
            <a:rect l="l" t="t" r="r" b="b"/>
            <a:pathLst>
              <a:path w="598170" h="598170">
                <a:moveTo>
                  <a:pt x="152402" y="0"/>
                </a:moveTo>
                <a:lnTo>
                  <a:pt x="445768" y="0"/>
                </a:lnTo>
                <a:cubicBezTo>
                  <a:pt x="529881" y="0"/>
                  <a:pt x="598170" y="68289"/>
                  <a:pt x="598170" y="152402"/>
                </a:cubicBezTo>
                <a:lnTo>
                  <a:pt x="598170" y="445768"/>
                </a:lnTo>
                <a:cubicBezTo>
                  <a:pt x="598170" y="529881"/>
                  <a:pt x="529881" y="598170"/>
                  <a:pt x="445768" y="598170"/>
                </a:cubicBezTo>
                <a:lnTo>
                  <a:pt x="152402" y="598170"/>
                </a:lnTo>
                <a:cubicBezTo>
                  <a:pt x="68289" y="598170"/>
                  <a:pt x="0" y="529881"/>
                  <a:pt x="0" y="445768"/>
                </a:cubicBezTo>
                <a:lnTo>
                  <a:pt x="0" y="152402"/>
                </a:lnTo>
                <a:cubicBezTo>
                  <a:pt x="0" y="68289"/>
                  <a:pt x="68289" y="0"/>
                  <a:pt x="15240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3166" y="542925"/>
            <a:ext cx="250031" cy="285750"/>
          </a:xfrm>
          <a:custGeom>
            <a:avLst/>
            <a:gdLst/>
            <a:ahLst/>
            <a:cxnLst/>
            <a:rect l="l" t="t" r="r" b="b"/>
            <a:pathLst>
              <a:path w="250031" h="285750">
                <a:moveTo>
                  <a:pt x="125016" y="187523"/>
                </a:moveTo>
                <a:cubicBezTo>
                  <a:pt x="166650" y="187523"/>
                  <a:pt x="202257" y="161627"/>
                  <a:pt x="216545" y="125016"/>
                </a:cubicBezTo>
                <a:lnTo>
                  <a:pt x="218777" y="125016"/>
                </a:lnTo>
                <a:cubicBezTo>
                  <a:pt x="226200" y="125016"/>
                  <a:pt x="232172" y="119044"/>
                  <a:pt x="232172" y="111621"/>
                </a:cubicBezTo>
                <a:lnTo>
                  <a:pt x="232172" y="66973"/>
                </a:lnTo>
                <a:cubicBezTo>
                  <a:pt x="232172" y="59550"/>
                  <a:pt x="226200" y="53578"/>
                  <a:pt x="218777" y="53578"/>
                </a:cubicBezTo>
                <a:lnTo>
                  <a:pt x="216545" y="53578"/>
                </a:lnTo>
                <a:cubicBezTo>
                  <a:pt x="202257" y="16966"/>
                  <a:pt x="166650" y="-8930"/>
                  <a:pt x="125016" y="-8930"/>
                </a:cubicBezTo>
                <a:cubicBezTo>
                  <a:pt x="83381" y="-8930"/>
                  <a:pt x="47774" y="16966"/>
                  <a:pt x="33486" y="53578"/>
                </a:cubicBezTo>
                <a:lnTo>
                  <a:pt x="31254" y="53578"/>
                </a:lnTo>
                <a:cubicBezTo>
                  <a:pt x="23831" y="53578"/>
                  <a:pt x="17859" y="59550"/>
                  <a:pt x="17859" y="66973"/>
                </a:cubicBezTo>
                <a:lnTo>
                  <a:pt x="17859" y="111621"/>
                </a:lnTo>
                <a:cubicBezTo>
                  <a:pt x="17859" y="119044"/>
                  <a:pt x="23831" y="125016"/>
                  <a:pt x="31254" y="125016"/>
                </a:cubicBezTo>
                <a:lnTo>
                  <a:pt x="33486" y="125016"/>
                </a:lnTo>
                <a:cubicBezTo>
                  <a:pt x="47774" y="161627"/>
                  <a:pt x="83381" y="187523"/>
                  <a:pt x="125016" y="187523"/>
                </a:cubicBezTo>
                <a:close/>
                <a:moveTo>
                  <a:pt x="116086" y="44648"/>
                </a:moveTo>
                <a:lnTo>
                  <a:pt x="133945" y="44648"/>
                </a:lnTo>
                <a:cubicBezTo>
                  <a:pt x="163525" y="44648"/>
                  <a:pt x="187523" y="68647"/>
                  <a:pt x="187523" y="98227"/>
                </a:cubicBezTo>
                <a:cubicBezTo>
                  <a:pt x="187523" y="127806"/>
                  <a:pt x="163525" y="151805"/>
                  <a:pt x="133945" y="151805"/>
                </a:cubicBezTo>
                <a:lnTo>
                  <a:pt x="116086" y="151805"/>
                </a:lnTo>
                <a:cubicBezTo>
                  <a:pt x="86506" y="151805"/>
                  <a:pt x="62508" y="127806"/>
                  <a:pt x="62508" y="98227"/>
                </a:cubicBezTo>
                <a:cubicBezTo>
                  <a:pt x="62508" y="68647"/>
                  <a:pt x="86506" y="44648"/>
                  <a:pt x="116086" y="44648"/>
                </a:cubicBezTo>
                <a:close/>
                <a:moveTo>
                  <a:pt x="8930" y="270458"/>
                </a:moveTo>
                <a:cubicBezTo>
                  <a:pt x="8930" y="278885"/>
                  <a:pt x="15794" y="285750"/>
                  <a:pt x="24222" y="285750"/>
                </a:cubicBezTo>
                <a:lnTo>
                  <a:pt x="53578" y="285750"/>
                </a:lnTo>
                <a:lnTo>
                  <a:pt x="53578" y="258961"/>
                </a:lnTo>
                <a:cubicBezTo>
                  <a:pt x="53578" y="249082"/>
                  <a:pt x="61559" y="241102"/>
                  <a:pt x="71438" y="241102"/>
                </a:cubicBezTo>
                <a:lnTo>
                  <a:pt x="178594" y="241102"/>
                </a:lnTo>
                <a:cubicBezTo>
                  <a:pt x="188472" y="241102"/>
                  <a:pt x="196453" y="249082"/>
                  <a:pt x="196453" y="258961"/>
                </a:cubicBezTo>
                <a:lnTo>
                  <a:pt x="196453" y="285750"/>
                </a:lnTo>
                <a:lnTo>
                  <a:pt x="225809" y="285750"/>
                </a:lnTo>
                <a:cubicBezTo>
                  <a:pt x="234237" y="285750"/>
                  <a:pt x="241102" y="278885"/>
                  <a:pt x="241102" y="270458"/>
                </a:cubicBezTo>
                <a:cubicBezTo>
                  <a:pt x="241102" y="237083"/>
                  <a:pt x="223298" y="207838"/>
                  <a:pt x="196676" y="191765"/>
                </a:cubicBezTo>
                <a:cubicBezTo>
                  <a:pt x="176361" y="205997"/>
                  <a:pt x="151693" y="214313"/>
                  <a:pt x="125016" y="214313"/>
                </a:cubicBezTo>
                <a:cubicBezTo>
                  <a:pt x="98338" y="214313"/>
                  <a:pt x="73670" y="205997"/>
                  <a:pt x="53355" y="191765"/>
                </a:cubicBezTo>
                <a:cubicBezTo>
                  <a:pt x="26733" y="207838"/>
                  <a:pt x="8930" y="237083"/>
                  <a:pt x="8930" y="270458"/>
                </a:cubicBezTo>
                <a:close/>
                <a:moveTo>
                  <a:pt x="102301" y="78972"/>
                </a:moveTo>
                <a:cubicBezTo>
                  <a:pt x="101798" y="77130"/>
                  <a:pt x="100124" y="75902"/>
                  <a:pt x="98227" y="75902"/>
                </a:cubicBezTo>
                <a:cubicBezTo>
                  <a:pt x="96329" y="75902"/>
                  <a:pt x="94655" y="77130"/>
                  <a:pt x="94152" y="78972"/>
                </a:cubicBezTo>
                <a:lnTo>
                  <a:pt x="90804" y="90804"/>
                </a:lnTo>
                <a:lnTo>
                  <a:pt x="78972" y="94152"/>
                </a:lnTo>
                <a:cubicBezTo>
                  <a:pt x="77130" y="94655"/>
                  <a:pt x="75902" y="96329"/>
                  <a:pt x="75902" y="98227"/>
                </a:cubicBezTo>
                <a:cubicBezTo>
                  <a:pt x="75902" y="100124"/>
                  <a:pt x="77130" y="101798"/>
                  <a:pt x="78972" y="102301"/>
                </a:cubicBezTo>
                <a:lnTo>
                  <a:pt x="90804" y="105649"/>
                </a:lnTo>
                <a:lnTo>
                  <a:pt x="94152" y="117481"/>
                </a:lnTo>
                <a:cubicBezTo>
                  <a:pt x="94655" y="119323"/>
                  <a:pt x="96329" y="120551"/>
                  <a:pt x="98227" y="120551"/>
                </a:cubicBezTo>
                <a:cubicBezTo>
                  <a:pt x="100124" y="120551"/>
                  <a:pt x="101798" y="119323"/>
                  <a:pt x="102301" y="117481"/>
                </a:cubicBezTo>
                <a:lnTo>
                  <a:pt x="105649" y="105649"/>
                </a:lnTo>
                <a:lnTo>
                  <a:pt x="117481" y="102301"/>
                </a:lnTo>
                <a:cubicBezTo>
                  <a:pt x="119323" y="101798"/>
                  <a:pt x="120551" y="100124"/>
                  <a:pt x="120551" y="98227"/>
                </a:cubicBezTo>
                <a:cubicBezTo>
                  <a:pt x="120551" y="96329"/>
                  <a:pt x="119323" y="94655"/>
                  <a:pt x="117481" y="94152"/>
                </a:cubicBezTo>
                <a:lnTo>
                  <a:pt x="105649" y="90804"/>
                </a:lnTo>
                <a:lnTo>
                  <a:pt x="102301" y="78972"/>
                </a:lnTo>
                <a:close/>
                <a:moveTo>
                  <a:pt x="84832" y="272355"/>
                </a:moveTo>
                <a:lnTo>
                  <a:pt x="84832" y="285750"/>
                </a:lnTo>
                <a:lnTo>
                  <a:pt x="111621" y="285750"/>
                </a:lnTo>
                <a:lnTo>
                  <a:pt x="111621" y="272355"/>
                </a:lnTo>
                <a:cubicBezTo>
                  <a:pt x="111621" y="264933"/>
                  <a:pt x="105649" y="258961"/>
                  <a:pt x="98227" y="258961"/>
                </a:cubicBezTo>
                <a:cubicBezTo>
                  <a:pt x="90804" y="258961"/>
                  <a:pt x="84832" y="264933"/>
                  <a:pt x="84832" y="272355"/>
                </a:cubicBezTo>
                <a:close/>
                <a:moveTo>
                  <a:pt x="151805" y="258961"/>
                </a:moveTo>
                <a:cubicBezTo>
                  <a:pt x="144382" y="258961"/>
                  <a:pt x="138410" y="264933"/>
                  <a:pt x="138410" y="272355"/>
                </a:cubicBezTo>
                <a:lnTo>
                  <a:pt x="138410" y="285750"/>
                </a:lnTo>
                <a:lnTo>
                  <a:pt x="165199" y="285750"/>
                </a:lnTo>
                <a:lnTo>
                  <a:pt x="165199" y="272355"/>
                </a:lnTo>
                <a:cubicBezTo>
                  <a:pt x="165199" y="264933"/>
                  <a:pt x="159227" y="258961"/>
                  <a:pt x="151805" y="25896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1143000" y="400050"/>
            <a:ext cx="1295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6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Кто 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43000" y="933450"/>
            <a:ext cx="914400" cy="38100"/>
          </a:xfrm>
          <a:custGeom>
            <a:avLst/>
            <a:gdLst/>
            <a:ahLst/>
            <a:cxnLst/>
            <a:rect l="l" t="t" r="r" b="b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Shape 4"/>
          <p:cNvSpPr/>
          <p:nvPr/>
        </p:nvSpPr>
        <p:spPr>
          <a:xfrm>
            <a:off x="384810" y="1299210"/>
            <a:ext cx="5551170" cy="2979420"/>
          </a:xfrm>
          <a:custGeom>
            <a:avLst/>
            <a:gdLst/>
            <a:ahLst/>
            <a:cxnLst/>
            <a:rect l="l" t="t" r="r" b="b"/>
            <a:pathLst>
              <a:path w="5551170" h="2979420">
                <a:moveTo>
                  <a:pt x="152397" y="0"/>
                </a:moveTo>
                <a:lnTo>
                  <a:pt x="5398773" y="0"/>
                </a:lnTo>
                <a:cubicBezTo>
                  <a:pt x="5482939" y="0"/>
                  <a:pt x="5551170" y="68231"/>
                  <a:pt x="5551170" y="152397"/>
                </a:cubicBezTo>
                <a:lnTo>
                  <a:pt x="5551170" y="2827023"/>
                </a:lnTo>
                <a:cubicBezTo>
                  <a:pt x="5551170" y="2911189"/>
                  <a:pt x="5482939" y="2979420"/>
                  <a:pt x="5398773" y="2979420"/>
                </a:cubicBezTo>
                <a:lnTo>
                  <a:pt x="152397" y="2979420"/>
                </a:lnTo>
                <a:cubicBezTo>
                  <a:pt x="68231" y="2979420"/>
                  <a:pt x="0" y="2911189"/>
                  <a:pt x="0" y="2827023"/>
                </a:cubicBezTo>
                <a:lnTo>
                  <a:pt x="0" y="152397"/>
                </a:lnTo>
                <a:cubicBezTo>
                  <a:pt x="0" y="68287"/>
                  <a:pt x="68287" y="0"/>
                  <a:pt x="15239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3A86FF">
                <a:alpha val="2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72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8664" y="166497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0" y="35719"/>
                </a:moveTo>
                <a:cubicBezTo>
                  <a:pt x="0" y="22585"/>
                  <a:pt x="10678" y="11906"/>
                  <a:pt x="23812" y="11906"/>
                </a:cubicBezTo>
                <a:lnTo>
                  <a:pt x="190500" y="11906"/>
                </a:lnTo>
                <a:cubicBezTo>
                  <a:pt x="203634" y="11906"/>
                  <a:pt x="214313" y="22585"/>
                  <a:pt x="214313" y="35719"/>
                </a:cubicBezTo>
                <a:lnTo>
                  <a:pt x="0" y="35719"/>
                </a:lnTo>
                <a:close/>
                <a:moveTo>
                  <a:pt x="0" y="53578"/>
                </a:moveTo>
                <a:lnTo>
                  <a:pt x="214313" y="53578"/>
                </a:lnTo>
                <a:lnTo>
                  <a:pt x="214313" y="154781"/>
                </a:lnTo>
                <a:cubicBezTo>
                  <a:pt x="214313" y="167915"/>
                  <a:pt x="203634" y="178594"/>
                  <a:pt x="190500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53578"/>
                </a:lnTo>
                <a:close/>
                <a:moveTo>
                  <a:pt x="92013" y="154781"/>
                </a:moveTo>
                <a:cubicBezTo>
                  <a:pt x="99529" y="154781"/>
                  <a:pt x="105147" y="147563"/>
                  <a:pt x="100347" y="141759"/>
                </a:cubicBezTo>
                <a:cubicBezTo>
                  <a:pt x="94878" y="135173"/>
                  <a:pt x="86618" y="130969"/>
                  <a:pt x="77391" y="130969"/>
                </a:cubicBezTo>
                <a:lnTo>
                  <a:pt x="53578" y="130969"/>
                </a:lnTo>
                <a:cubicBezTo>
                  <a:pt x="44351" y="130969"/>
                  <a:pt x="36091" y="135173"/>
                  <a:pt x="30621" y="141759"/>
                </a:cubicBezTo>
                <a:cubicBezTo>
                  <a:pt x="25822" y="147563"/>
                  <a:pt x="31440" y="154781"/>
                  <a:pt x="38956" y="154781"/>
                </a:cubicBezTo>
                <a:lnTo>
                  <a:pt x="91976" y="154781"/>
                </a:lnTo>
                <a:close/>
                <a:moveTo>
                  <a:pt x="65484" y="116086"/>
                </a:moveTo>
                <a:cubicBezTo>
                  <a:pt x="76984" y="116086"/>
                  <a:pt x="86320" y="106750"/>
                  <a:pt x="86320" y="95250"/>
                </a:cubicBezTo>
                <a:cubicBezTo>
                  <a:pt x="86320" y="83750"/>
                  <a:pt x="76984" y="74414"/>
                  <a:pt x="65484" y="74414"/>
                </a:cubicBezTo>
                <a:cubicBezTo>
                  <a:pt x="53985" y="74414"/>
                  <a:pt x="44648" y="83750"/>
                  <a:pt x="44648" y="95250"/>
                </a:cubicBezTo>
                <a:cubicBezTo>
                  <a:pt x="44648" y="106750"/>
                  <a:pt x="53985" y="116086"/>
                  <a:pt x="65484" y="116086"/>
                </a:cubicBezTo>
                <a:close/>
                <a:moveTo>
                  <a:pt x="133945" y="77391"/>
                </a:moveTo>
                <a:cubicBezTo>
                  <a:pt x="128997" y="77391"/>
                  <a:pt x="125016" y="81372"/>
                  <a:pt x="125016" y="86320"/>
                </a:cubicBezTo>
                <a:cubicBezTo>
                  <a:pt x="125016" y="91269"/>
                  <a:pt x="128997" y="95250"/>
                  <a:pt x="133945" y="95250"/>
                </a:cubicBezTo>
                <a:lnTo>
                  <a:pt x="175617" y="95250"/>
                </a:lnTo>
                <a:cubicBezTo>
                  <a:pt x="180566" y="95250"/>
                  <a:pt x="184547" y="91269"/>
                  <a:pt x="184547" y="86320"/>
                </a:cubicBezTo>
                <a:cubicBezTo>
                  <a:pt x="184547" y="81372"/>
                  <a:pt x="180566" y="77391"/>
                  <a:pt x="175617" y="77391"/>
                </a:cubicBezTo>
                <a:lnTo>
                  <a:pt x="133945" y="77391"/>
                </a:lnTo>
                <a:close/>
                <a:moveTo>
                  <a:pt x="133945" y="113109"/>
                </a:moveTo>
                <a:cubicBezTo>
                  <a:pt x="128997" y="113109"/>
                  <a:pt x="125016" y="117091"/>
                  <a:pt x="125016" y="122039"/>
                </a:cubicBezTo>
                <a:cubicBezTo>
                  <a:pt x="125016" y="126988"/>
                  <a:pt x="128997" y="130969"/>
                  <a:pt x="133945" y="130969"/>
                </a:cubicBezTo>
                <a:lnTo>
                  <a:pt x="175617" y="130969"/>
                </a:lnTo>
                <a:cubicBezTo>
                  <a:pt x="180566" y="130969"/>
                  <a:pt x="184547" y="126988"/>
                  <a:pt x="184547" y="122039"/>
                </a:cubicBezTo>
                <a:cubicBezTo>
                  <a:pt x="184547" y="117091"/>
                  <a:pt x="180566" y="113109"/>
                  <a:pt x="175617" y="113109"/>
                </a:cubicBezTo>
                <a:lnTo>
                  <a:pt x="133945" y="113109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1226820" y="1607820"/>
            <a:ext cx="2343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Личная информация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17220" y="21793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41045" y="229362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86389" y="73819"/>
                  <a:pt x="102394" y="57814"/>
                  <a:pt x="102394" y="38100"/>
                </a:cubicBezTo>
                <a:cubicBezTo>
                  <a:pt x="102394" y="18386"/>
                  <a:pt x="86389" y="2381"/>
                  <a:pt x="66675" y="2381"/>
                </a:cubicBezTo>
                <a:cubicBezTo>
                  <a:pt x="46961" y="2381"/>
                  <a:pt x="30956" y="18386"/>
                  <a:pt x="30956" y="38100"/>
                </a:cubicBezTo>
                <a:cubicBezTo>
                  <a:pt x="30956" y="57814"/>
                  <a:pt x="46961" y="73819"/>
                  <a:pt x="66675" y="73819"/>
                </a:cubicBezTo>
                <a:close/>
                <a:moveTo>
                  <a:pt x="57835" y="90488"/>
                </a:moveTo>
                <a:cubicBezTo>
                  <a:pt x="28515" y="90488"/>
                  <a:pt x="4763" y="114240"/>
                  <a:pt x="4763" y="143560"/>
                </a:cubicBezTo>
                <a:cubicBezTo>
                  <a:pt x="4763" y="148441"/>
                  <a:pt x="8721" y="152400"/>
                  <a:pt x="13603" y="152400"/>
                </a:cubicBezTo>
                <a:lnTo>
                  <a:pt x="119747" y="152400"/>
                </a:lnTo>
                <a:cubicBezTo>
                  <a:pt x="124629" y="152400"/>
                  <a:pt x="128588" y="148441"/>
                  <a:pt x="128588" y="143560"/>
                </a:cubicBezTo>
                <a:cubicBezTo>
                  <a:pt x="128588" y="114240"/>
                  <a:pt x="104835" y="90488"/>
                  <a:pt x="75515" y="90488"/>
                </a:cubicBezTo>
                <a:lnTo>
                  <a:pt x="57835" y="9048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1150620" y="21412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ФИО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50620" y="2407920"/>
            <a:ext cx="18478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Бурдюгов Дмитрий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17220" y="28651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721995" y="297942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0" y="57150"/>
                </a:moveTo>
                <a:cubicBezTo>
                  <a:pt x="0" y="46643"/>
                  <a:pt x="8543" y="38100"/>
                  <a:pt x="19050" y="38100"/>
                </a:cubicBezTo>
                <a:lnTo>
                  <a:pt x="38100" y="38100"/>
                </a:lnTo>
                <a:lnTo>
                  <a:pt x="76170" y="3840"/>
                </a:lnTo>
                <a:cubicBezTo>
                  <a:pt x="81617" y="-1042"/>
                  <a:pt x="89862" y="-1042"/>
                  <a:pt x="95280" y="3840"/>
                </a:cubicBezTo>
                <a:lnTo>
                  <a:pt x="133350" y="38100"/>
                </a:lnTo>
                <a:lnTo>
                  <a:pt x="152400" y="38100"/>
                </a:lnTo>
                <a:cubicBezTo>
                  <a:pt x="162907" y="38100"/>
                  <a:pt x="171450" y="46643"/>
                  <a:pt x="171450" y="57150"/>
                </a:cubicBezTo>
                <a:lnTo>
                  <a:pt x="171450" y="133350"/>
                </a:lnTo>
                <a:cubicBezTo>
                  <a:pt x="171450" y="143857"/>
                  <a:pt x="162907" y="152400"/>
                  <a:pt x="152400" y="152400"/>
                </a:cubicBezTo>
                <a:lnTo>
                  <a:pt x="19050" y="152400"/>
                </a:lnTo>
                <a:cubicBezTo>
                  <a:pt x="8543" y="152400"/>
                  <a:pt x="0" y="143857"/>
                  <a:pt x="0" y="133350"/>
                </a:cubicBezTo>
                <a:lnTo>
                  <a:pt x="0" y="57150"/>
                </a:lnTo>
                <a:close/>
                <a:moveTo>
                  <a:pt x="66675" y="111919"/>
                </a:moveTo>
                <a:lnTo>
                  <a:pt x="66675" y="138113"/>
                </a:lnTo>
                <a:lnTo>
                  <a:pt x="104775" y="138113"/>
                </a:lnTo>
                <a:lnTo>
                  <a:pt x="104775" y="111919"/>
                </a:lnTo>
                <a:cubicBezTo>
                  <a:pt x="104775" y="105341"/>
                  <a:pt x="99447" y="100013"/>
                  <a:pt x="92869" y="100013"/>
                </a:cubicBezTo>
                <a:lnTo>
                  <a:pt x="78581" y="100013"/>
                </a:lnTo>
                <a:cubicBezTo>
                  <a:pt x="72003" y="100013"/>
                  <a:pt x="66675" y="105341"/>
                  <a:pt x="66675" y="111919"/>
                </a:cubicBezTo>
                <a:close/>
                <a:moveTo>
                  <a:pt x="33338" y="114300"/>
                </a:moveTo>
                <a:cubicBezTo>
                  <a:pt x="35957" y="114300"/>
                  <a:pt x="38100" y="112157"/>
                  <a:pt x="38100" y="109537"/>
                </a:cubicBezTo>
                <a:lnTo>
                  <a:pt x="38100" y="100013"/>
                </a:lnTo>
                <a:cubicBezTo>
                  <a:pt x="38100" y="97393"/>
                  <a:pt x="35957" y="95250"/>
                  <a:pt x="33338" y="95250"/>
                </a:cubicBezTo>
                <a:lnTo>
                  <a:pt x="23813" y="95250"/>
                </a:lnTo>
                <a:cubicBezTo>
                  <a:pt x="21193" y="95250"/>
                  <a:pt x="19050" y="97393"/>
                  <a:pt x="19050" y="100013"/>
                </a:cubicBezTo>
                <a:lnTo>
                  <a:pt x="19050" y="109537"/>
                </a:lnTo>
                <a:cubicBezTo>
                  <a:pt x="19050" y="112157"/>
                  <a:pt x="21193" y="114300"/>
                  <a:pt x="23813" y="114300"/>
                </a:cubicBezTo>
                <a:lnTo>
                  <a:pt x="33338" y="114300"/>
                </a:lnTo>
                <a:close/>
                <a:moveTo>
                  <a:pt x="38100" y="71438"/>
                </a:moveTo>
                <a:lnTo>
                  <a:pt x="38100" y="61912"/>
                </a:lnTo>
                <a:cubicBezTo>
                  <a:pt x="38100" y="59293"/>
                  <a:pt x="35957" y="57150"/>
                  <a:pt x="33338" y="57150"/>
                </a:cubicBezTo>
                <a:lnTo>
                  <a:pt x="23813" y="57150"/>
                </a:lnTo>
                <a:cubicBezTo>
                  <a:pt x="21193" y="57150"/>
                  <a:pt x="19050" y="59293"/>
                  <a:pt x="19050" y="61912"/>
                </a:cubicBezTo>
                <a:lnTo>
                  <a:pt x="19050" y="71438"/>
                </a:lnTo>
                <a:cubicBezTo>
                  <a:pt x="19050" y="74057"/>
                  <a:pt x="21193" y="76200"/>
                  <a:pt x="23813" y="76200"/>
                </a:cubicBezTo>
                <a:lnTo>
                  <a:pt x="33338" y="76200"/>
                </a:lnTo>
                <a:cubicBezTo>
                  <a:pt x="35957" y="76200"/>
                  <a:pt x="38100" y="74057"/>
                  <a:pt x="38100" y="71438"/>
                </a:cubicBezTo>
                <a:close/>
                <a:moveTo>
                  <a:pt x="147638" y="114300"/>
                </a:moveTo>
                <a:cubicBezTo>
                  <a:pt x="150257" y="114300"/>
                  <a:pt x="152400" y="112157"/>
                  <a:pt x="152400" y="109537"/>
                </a:cubicBezTo>
                <a:lnTo>
                  <a:pt x="152400" y="100013"/>
                </a:lnTo>
                <a:cubicBezTo>
                  <a:pt x="152400" y="97393"/>
                  <a:pt x="150257" y="95250"/>
                  <a:pt x="147638" y="95250"/>
                </a:cubicBezTo>
                <a:lnTo>
                  <a:pt x="138113" y="95250"/>
                </a:lnTo>
                <a:cubicBezTo>
                  <a:pt x="135493" y="95250"/>
                  <a:pt x="133350" y="97393"/>
                  <a:pt x="133350" y="100013"/>
                </a:cubicBezTo>
                <a:lnTo>
                  <a:pt x="133350" y="109537"/>
                </a:lnTo>
                <a:cubicBezTo>
                  <a:pt x="133350" y="112157"/>
                  <a:pt x="135493" y="114300"/>
                  <a:pt x="138113" y="114300"/>
                </a:cubicBezTo>
                <a:lnTo>
                  <a:pt x="147638" y="114300"/>
                </a:lnTo>
                <a:close/>
                <a:moveTo>
                  <a:pt x="152400" y="71438"/>
                </a:moveTo>
                <a:lnTo>
                  <a:pt x="152400" y="61912"/>
                </a:lnTo>
                <a:cubicBezTo>
                  <a:pt x="152400" y="59293"/>
                  <a:pt x="150257" y="57150"/>
                  <a:pt x="147638" y="57150"/>
                </a:cubicBezTo>
                <a:lnTo>
                  <a:pt x="138113" y="57150"/>
                </a:lnTo>
                <a:cubicBezTo>
                  <a:pt x="135493" y="57150"/>
                  <a:pt x="133350" y="59293"/>
                  <a:pt x="133350" y="61912"/>
                </a:cubicBezTo>
                <a:lnTo>
                  <a:pt x="133350" y="71438"/>
                </a:lnTo>
                <a:cubicBezTo>
                  <a:pt x="133350" y="74057"/>
                  <a:pt x="135493" y="76200"/>
                  <a:pt x="138113" y="76200"/>
                </a:cubicBezTo>
                <a:lnTo>
                  <a:pt x="147638" y="76200"/>
                </a:lnTo>
                <a:cubicBezTo>
                  <a:pt x="150257" y="76200"/>
                  <a:pt x="152400" y="74057"/>
                  <a:pt x="152400" y="71438"/>
                </a:cubicBezTo>
                <a:close/>
                <a:moveTo>
                  <a:pt x="85725" y="76200"/>
                </a:moveTo>
                <a:cubicBezTo>
                  <a:pt x="96239" y="76200"/>
                  <a:pt x="104775" y="67664"/>
                  <a:pt x="104775" y="57150"/>
                </a:cubicBezTo>
                <a:cubicBezTo>
                  <a:pt x="104775" y="46636"/>
                  <a:pt x="96239" y="38100"/>
                  <a:pt x="85725" y="38100"/>
                </a:cubicBezTo>
                <a:cubicBezTo>
                  <a:pt x="75211" y="38100"/>
                  <a:pt x="66675" y="46636"/>
                  <a:pt x="66675" y="57150"/>
                </a:cubicBezTo>
                <a:cubicBezTo>
                  <a:pt x="66675" y="67664"/>
                  <a:pt x="75211" y="76200"/>
                  <a:pt x="85725" y="7620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1150620" y="2827020"/>
            <a:ext cx="23050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Образовательное учреждение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50620" y="3093720"/>
            <a:ext cx="23241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МАОУ СОШ 65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17220" y="355092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>
              <a:alpha val="10196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31520" y="366522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69205" y="1548"/>
                </a:moveTo>
                <a:cubicBezTo>
                  <a:pt x="73640" y="-506"/>
                  <a:pt x="78760" y="-506"/>
                  <a:pt x="83195" y="1548"/>
                </a:cubicBezTo>
                <a:lnTo>
                  <a:pt x="148263" y="31611"/>
                </a:lnTo>
                <a:cubicBezTo>
                  <a:pt x="150793" y="32772"/>
                  <a:pt x="152400" y="35302"/>
                  <a:pt x="152400" y="38100"/>
                </a:cubicBezTo>
                <a:cubicBezTo>
                  <a:pt x="152400" y="40898"/>
                  <a:pt x="150793" y="43428"/>
                  <a:pt x="148263" y="44589"/>
                </a:cubicBezTo>
                <a:lnTo>
                  <a:pt x="83195" y="74652"/>
                </a:lnTo>
                <a:cubicBezTo>
                  <a:pt x="78760" y="76706"/>
                  <a:pt x="73640" y="76706"/>
                  <a:pt x="69205" y="74652"/>
                </a:cubicBezTo>
                <a:lnTo>
                  <a:pt x="4137" y="44589"/>
                </a:lnTo>
                <a:cubicBezTo>
                  <a:pt x="1607" y="43398"/>
                  <a:pt x="0" y="40868"/>
                  <a:pt x="0" y="38100"/>
                </a:cubicBezTo>
                <a:cubicBezTo>
                  <a:pt x="0" y="35332"/>
                  <a:pt x="1607" y="32772"/>
                  <a:pt x="4137" y="31611"/>
                </a:cubicBezTo>
                <a:lnTo>
                  <a:pt x="69205" y="1548"/>
                </a:lnTo>
                <a:close/>
                <a:moveTo>
                  <a:pt x="14317" y="65008"/>
                </a:moveTo>
                <a:lnTo>
                  <a:pt x="63222" y="87600"/>
                </a:lnTo>
                <a:cubicBezTo>
                  <a:pt x="71467" y="91410"/>
                  <a:pt x="80962" y="91410"/>
                  <a:pt x="89208" y="87600"/>
                </a:cubicBezTo>
                <a:lnTo>
                  <a:pt x="138113" y="65008"/>
                </a:lnTo>
                <a:lnTo>
                  <a:pt x="148263" y="69711"/>
                </a:lnTo>
                <a:cubicBezTo>
                  <a:pt x="150793" y="70872"/>
                  <a:pt x="152400" y="73402"/>
                  <a:pt x="152400" y="76200"/>
                </a:cubicBezTo>
                <a:cubicBezTo>
                  <a:pt x="152400" y="78998"/>
                  <a:pt x="150793" y="81528"/>
                  <a:pt x="148263" y="82689"/>
                </a:cubicBezTo>
                <a:lnTo>
                  <a:pt x="83195" y="112752"/>
                </a:lnTo>
                <a:cubicBezTo>
                  <a:pt x="78760" y="114806"/>
                  <a:pt x="73640" y="114806"/>
                  <a:pt x="69205" y="112752"/>
                </a:cubicBezTo>
                <a:lnTo>
                  <a:pt x="4137" y="82689"/>
                </a:lnTo>
                <a:cubicBezTo>
                  <a:pt x="1607" y="81498"/>
                  <a:pt x="0" y="78968"/>
                  <a:pt x="0" y="76200"/>
                </a:cubicBezTo>
                <a:cubicBezTo>
                  <a:pt x="0" y="73432"/>
                  <a:pt x="1607" y="70872"/>
                  <a:pt x="4137" y="69711"/>
                </a:cubicBezTo>
                <a:lnTo>
                  <a:pt x="14288" y="65008"/>
                </a:lnTo>
                <a:close/>
                <a:moveTo>
                  <a:pt x="4137" y="107811"/>
                </a:moveTo>
                <a:lnTo>
                  <a:pt x="14288" y="103108"/>
                </a:lnTo>
                <a:lnTo>
                  <a:pt x="63192" y="125700"/>
                </a:lnTo>
                <a:cubicBezTo>
                  <a:pt x="71438" y="129510"/>
                  <a:pt x="80933" y="129510"/>
                  <a:pt x="89178" y="125700"/>
                </a:cubicBezTo>
                <a:lnTo>
                  <a:pt x="138083" y="103108"/>
                </a:lnTo>
                <a:lnTo>
                  <a:pt x="148233" y="107811"/>
                </a:lnTo>
                <a:cubicBezTo>
                  <a:pt x="150763" y="108972"/>
                  <a:pt x="152370" y="111502"/>
                  <a:pt x="152370" y="114300"/>
                </a:cubicBezTo>
                <a:cubicBezTo>
                  <a:pt x="152370" y="117098"/>
                  <a:pt x="150763" y="119628"/>
                  <a:pt x="148233" y="120789"/>
                </a:cubicBezTo>
                <a:lnTo>
                  <a:pt x="83165" y="150852"/>
                </a:lnTo>
                <a:cubicBezTo>
                  <a:pt x="78730" y="152906"/>
                  <a:pt x="73610" y="152906"/>
                  <a:pt x="69175" y="150852"/>
                </a:cubicBezTo>
                <a:lnTo>
                  <a:pt x="4137" y="120789"/>
                </a:lnTo>
                <a:cubicBezTo>
                  <a:pt x="1607" y="119598"/>
                  <a:pt x="0" y="117068"/>
                  <a:pt x="0" y="114300"/>
                </a:cubicBezTo>
                <a:cubicBezTo>
                  <a:pt x="0" y="111532"/>
                  <a:pt x="1607" y="108972"/>
                  <a:pt x="4137" y="10781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0" name="Text 18"/>
          <p:cNvSpPr/>
          <p:nvPr/>
        </p:nvSpPr>
        <p:spPr>
          <a:xfrm>
            <a:off x="1150620" y="3512820"/>
            <a:ext cx="7524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150620" y="3779520"/>
            <a:ext cx="7715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 класс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384810" y="4514850"/>
            <a:ext cx="5551170" cy="1722120"/>
          </a:xfrm>
          <a:custGeom>
            <a:avLst/>
            <a:gdLst/>
            <a:ahLst/>
            <a:cxnLst/>
            <a:rect l="l" t="t" r="r" b="b"/>
            <a:pathLst>
              <a:path w="5551170" h="1722120">
                <a:moveTo>
                  <a:pt x="152408" y="0"/>
                </a:moveTo>
                <a:lnTo>
                  <a:pt x="5398762" y="0"/>
                </a:lnTo>
                <a:cubicBezTo>
                  <a:pt x="5482935" y="0"/>
                  <a:pt x="5551170" y="68235"/>
                  <a:pt x="5551170" y="152408"/>
                </a:cubicBezTo>
                <a:lnTo>
                  <a:pt x="5551170" y="1569712"/>
                </a:lnTo>
                <a:cubicBezTo>
                  <a:pt x="5551170" y="1653885"/>
                  <a:pt x="5482935" y="1722120"/>
                  <a:pt x="5398762" y="1722120"/>
                </a:cubicBezTo>
                <a:lnTo>
                  <a:pt x="152408" y="1722120"/>
                </a:lnTo>
                <a:cubicBezTo>
                  <a:pt x="68235" y="1722120"/>
                  <a:pt x="0" y="1653885"/>
                  <a:pt x="0" y="1569712"/>
                </a:cubicBezTo>
                <a:lnTo>
                  <a:pt x="0" y="152408"/>
                </a:lnTo>
                <a:cubicBezTo>
                  <a:pt x="0" y="68292"/>
                  <a:pt x="68292" y="0"/>
                  <a:pt x="152408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0083" y="4766310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0" y="96441"/>
                </a:moveTo>
                <a:cubicBezTo>
                  <a:pt x="0" y="66839"/>
                  <a:pt x="23976" y="42863"/>
                  <a:pt x="53578" y="42863"/>
                </a:cubicBezTo>
                <a:lnTo>
                  <a:pt x="57150" y="42863"/>
                </a:lnTo>
                <a:cubicBezTo>
                  <a:pt x="65053" y="42863"/>
                  <a:pt x="71438" y="49247"/>
                  <a:pt x="71438" y="57150"/>
                </a:cubicBezTo>
                <a:cubicBezTo>
                  <a:pt x="71438" y="65053"/>
                  <a:pt x="65053" y="71438"/>
                  <a:pt x="57150" y="71438"/>
                </a:cubicBezTo>
                <a:lnTo>
                  <a:pt x="53578" y="71438"/>
                </a:lnTo>
                <a:cubicBezTo>
                  <a:pt x="39782" y="71438"/>
                  <a:pt x="28575" y="82644"/>
                  <a:pt x="28575" y="96441"/>
                </a:cubicBezTo>
                <a:lnTo>
                  <a:pt x="28575" y="100013"/>
                </a:lnTo>
                <a:lnTo>
                  <a:pt x="57150" y="100013"/>
                </a:lnTo>
                <a:cubicBezTo>
                  <a:pt x="72911" y="100013"/>
                  <a:pt x="85725" y="112827"/>
                  <a:pt x="85725" y="128588"/>
                </a:cubicBezTo>
                <a:lnTo>
                  <a:pt x="85725" y="157163"/>
                </a:lnTo>
                <a:cubicBezTo>
                  <a:pt x="85725" y="172923"/>
                  <a:pt x="72911" y="185738"/>
                  <a:pt x="57150" y="185738"/>
                </a:cubicBezTo>
                <a:lnTo>
                  <a:pt x="28575" y="185738"/>
                </a:lnTo>
                <a:cubicBezTo>
                  <a:pt x="12814" y="185738"/>
                  <a:pt x="0" y="172923"/>
                  <a:pt x="0" y="157163"/>
                </a:cubicBezTo>
                <a:lnTo>
                  <a:pt x="0" y="96441"/>
                </a:lnTo>
                <a:close/>
                <a:moveTo>
                  <a:pt x="114300" y="96441"/>
                </a:moveTo>
                <a:cubicBezTo>
                  <a:pt x="114300" y="66839"/>
                  <a:pt x="138276" y="42863"/>
                  <a:pt x="167878" y="42863"/>
                </a:cubicBezTo>
                <a:lnTo>
                  <a:pt x="171450" y="42863"/>
                </a:lnTo>
                <a:cubicBezTo>
                  <a:pt x="179353" y="42863"/>
                  <a:pt x="185738" y="49247"/>
                  <a:pt x="185738" y="57150"/>
                </a:cubicBezTo>
                <a:cubicBezTo>
                  <a:pt x="185738" y="65053"/>
                  <a:pt x="179353" y="71438"/>
                  <a:pt x="171450" y="71438"/>
                </a:cubicBezTo>
                <a:lnTo>
                  <a:pt x="167878" y="71438"/>
                </a:lnTo>
                <a:cubicBezTo>
                  <a:pt x="154082" y="71438"/>
                  <a:pt x="142875" y="82644"/>
                  <a:pt x="142875" y="96441"/>
                </a:cubicBezTo>
                <a:lnTo>
                  <a:pt x="142875" y="100013"/>
                </a:lnTo>
                <a:lnTo>
                  <a:pt x="171450" y="100013"/>
                </a:lnTo>
                <a:cubicBezTo>
                  <a:pt x="187211" y="100013"/>
                  <a:pt x="200025" y="112827"/>
                  <a:pt x="200025" y="128588"/>
                </a:cubicBezTo>
                <a:lnTo>
                  <a:pt x="200025" y="157163"/>
                </a:lnTo>
                <a:cubicBezTo>
                  <a:pt x="200025" y="172923"/>
                  <a:pt x="187211" y="185738"/>
                  <a:pt x="171450" y="185738"/>
                </a:cubicBezTo>
                <a:lnTo>
                  <a:pt x="142875" y="185738"/>
                </a:lnTo>
                <a:cubicBezTo>
                  <a:pt x="127114" y="185738"/>
                  <a:pt x="114300" y="172923"/>
                  <a:pt x="114300" y="157163"/>
                </a:cubicBezTo>
                <a:lnTo>
                  <a:pt x="114300" y="96441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4" name="Text 22"/>
          <p:cNvSpPr/>
          <p:nvPr/>
        </p:nvSpPr>
        <p:spPr>
          <a:xfrm>
            <a:off x="1017270" y="4747260"/>
            <a:ext cx="9620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Моя роль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17220" y="5166360"/>
            <a:ext cx="517207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 — </a:t>
            </a:r>
            <a:pPr>
              <a:lnSpc>
                <a:spcPct val="140000"/>
              </a:lnSpc>
            </a:pPr>
            <a:r>
              <a:rPr lang="en-US" sz="1350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технологический энтузиаст</a:t>
            </a:r>
            <a:pPr>
              <a:lnSpc>
                <a:spcPct val="140000"/>
              </a:lnSpc>
            </a:pPr>
            <a:r>
              <a:rPr lang="en-US" sz="135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и олимпиадник, увлеченный инженерными науками и инновациями. Моя цель — применять знания для решения реальных технических задач.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52210" y="1299210"/>
            <a:ext cx="5551170" cy="3931920"/>
          </a:xfrm>
          <a:custGeom>
            <a:avLst/>
            <a:gdLst/>
            <a:ahLst/>
            <a:cxnLst/>
            <a:rect l="l" t="t" r="r" b="b"/>
            <a:pathLst>
              <a:path w="5551170" h="3931920">
                <a:moveTo>
                  <a:pt x="152401" y="0"/>
                </a:moveTo>
                <a:lnTo>
                  <a:pt x="5398769" y="0"/>
                </a:lnTo>
                <a:cubicBezTo>
                  <a:pt x="5482938" y="0"/>
                  <a:pt x="5551170" y="68232"/>
                  <a:pt x="5551170" y="152401"/>
                </a:cubicBezTo>
                <a:lnTo>
                  <a:pt x="5551170" y="3779519"/>
                </a:lnTo>
                <a:cubicBezTo>
                  <a:pt x="5551170" y="3863688"/>
                  <a:pt x="5482938" y="3931920"/>
                  <a:pt x="5398769" y="3931920"/>
                </a:cubicBezTo>
                <a:lnTo>
                  <a:pt x="152401" y="3931920"/>
                </a:lnTo>
                <a:cubicBezTo>
                  <a:pt x="68232" y="3931920"/>
                  <a:pt x="0" y="3863688"/>
                  <a:pt x="0" y="3779519"/>
                </a:cubicBezTo>
                <a:lnTo>
                  <a:pt x="0" y="152401"/>
                </a:lnTo>
                <a:cubicBezTo>
                  <a:pt x="0" y="68289"/>
                  <a:pt x="68289" y="0"/>
                  <a:pt x="152401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3A86FF">
                <a:alpha val="2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84620" y="15316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6641782" y="1664970"/>
            <a:ext cx="142875" cy="190500"/>
          </a:xfrm>
          <a:custGeom>
            <a:avLst/>
            <a:gdLst/>
            <a:ahLst/>
            <a:cxnLst/>
            <a:rect l="l" t="t" r="r" b="b"/>
            <a:pathLst>
              <a:path w="142875" h="190500">
                <a:moveTo>
                  <a:pt x="108979" y="142875"/>
                </a:moveTo>
                <a:cubicBezTo>
                  <a:pt x="111696" y="134578"/>
                  <a:pt x="117128" y="127062"/>
                  <a:pt x="123267" y="120588"/>
                </a:cubicBezTo>
                <a:cubicBezTo>
                  <a:pt x="135434" y="107789"/>
                  <a:pt x="142875" y="90488"/>
                  <a:pt x="142875" y="71438"/>
                </a:cubicBezTo>
                <a:cubicBezTo>
                  <a:pt x="142875" y="31998"/>
                  <a:pt x="110877" y="0"/>
                  <a:pt x="71437" y="0"/>
                </a:cubicBezTo>
                <a:cubicBezTo>
                  <a:pt x="31998" y="0"/>
                  <a:pt x="0" y="31998"/>
                  <a:pt x="0" y="71438"/>
                </a:cubicBezTo>
                <a:cubicBezTo>
                  <a:pt x="0" y="90488"/>
                  <a:pt x="7441" y="107789"/>
                  <a:pt x="19608" y="120588"/>
                </a:cubicBezTo>
                <a:cubicBezTo>
                  <a:pt x="25747" y="127062"/>
                  <a:pt x="31217" y="134578"/>
                  <a:pt x="33896" y="142875"/>
                </a:cubicBezTo>
                <a:lnTo>
                  <a:pt x="108942" y="142875"/>
                </a:lnTo>
                <a:close/>
                <a:moveTo>
                  <a:pt x="107156" y="160734"/>
                </a:moveTo>
                <a:lnTo>
                  <a:pt x="35719" y="160734"/>
                </a:lnTo>
                <a:lnTo>
                  <a:pt x="35719" y="166688"/>
                </a:lnTo>
                <a:cubicBezTo>
                  <a:pt x="35719" y="183133"/>
                  <a:pt x="49039" y="196453"/>
                  <a:pt x="65484" y="196453"/>
                </a:cubicBezTo>
                <a:lnTo>
                  <a:pt x="77391" y="196453"/>
                </a:lnTo>
                <a:cubicBezTo>
                  <a:pt x="93836" y="196453"/>
                  <a:pt x="107156" y="183133"/>
                  <a:pt x="107156" y="166688"/>
                </a:cubicBezTo>
                <a:lnTo>
                  <a:pt x="107156" y="160734"/>
                </a:lnTo>
                <a:close/>
                <a:moveTo>
                  <a:pt x="68461" y="41672"/>
                </a:moveTo>
                <a:cubicBezTo>
                  <a:pt x="53653" y="41672"/>
                  <a:pt x="41672" y="53653"/>
                  <a:pt x="41672" y="68461"/>
                </a:cubicBezTo>
                <a:cubicBezTo>
                  <a:pt x="41672" y="73409"/>
                  <a:pt x="37691" y="77391"/>
                  <a:pt x="32742" y="77391"/>
                </a:cubicBezTo>
                <a:cubicBezTo>
                  <a:pt x="27794" y="77391"/>
                  <a:pt x="23812" y="73409"/>
                  <a:pt x="23812" y="68461"/>
                </a:cubicBezTo>
                <a:cubicBezTo>
                  <a:pt x="23812" y="43793"/>
                  <a:pt x="43793" y="23812"/>
                  <a:pt x="68461" y="23812"/>
                </a:cubicBezTo>
                <a:cubicBezTo>
                  <a:pt x="73409" y="23812"/>
                  <a:pt x="77391" y="27794"/>
                  <a:pt x="77391" y="32742"/>
                </a:cubicBezTo>
                <a:cubicBezTo>
                  <a:pt x="77391" y="37691"/>
                  <a:pt x="73409" y="41672"/>
                  <a:pt x="68461" y="4167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9" name="Text 27"/>
          <p:cNvSpPr/>
          <p:nvPr/>
        </p:nvSpPr>
        <p:spPr>
          <a:xfrm>
            <a:off x="7056120" y="1607820"/>
            <a:ext cx="27241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Ключевые направления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03670" y="2179320"/>
            <a:ext cx="5067300" cy="838200"/>
          </a:xfrm>
          <a:custGeom>
            <a:avLst/>
            <a:gdLst/>
            <a:ahLst/>
            <a:cxnLst/>
            <a:rect l="l" t="t" r="r" b="b"/>
            <a:pathLst>
              <a:path w="5067300" h="838200">
                <a:moveTo>
                  <a:pt x="38100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723903"/>
                </a:lnTo>
                <a:cubicBezTo>
                  <a:pt x="5067300" y="787028"/>
                  <a:pt x="5016128" y="838200"/>
                  <a:pt x="495300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503670" y="217932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2" name="Shape 30"/>
          <p:cNvSpPr/>
          <p:nvPr/>
        </p:nvSpPr>
        <p:spPr>
          <a:xfrm>
            <a:off x="6675120" y="23698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6784657" y="250317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30969" y="0"/>
                </a:moveTo>
                <a:cubicBezTo>
                  <a:pt x="130969" y="-6586"/>
                  <a:pt x="125648" y="-11906"/>
                  <a:pt x="119063" y="-11906"/>
                </a:cubicBezTo>
                <a:cubicBezTo>
                  <a:pt x="112477" y="-11906"/>
                  <a:pt x="107156" y="-6586"/>
                  <a:pt x="107156" y="0"/>
                </a:cubicBezTo>
                <a:lnTo>
                  <a:pt x="107156" y="23812"/>
                </a:lnTo>
                <a:lnTo>
                  <a:pt x="71438" y="23812"/>
                </a:lnTo>
                <a:cubicBezTo>
                  <a:pt x="51718" y="23812"/>
                  <a:pt x="35719" y="39812"/>
                  <a:pt x="35719" y="59531"/>
                </a:cubicBezTo>
                <a:lnTo>
                  <a:pt x="35719" y="142875"/>
                </a:lnTo>
                <a:cubicBezTo>
                  <a:pt x="35719" y="162595"/>
                  <a:pt x="51718" y="178594"/>
                  <a:pt x="71438" y="178594"/>
                </a:cubicBezTo>
                <a:lnTo>
                  <a:pt x="166688" y="178594"/>
                </a:lnTo>
                <a:cubicBezTo>
                  <a:pt x="186407" y="178594"/>
                  <a:pt x="202406" y="162595"/>
                  <a:pt x="202406" y="142875"/>
                </a:cubicBezTo>
                <a:lnTo>
                  <a:pt x="202406" y="59531"/>
                </a:lnTo>
                <a:cubicBezTo>
                  <a:pt x="202406" y="39812"/>
                  <a:pt x="186407" y="23812"/>
                  <a:pt x="166688" y="23812"/>
                </a:cubicBezTo>
                <a:lnTo>
                  <a:pt x="130969" y="23812"/>
                </a:lnTo>
                <a:lnTo>
                  <a:pt x="130969" y="0"/>
                </a:lnTo>
                <a:close/>
                <a:moveTo>
                  <a:pt x="59531" y="136922"/>
                </a:moveTo>
                <a:cubicBezTo>
                  <a:pt x="59531" y="131973"/>
                  <a:pt x="63512" y="127992"/>
                  <a:pt x="68461" y="127992"/>
                </a:cubicBezTo>
                <a:lnTo>
                  <a:pt x="80367" y="127992"/>
                </a:lnTo>
                <a:cubicBezTo>
                  <a:pt x="85316" y="127992"/>
                  <a:pt x="89297" y="131973"/>
                  <a:pt x="89297" y="136922"/>
                </a:cubicBezTo>
                <a:cubicBezTo>
                  <a:pt x="89297" y="141870"/>
                  <a:pt x="85316" y="145852"/>
                  <a:pt x="80367" y="145852"/>
                </a:cubicBezTo>
                <a:lnTo>
                  <a:pt x="68461" y="145852"/>
                </a:lnTo>
                <a:cubicBezTo>
                  <a:pt x="63512" y="145852"/>
                  <a:pt x="59531" y="141870"/>
                  <a:pt x="59531" y="136922"/>
                </a:cubicBezTo>
                <a:close/>
                <a:moveTo>
                  <a:pt x="104180" y="136922"/>
                </a:moveTo>
                <a:cubicBezTo>
                  <a:pt x="104180" y="131973"/>
                  <a:pt x="108161" y="127992"/>
                  <a:pt x="113109" y="127992"/>
                </a:cubicBezTo>
                <a:lnTo>
                  <a:pt x="125016" y="127992"/>
                </a:lnTo>
                <a:cubicBezTo>
                  <a:pt x="129964" y="127992"/>
                  <a:pt x="133945" y="131973"/>
                  <a:pt x="133945" y="136922"/>
                </a:cubicBezTo>
                <a:cubicBezTo>
                  <a:pt x="133945" y="141870"/>
                  <a:pt x="129964" y="145852"/>
                  <a:pt x="125016" y="145852"/>
                </a:cubicBezTo>
                <a:lnTo>
                  <a:pt x="113109" y="145852"/>
                </a:lnTo>
                <a:cubicBezTo>
                  <a:pt x="108161" y="145852"/>
                  <a:pt x="104180" y="141870"/>
                  <a:pt x="104180" y="136922"/>
                </a:cubicBezTo>
                <a:close/>
                <a:moveTo>
                  <a:pt x="148828" y="136922"/>
                </a:moveTo>
                <a:cubicBezTo>
                  <a:pt x="148828" y="131973"/>
                  <a:pt x="152809" y="127992"/>
                  <a:pt x="157758" y="127992"/>
                </a:cubicBezTo>
                <a:lnTo>
                  <a:pt x="169664" y="127992"/>
                </a:lnTo>
                <a:cubicBezTo>
                  <a:pt x="174613" y="127992"/>
                  <a:pt x="178594" y="131973"/>
                  <a:pt x="178594" y="136922"/>
                </a:cubicBezTo>
                <a:cubicBezTo>
                  <a:pt x="178594" y="141870"/>
                  <a:pt x="174613" y="145852"/>
                  <a:pt x="169664" y="145852"/>
                </a:cubicBezTo>
                <a:lnTo>
                  <a:pt x="157758" y="145852"/>
                </a:lnTo>
                <a:cubicBezTo>
                  <a:pt x="152809" y="145852"/>
                  <a:pt x="148828" y="141870"/>
                  <a:pt x="148828" y="136922"/>
                </a:cubicBezTo>
                <a:close/>
                <a:moveTo>
                  <a:pt x="83344" y="65484"/>
                </a:moveTo>
                <a:cubicBezTo>
                  <a:pt x="93201" y="65484"/>
                  <a:pt x="101203" y="73487"/>
                  <a:pt x="101203" y="83344"/>
                </a:cubicBezTo>
                <a:cubicBezTo>
                  <a:pt x="101203" y="93201"/>
                  <a:pt x="93201" y="101203"/>
                  <a:pt x="83344" y="101203"/>
                </a:cubicBezTo>
                <a:cubicBezTo>
                  <a:pt x="73487" y="101203"/>
                  <a:pt x="65484" y="93201"/>
                  <a:pt x="65484" y="83344"/>
                </a:cubicBezTo>
                <a:cubicBezTo>
                  <a:pt x="65484" y="73487"/>
                  <a:pt x="73487" y="65484"/>
                  <a:pt x="83344" y="65484"/>
                </a:cubicBezTo>
                <a:close/>
                <a:moveTo>
                  <a:pt x="136922" y="83344"/>
                </a:moveTo>
                <a:cubicBezTo>
                  <a:pt x="136922" y="73487"/>
                  <a:pt x="144924" y="65484"/>
                  <a:pt x="154781" y="65484"/>
                </a:cubicBezTo>
                <a:cubicBezTo>
                  <a:pt x="164638" y="65484"/>
                  <a:pt x="172641" y="73487"/>
                  <a:pt x="172641" y="83344"/>
                </a:cubicBezTo>
                <a:cubicBezTo>
                  <a:pt x="172641" y="93201"/>
                  <a:pt x="164638" y="101203"/>
                  <a:pt x="154781" y="101203"/>
                </a:cubicBezTo>
                <a:cubicBezTo>
                  <a:pt x="144924" y="101203"/>
                  <a:pt x="136922" y="93201"/>
                  <a:pt x="136922" y="83344"/>
                </a:cubicBezTo>
                <a:close/>
                <a:moveTo>
                  <a:pt x="23812" y="83344"/>
                </a:moveTo>
                <a:cubicBezTo>
                  <a:pt x="23812" y="76758"/>
                  <a:pt x="18492" y="71438"/>
                  <a:pt x="11906" y="71438"/>
                </a:cubicBezTo>
                <a:cubicBezTo>
                  <a:pt x="5321" y="71438"/>
                  <a:pt x="0" y="76758"/>
                  <a:pt x="0" y="83344"/>
                </a:cubicBezTo>
                <a:lnTo>
                  <a:pt x="0" y="119063"/>
                </a:lnTo>
                <a:cubicBezTo>
                  <a:pt x="0" y="125648"/>
                  <a:pt x="5321" y="130969"/>
                  <a:pt x="11906" y="130969"/>
                </a:cubicBezTo>
                <a:cubicBezTo>
                  <a:pt x="18492" y="130969"/>
                  <a:pt x="23812" y="125648"/>
                  <a:pt x="23812" y="119063"/>
                </a:cubicBezTo>
                <a:lnTo>
                  <a:pt x="23812" y="83344"/>
                </a:lnTo>
                <a:close/>
                <a:moveTo>
                  <a:pt x="226219" y="71438"/>
                </a:moveTo>
                <a:cubicBezTo>
                  <a:pt x="219633" y="71438"/>
                  <a:pt x="214313" y="76758"/>
                  <a:pt x="214313" y="83344"/>
                </a:cubicBezTo>
                <a:lnTo>
                  <a:pt x="214313" y="119063"/>
                </a:lnTo>
                <a:cubicBezTo>
                  <a:pt x="214313" y="125648"/>
                  <a:pt x="219633" y="130969"/>
                  <a:pt x="226219" y="130969"/>
                </a:cubicBezTo>
                <a:cubicBezTo>
                  <a:pt x="232804" y="130969"/>
                  <a:pt x="238125" y="125648"/>
                  <a:pt x="238125" y="119063"/>
                </a:cubicBezTo>
                <a:lnTo>
                  <a:pt x="238125" y="83344"/>
                </a:lnTo>
                <a:cubicBezTo>
                  <a:pt x="238125" y="76758"/>
                  <a:pt x="232804" y="71438"/>
                  <a:pt x="226219" y="71438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4" name="Text 32"/>
          <p:cNvSpPr/>
          <p:nvPr/>
        </p:nvSpPr>
        <p:spPr>
          <a:xfrm>
            <a:off x="7284720" y="2331720"/>
            <a:ext cx="3067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Беспилотные технологии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7284720" y="2636520"/>
            <a:ext cx="30575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Разработка и программирование дронов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6503670" y="3169920"/>
            <a:ext cx="5067300" cy="838200"/>
          </a:xfrm>
          <a:custGeom>
            <a:avLst/>
            <a:gdLst/>
            <a:ahLst/>
            <a:cxnLst/>
            <a:rect l="l" t="t" r="r" b="b"/>
            <a:pathLst>
              <a:path w="5067300" h="838200">
                <a:moveTo>
                  <a:pt x="38100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723903"/>
                </a:lnTo>
                <a:cubicBezTo>
                  <a:pt x="5067300" y="787028"/>
                  <a:pt x="5016128" y="838200"/>
                  <a:pt x="495300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6503670" y="316992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8" name="Shape 36"/>
          <p:cNvSpPr/>
          <p:nvPr/>
        </p:nvSpPr>
        <p:spPr>
          <a:xfrm>
            <a:off x="6675120" y="33604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6820376" y="349377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07156" y="0"/>
                </a:moveTo>
                <a:lnTo>
                  <a:pt x="47625" y="0"/>
                </a:lnTo>
                <a:cubicBezTo>
                  <a:pt x="41039" y="0"/>
                  <a:pt x="35719" y="5321"/>
                  <a:pt x="35719" y="11906"/>
                </a:cubicBezTo>
                <a:cubicBezTo>
                  <a:pt x="35719" y="18492"/>
                  <a:pt x="41039" y="23812"/>
                  <a:pt x="47625" y="23812"/>
                </a:cubicBezTo>
                <a:lnTo>
                  <a:pt x="47625" y="80181"/>
                </a:lnTo>
                <a:lnTo>
                  <a:pt x="2791" y="158614"/>
                </a:lnTo>
                <a:cubicBezTo>
                  <a:pt x="967" y="161851"/>
                  <a:pt x="0" y="165460"/>
                  <a:pt x="0" y="169180"/>
                </a:cubicBezTo>
                <a:cubicBezTo>
                  <a:pt x="0" y="180975"/>
                  <a:pt x="9525" y="190500"/>
                  <a:pt x="21320" y="190500"/>
                </a:cubicBezTo>
                <a:lnTo>
                  <a:pt x="145368" y="190500"/>
                </a:lnTo>
                <a:cubicBezTo>
                  <a:pt x="157125" y="190500"/>
                  <a:pt x="166688" y="180975"/>
                  <a:pt x="166688" y="169180"/>
                </a:cubicBezTo>
                <a:cubicBezTo>
                  <a:pt x="166688" y="165460"/>
                  <a:pt x="165720" y="161813"/>
                  <a:pt x="163897" y="158614"/>
                </a:cubicBezTo>
                <a:lnTo>
                  <a:pt x="119063" y="80181"/>
                </a:lnTo>
                <a:lnTo>
                  <a:pt x="119063" y="23812"/>
                </a:lnTo>
                <a:cubicBezTo>
                  <a:pt x="125648" y="23812"/>
                  <a:pt x="130969" y="18492"/>
                  <a:pt x="130969" y="11906"/>
                </a:cubicBezTo>
                <a:cubicBezTo>
                  <a:pt x="130969" y="5321"/>
                  <a:pt x="125648" y="0"/>
                  <a:pt x="119063" y="0"/>
                </a:cubicBezTo>
                <a:lnTo>
                  <a:pt x="107156" y="0"/>
                </a:lnTo>
                <a:close/>
                <a:moveTo>
                  <a:pt x="71438" y="80181"/>
                </a:moveTo>
                <a:lnTo>
                  <a:pt x="71438" y="23812"/>
                </a:lnTo>
                <a:lnTo>
                  <a:pt x="95250" y="23812"/>
                </a:lnTo>
                <a:lnTo>
                  <a:pt x="95250" y="80181"/>
                </a:lnTo>
                <a:cubicBezTo>
                  <a:pt x="95250" y="84311"/>
                  <a:pt x="96329" y="88404"/>
                  <a:pt x="98375" y="92013"/>
                </a:cubicBezTo>
                <a:lnTo>
                  <a:pt x="113854" y="119063"/>
                </a:lnTo>
                <a:lnTo>
                  <a:pt x="52834" y="119063"/>
                </a:lnTo>
                <a:lnTo>
                  <a:pt x="68312" y="92013"/>
                </a:lnTo>
                <a:cubicBezTo>
                  <a:pt x="70358" y="88404"/>
                  <a:pt x="71438" y="84348"/>
                  <a:pt x="71438" y="8018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0" name="Text 38"/>
          <p:cNvSpPr/>
          <p:nvPr/>
        </p:nvSpPr>
        <p:spPr>
          <a:xfrm>
            <a:off x="7284720" y="3322320"/>
            <a:ext cx="24479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Естественные науки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7284720" y="3627120"/>
            <a:ext cx="2438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Физика, математика, инженерия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503670" y="4160520"/>
            <a:ext cx="5067300" cy="838200"/>
          </a:xfrm>
          <a:custGeom>
            <a:avLst/>
            <a:gdLst/>
            <a:ahLst/>
            <a:cxnLst/>
            <a:rect l="l" t="t" r="r" b="b"/>
            <a:pathLst>
              <a:path w="5067300" h="838200">
                <a:moveTo>
                  <a:pt x="38100" y="0"/>
                </a:moveTo>
                <a:lnTo>
                  <a:pt x="4953003" y="0"/>
                </a:lnTo>
                <a:cubicBezTo>
                  <a:pt x="5016128" y="0"/>
                  <a:pt x="5067300" y="51172"/>
                  <a:pt x="5067300" y="114297"/>
                </a:cubicBezTo>
                <a:lnTo>
                  <a:pt x="5067300" y="723903"/>
                </a:lnTo>
                <a:cubicBezTo>
                  <a:pt x="5067300" y="787028"/>
                  <a:pt x="5016128" y="838200"/>
                  <a:pt x="4953003" y="838200"/>
                </a:cubicBezTo>
                <a:lnTo>
                  <a:pt x="38100" y="838200"/>
                </a:lnTo>
                <a:cubicBezTo>
                  <a:pt x="17058" y="838200"/>
                  <a:pt x="0" y="821142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6503670" y="4160520"/>
            <a:ext cx="38100" cy="838200"/>
          </a:xfrm>
          <a:custGeom>
            <a:avLst/>
            <a:gdLst/>
            <a:ahLst/>
            <a:cxnLst/>
            <a:rect l="l" t="t" r="r" b="b"/>
            <a:pathLst>
              <a:path w="38100" h="838200">
                <a:moveTo>
                  <a:pt x="38100" y="0"/>
                </a:moveTo>
                <a:lnTo>
                  <a:pt x="38100" y="0"/>
                </a:lnTo>
                <a:lnTo>
                  <a:pt x="38100" y="838200"/>
                </a:lnTo>
                <a:lnTo>
                  <a:pt x="38100" y="838200"/>
                </a:lnTo>
                <a:cubicBezTo>
                  <a:pt x="17072" y="838200"/>
                  <a:pt x="0" y="821128"/>
                  <a:pt x="0" y="800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4" name="Shape 42"/>
          <p:cNvSpPr/>
          <p:nvPr/>
        </p:nvSpPr>
        <p:spPr>
          <a:xfrm>
            <a:off x="6675120" y="435102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228600" y="0"/>
                </a:moveTo>
                <a:lnTo>
                  <a:pt x="228600" y="0"/>
                </a:lnTo>
                <a:cubicBezTo>
                  <a:pt x="354768" y="0"/>
                  <a:pt x="457200" y="102432"/>
                  <a:pt x="457200" y="228600"/>
                </a:cubicBezTo>
                <a:lnTo>
                  <a:pt x="457200" y="228600"/>
                </a:lnTo>
                <a:cubicBezTo>
                  <a:pt x="457200" y="354768"/>
                  <a:pt x="354768" y="457200"/>
                  <a:pt x="228600" y="457200"/>
                </a:cubicBezTo>
                <a:lnTo>
                  <a:pt x="228600" y="457200"/>
                </a:lnTo>
                <a:cubicBezTo>
                  <a:pt x="102432" y="457200"/>
                  <a:pt x="0" y="354768"/>
                  <a:pt x="0" y="228600"/>
                </a:cubicBezTo>
                <a:lnTo>
                  <a:pt x="0" y="228600"/>
                </a:lnTo>
                <a:cubicBezTo>
                  <a:pt x="0" y="102432"/>
                  <a:pt x="102432" y="0"/>
                  <a:pt x="2286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6808470" y="448437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6" name="Text 44"/>
          <p:cNvSpPr/>
          <p:nvPr/>
        </p:nvSpPr>
        <p:spPr>
          <a:xfrm>
            <a:off x="7284720" y="431292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Олимпиадная подготовка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7284720" y="4617720"/>
            <a:ext cx="3276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Региональные и всероссийские олимпиады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9474" y="379474"/>
            <a:ext cx="589875" cy="589875"/>
          </a:xfrm>
          <a:custGeom>
            <a:avLst/>
            <a:gdLst/>
            <a:ahLst/>
            <a:cxnLst/>
            <a:rect l="l" t="t" r="r" b="b"/>
            <a:pathLst>
              <a:path w="589875" h="589875">
                <a:moveTo>
                  <a:pt x="150288" y="0"/>
                </a:moveTo>
                <a:lnTo>
                  <a:pt x="439587" y="0"/>
                </a:lnTo>
                <a:cubicBezTo>
                  <a:pt x="522589" y="0"/>
                  <a:pt x="589875" y="67286"/>
                  <a:pt x="589875" y="150288"/>
                </a:cubicBezTo>
                <a:lnTo>
                  <a:pt x="589875" y="439587"/>
                </a:lnTo>
                <a:cubicBezTo>
                  <a:pt x="589875" y="522589"/>
                  <a:pt x="522589" y="589875"/>
                  <a:pt x="439587" y="589875"/>
                </a:cubicBezTo>
                <a:lnTo>
                  <a:pt x="150288" y="589875"/>
                </a:lnTo>
                <a:cubicBezTo>
                  <a:pt x="67286" y="589875"/>
                  <a:pt x="0" y="522589"/>
                  <a:pt x="0" y="439587"/>
                </a:cubicBezTo>
                <a:lnTo>
                  <a:pt x="0" y="150288"/>
                </a:lnTo>
                <a:cubicBezTo>
                  <a:pt x="0" y="67342"/>
                  <a:pt x="67342" y="0"/>
                  <a:pt x="150288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55356" y="535396"/>
            <a:ext cx="246564" cy="281787"/>
          </a:xfrm>
          <a:custGeom>
            <a:avLst/>
            <a:gdLst/>
            <a:ahLst/>
            <a:cxnLst/>
            <a:rect l="l" t="t" r="r" b="b"/>
            <a:pathLst>
              <a:path w="246564" h="281787">
                <a:moveTo>
                  <a:pt x="123447" y="70447"/>
                </a:moveTo>
                <a:lnTo>
                  <a:pt x="76886" y="-7100"/>
                </a:lnTo>
                <a:cubicBezTo>
                  <a:pt x="73309" y="-13044"/>
                  <a:pt x="65824" y="-15190"/>
                  <a:pt x="59660" y="-12108"/>
                </a:cubicBezTo>
                <a:lnTo>
                  <a:pt x="11998" y="11723"/>
                </a:lnTo>
                <a:cubicBezTo>
                  <a:pt x="5449" y="14970"/>
                  <a:pt x="2807" y="22895"/>
                  <a:pt x="6054" y="29445"/>
                </a:cubicBezTo>
                <a:lnTo>
                  <a:pt x="44359" y="106000"/>
                </a:lnTo>
                <a:cubicBezTo>
                  <a:pt x="27793" y="124658"/>
                  <a:pt x="17777" y="149204"/>
                  <a:pt x="17777" y="176117"/>
                </a:cubicBezTo>
                <a:cubicBezTo>
                  <a:pt x="17777" y="234456"/>
                  <a:pt x="65108" y="281787"/>
                  <a:pt x="123447" y="281787"/>
                </a:cubicBezTo>
                <a:cubicBezTo>
                  <a:pt x="181786" y="281787"/>
                  <a:pt x="229117" y="234456"/>
                  <a:pt x="229117" y="176117"/>
                </a:cubicBezTo>
                <a:cubicBezTo>
                  <a:pt x="229117" y="149204"/>
                  <a:pt x="219046" y="124658"/>
                  <a:pt x="202535" y="106000"/>
                </a:cubicBezTo>
                <a:lnTo>
                  <a:pt x="240840" y="29445"/>
                </a:lnTo>
                <a:cubicBezTo>
                  <a:pt x="244087" y="22895"/>
                  <a:pt x="241446" y="14970"/>
                  <a:pt x="234951" y="11723"/>
                </a:cubicBezTo>
                <a:lnTo>
                  <a:pt x="187234" y="-12163"/>
                </a:lnTo>
                <a:cubicBezTo>
                  <a:pt x="181070" y="-15245"/>
                  <a:pt x="173530" y="-13044"/>
                  <a:pt x="170008" y="-7155"/>
                </a:cubicBezTo>
                <a:lnTo>
                  <a:pt x="123447" y="70447"/>
                </a:lnTo>
                <a:close/>
                <a:moveTo>
                  <a:pt x="140398" y="148874"/>
                </a:moveTo>
                <a:cubicBezTo>
                  <a:pt x="141169" y="150415"/>
                  <a:pt x="142600" y="151461"/>
                  <a:pt x="144251" y="151681"/>
                </a:cubicBezTo>
                <a:lnTo>
                  <a:pt x="171824" y="155699"/>
                </a:lnTo>
                <a:cubicBezTo>
                  <a:pt x="176062" y="156304"/>
                  <a:pt x="177713" y="161477"/>
                  <a:pt x="174686" y="164504"/>
                </a:cubicBezTo>
                <a:lnTo>
                  <a:pt x="154708" y="183987"/>
                </a:lnTo>
                <a:cubicBezTo>
                  <a:pt x="153497" y="185198"/>
                  <a:pt x="152947" y="186849"/>
                  <a:pt x="153222" y="188555"/>
                </a:cubicBezTo>
                <a:lnTo>
                  <a:pt x="157955" y="216019"/>
                </a:lnTo>
                <a:cubicBezTo>
                  <a:pt x="158671" y="220201"/>
                  <a:pt x="154268" y="223449"/>
                  <a:pt x="150470" y="221467"/>
                </a:cubicBezTo>
                <a:lnTo>
                  <a:pt x="125814" y="208479"/>
                </a:lnTo>
                <a:cubicBezTo>
                  <a:pt x="124328" y="207708"/>
                  <a:pt x="122511" y="207708"/>
                  <a:pt x="121025" y="208479"/>
                </a:cubicBezTo>
                <a:lnTo>
                  <a:pt x="96369" y="221467"/>
                </a:lnTo>
                <a:cubicBezTo>
                  <a:pt x="92572" y="223449"/>
                  <a:pt x="88169" y="220256"/>
                  <a:pt x="88884" y="216019"/>
                </a:cubicBezTo>
                <a:lnTo>
                  <a:pt x="93617" y="188555"/>
                </a:lnTo>
                <a:cubicBezTo>
                  <a:pt x="93892" y="186904"/>
                  <a:pt x="93342" y="185198"/>
                  <a:pt x="92131" y="183987"/>
                </a:cubicBezTo>
                <a:lnTo>
                  <a:pt x="72153" y="164504"/>
                </a:lnTo>
                <a:cubicBezTo>
                  <a:pt x="69071" y="161532"/>
                  <a:pt x="70777" y="156359"/>
                  <a:pt x="75015" y="155699"/>
                </a:cubicBezTo>
                <a:lnTo>
                  <a:pt x="102588" y="151681"/>
                </a:lnTo>
                <a:cubicBezTo>
                  <a:pt x="104239" y="151461"/>
                  <a:pt x="105725" y="150360"/>
                  <a:pt x="106441" y="148874"/>
                </a:cubicBezTo>
                <a:lnTo>
                  <a:pt x="118769" y="123887"/>
                </a:lnTo>
                <a:cubicBezTo>
                  <a:pt x="120640" y="120035"/>
                  <a:pt x="126089" y="120035"/>
                  <a:pt x="128015" y="123887"/>
                </a:cubicBezTo>
                <a:lnTo>
                  <a:pt x="140343" y="148874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1127149" y="394502"/>
            <a:ext cx="5757855" cy="4508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55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Олимпиадные достижения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127149" y="920505"/>
            <a:ext cx="901720" cy="37572"/>
          </a:xfrm>
          <a:custGeom>
            <a:avLst/>
            <a:gdLst/>
            <a:ahLst/>
            <a:cxnLst/>
            <a:rect l="l" t="t" r="r" b="b"/>
            <a:pathLst>
              <a:path w="901720" h="37572">
                <a:moveTo>
                  <a:pt x="0" y="0"/>
                </a:moveTo>
                <a:lnTo>
                  <a:pt x="901720" y="0"/>
                </a:lnTo>
                <a:lnTo>
                  <a:pt x="901720" y="37572"/>
                </a:lnTo>
                <a:lnTo>
                  <a:pt x="0" y="37572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Shape 4"/>
          <p:cNvSpPr/>
          <p:nvPr/>
        </p:nvSpPr>
        <p:spPr>
          <a:xfrm>
            <a:off x="379474" y="1206050"/>
            <a:ext cx="5596297" cy="2844174"/>
          </a:xfrm>
          <a:custGeom>
            <a:avLst/>
            <a:gdLst/>
            <a:ahLst/>
            <a:cxnLst/>
            <a:rect l="l" t="t" r="r" b="b"/>
            <a:pathLst>
              <a:path w="5596297" h="2844174">
                <a:moveTo>
                  <a:pt x="150286" y="0"/>
                </a:moveTo>
                <a:lnTo>
                  <a:pt x="5446011" y="0"/>
                </a:lnTo>
                <a:cubicBezTo>
                  <a:pt x="5529012" y="0"/>
                  <a:pt x="5596297" y="67285"/>
                  <a:pt x="5596297" y="150286"/>
                </a:cubicBezTo>
                <a:lnTo>
                  <a:pt x="5596297" y="2693888"/>
                </a:lnTo>
                <a:cubicBezTo>
                  <a:pt x="5596297" y="2776888"/>
                  <a:pt x="5529012" y="2844174"/>
                  <a:pt x="5446011" y="2844174"/>
                </a:cubicBezTo>
                <a:lnTo>
                  <a:pt x="150286" y="2844174"/>
                </a:lnTo>
                <a:cubicBezTo>
                  <a:pt x="67285" y="2844174"/>
                  <a:pt x="0" y="2776888"/>
                  <a:pt x="0" y="2693888"/>
                </a:cubicBezTo>
                <a:lnTo>
                  <a:pt x="0" y="150286"/>
                </a:lnTo>
                <a:cubicBezTo>
                  <a:pt x="0" y="67341"/>
                  <a:pt x="67341" y="0"/>
                  <a:pt x="150286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16175" y="1442752"/>
            <a:ext cx="587996" cy="587996"/>
          </a:xfrm>
          <a:custGeom>
            <a:avLst/>
            <a:gdLst/>
            <a:ahLst/>
            <a:cxnLst/>
            <a:rect l="l" t="t" r="r" b="b"/>
            <a:pathLst>
              <a:path w="587996" h="587996">
                <a:moveTo>
                  <a:pt x="150286" y="0"/>
                </a:moveTo>
                <a:lnTo>
                  <a:pt x="437710" y="0"/>
                </a:lnTo>
                <a:cubicBezTo>
                  <a:pt x="520655" y="0"/>
                  <a:pt x="587996" y="67341"/>
                  <a:pt x="587996" y="150286"/>
                </a:cubicBezTo>
                <a:lnTo>
                  <a:pt x="587996" y="437710"/>
                </a:lnTo>
                <a:cubicBezTo>
                  <a:pt x="587996" y="520655"/>
                  <a:pt x="520655" y="587996"/>
                  <a:pt x="437710" y="587996"/>
                </a:cubicBezTo>
                <a:lnTo>
                  <a:pt x="150286" y="587996"/>
                </a:lnTo>
                <a:cubicBezTo>
                  <a:pt x="67341" y="587996"/>
                  <a:pt x="0" y="520655"/>
                  <a:pt x="0" y="437710"/>
                </a:cubicBezTo>
                <a:lnTo>
                  <a:pt x="0" y="150286"/>
                </a:lnTo>
                <a:cubicBezTo>
                  <a:pt x="0" y="67341"/>
                  <a:pt x="67341" y="0"/>
                  <a:pt x="150286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8300" y="1594917"/>
            <a:ext cx="246564" cy="281787"/>
          </a:xfrm>
          <a:custGeom>
            <a:avLst/>
            <a:gdLst/>
            <a:ahLst/>
            <a:cxnLst/>
            <a:rect l="l" t="t" r="r" b="b"/>
            <a:pathLst>
              <a:path w="246564" h="281787">
                <a:moveTo>
                  <a:pt x="123282" y="219486"/>
                </a:moveTo>
                <a:cubicBezTo>
                  <a:pt x="116788" y="222293"/>
                  <a:pt x="110403" y="224824"/>
                  <a:pt x="104074" y="226916"/>
                </a:cubicBezTo>
                <a:cubicBezTo>
                  <a:pt x="113265" y="245518"/>
                  <a:pt x="121136" y="246564"/>
                  <a:pt x="123282" y="246564"/>
                </a:cubicBezTo>
                <a:cubicBezTo>
                  <a:pt x="125428" y="246564"/>
                  <a:pt x="133244" y="245518"/>
                  <a:pt x="142490" y="226916"/>
                </a:cubicBezTo>
                <a:cubicBezTo>
                  <a:pt x="136216" y="224769"/>
                  <a:pt x="129776" y="222293"/>
                  <a:pt x="123282" y="219486"/>
                </a:cubicBezTo>
                <a:close/>
                <a:moveTo>
                  <a:pt x="227852" y="140894"/>
                </a:moveTo>
                <a:cubicBezTo>
                  <a:pt x="246014" y="165770"/>
                  <a:pt x="252233" y="190922"/>
                  <a:pt x="240840" y="211341"/>
                </a:cubicBezTo>
                <a:cubicBezTo>
                  <a:pt x="229723" y="231319"/>
                  <a:pt x="206442" y="238474"/>
                  <a:pt x="177438" y="235116"/>
                </a:cubicBezTo>
                <a:cubicBezTo>
                  <a:pt x="165330" y="263790"/>
                  <a:pt x="146783" y="281787"/>
                  <a:pt x="123282" y="281787"/>
                </a:cubicBezTo>
                <a:cubicBezTo>
                  <a:pt x="99781" y="281787"/>
                  <a:pt x="81234" y="263790"/>
                  <a:pt x="69126" y="235116"/>
                </a:cubicBezTo>
                <a:cubicBezTo>
                  <a:pt x="40122" y="238474"/>
                  <a:pt x="16841" y="231319"/>
                  <a:pt x="5724" y="211341"/>
                </a:cubicBezTo>
                <a:cubicBezTo>
                  <a:pt x="-5669" y="190922"/>
                  <a:pt x="550" y="165770"/>
                  <a:pt x="18712" y="140894"/>
                </a:cubicBezTo>
                <a:cubicBezTo>
                  <a:pt x="550" y="116017"/>
                  <a:pt x="-5669" y="90865"/>
                  <a:pt x="5724" y="70447"/>
                </a:cubicBezTo>
                <a:cubicBezTo>
                  <a:pt x="16841" y="50469"/>
                  <a:pt x="40122" y="43314"/>
                  <a:pt x="69126" y="46671"/>
                </a:cubicBezTo>
                <a:cubicBezTo>
                  <a:pt x="81234" y="17997"/>
                  <a:pt x="99726" y="0"/>
                  <a:pt x="123282" y="0"/>
                </a:cubicBezTo>
                <a:cubicBezTo>
                  <a:pt x="146838" y="0"/>
                  <a:pt x="165330" y="17997"/>
                  <a:pt x="177438" y="46671"/>
                </a:cubicBezTo>
                <a:cubicBezTo>
                  <a:pt x="206442" y="43314"/>
                  <a:pt x="229723" y="50414"/>
                  <a:pt x="240840" y="70447"/>
                </a:cubicBezTo>
                <a:cubicBezTo>
                  <a:pt x="252233" y="90865"/>
                  <a:pt x="246014" y="116017"/>
                  <a:pt x="227852" y="140894"/>
                </a:cubicBezTo>
                <a:close/>
                <a:moveTo>
                  <a:pt x="191637" y="177988"/>
                </a:moveTo>
                <a:cubicBezTo>
                  <a:pt x="190702" y="185804"/>
                  <a:pt x="189491" y="193399"/>
                  <a:pt x="187950" y="200663"/>
                </a:cubicBezTo>
                <a:cubicBezTo>
                  <a:pt x="205452" y="201434"/>
                  <a:pt x="209194" y="195875"/>
                  <a:pt x="210075" y="194224"/>
                </a:cubicBezTo>
                <a:cubicBezTo>
                  <a:pt x="211341" y="191913"/>
                  <a:pt x="213927" y="184373"/>
                  <a:pt x="203525" y="167752"/>
                </a:cubicBezTo>
                <a:cubicBezTo>
                  <a:pt x="199783" y="171219"/>
                  <a:pt x="195820" y="174631"/>
                  <a:pt x="191637" y="177988"/>
                </a:cubicBezTo>
                <a:close/>
                <a:moveTo>
                  <a:pt x="187950" y="81179"/>
                </a:moveTo>
                <a:cubicBezTo>
                  <a:pt x="189491" y="88389"/>
                  <a:pt x="190702" y="95984"/>
                  <a:pt x="191637" y="103854"/>
                </a:cubicBezTo>
                <a:cubicBezTo>
                  <a:pt x="195820" y="107211"/>
                  <a:pt x="199783" y="110624"/>
                  <a:pt x="203525" y="114091"/>
                </a:cubicBezTo>
                <a:cubicBezTo>
                  <a:pt x="213927" y="97470"/>
                  <a:pt x="211341" y="89875"/>
                  <a:pt x="210075" y="87618"/>
                </a:cubicBezTo>
                <a:cubicBezTo>
                  <a:pt x="209194" y="86022"/>
                  <a:pt x="205452" y="80464"/>
                  <a:pt x="187950" y="81179"/>
                </a:cubicBezTo>
                <a:close/>
                <a:moveTo>
                  <a:pt x="142490" y="54871"/>
                </a:moveTo>
                <a:cubicBezTo>
                  <a:pt x="133244" y="36269"/>
                  <a:pt x="125428" y="35223"/>
                  <a:pt x="123282" y="35223"/>
                </a:cubicBezTo>
                <a:cubicBezTo>
                  <a:pt x="121136" y="35223"/>
                  <a:pt x="113320" y="36269"/>
                  <a:pt x="104074" y="54871"/>
                </a:cubicBezTo>
                <a:cubicBezTo>
                  <a:pt x="110348" y="57018"/>
                  <a:pt x="116788" y="59495"/>
                  <a:pt x="123282" y="62301"/>
                </a:cubicBezTo>
                <a:cubicBezTo>
                  <a:pt x="129776" y="59495"/>
                  <a:pt x="136161" y="56963"/>
                  <a:pt x="142490" y="54871"/>
                </a:cubicBezTo>
                <a:close/>
                <a:moveTo>
                  <a:pt x="54982" y="103799"/>
                </a:moveTo>
                <a:cubicBezTo>
                  <a:pt x="55917" y="95929"/>
                  <a:pt x="57128" y="88389"/>
                  <a:pt x="58669" y="81124"/>
                </a:cubicBezTo>
                <a:cubicBezTo>
                  <a:pt x="41167" y="80353"/>
                  <a:pt x="37425" y="85912"/>
                  <a:pt x="36544" y="87563"/>
                </a:cubicBezTo>
                <a:cubicBezTo>
                  <a:pt x="35278" y="89875"/>
                  <a:pt x="32692" y="97415"/>
                  <a:pt x="43094" y="114036"/>
                </a:cubicBezTo>
                <a:cubicBezTo>
                  <a:pt x="46836" y="110569"/>
                  <a:pt x="50799" y="107156"/>
                  <a:pt x="54982" y="103799"/>
                </a:cubicBezTo>
                <a:close/>
                <a:moveTo>
                  <a:pt x="43039" y="167752"/>
                </a:moveTo>
                <a:cubicBezTo>
                  <a:pt x="32637" y="184373"/>
                  <a:pt x="35223" y="191968"/>
                  <a:pt x="36489" y="194224"/>
                </a:cubicBezTo>
                <a:cubicBezTo>
                  <a:pt x="37370" y="195820"/>
                  <a:pt x="41112" y="201379"/>
                  <a:pt x="58614" y="200663"/>
                </a:cubicBezTo>
                <a:cubicBezTo>
                  <a:pt x="57073" y="193454"/>
                  <a:pt x="55862" y="185859"/>
                  <a:pt x="54927" y="177988"/>
                </a:cubicBezTo>
                <a:cubicBezTo>
                  <a:pt x="50744" y="174631"/>
                  <a:pt x="46781" y="171219"/>
                  <a:pt x="43039" y="167752"/>
                </a:cubicBezTo>
                <a:close/>
                <a:moveTo>
                  <a:pt x="167311" y="140894"/>
                </a:moveTo>
                <a:cubicBezTo>
                  <a:pt x="167311" y="116593"/>
                  <a:pt x="147582" y="96864"/>
                  <a:pt x="123282" y="96864"/>
                </a:cubicBezTo>
                <a:cubicBezTo>
                  <a:pt x="98982" y="96864"/>
                  <a:pt x="79253" y="116593"/>
                  <a:pt x="79253" y="140894"/>
                </a:cubicBezTo>
                <a:cubicBezTo>
                  <a:pt x="79253" y="165194"/>
                  <a:pt x="98982" y="184923"/>
                  <a:pt x="123282" y="184923"/>
                </a:cubicBezTo>
                <a:cubicBezTo>
                  <a:pt x="147582" y="184923"/>
                  <a:pt x="167311" y="165194"/>
                  <a:pt x="167311" y="140894"/>
                </a:cubicBezTo>
                <a:close/>
                <a:moveTo>
                  <a:pt x="123282" y="123282"/>
                </a:moveTo>
                <a:cubicBezTo>
                  <a:pt x="133002" y="123282"/>
                  <a:pt x="140894" y="131174"/>
                  <a:pt x="140894" y="140894"/>
                </a:cubicBezTo>
                <a:cubicBezTo>
                  <a:pt x="140894" y="150614"/>
                  <a:pt x="133002" y="158505"/>
                  <a:pt x="123282" y="158505"/>
                </a:cubicBezTo>
                <a:cubicBezTo>
                  <a:pt x="113562" y="158505"/>
                  <a:pt x="105670" y="150614"/>
                  <a:pt x="105670" y="140894"/>
                </a:cubicBezTo>
                <a:cubicBezTo>
                  <a:pt x="105670" y="131174"/>
                  <a:pt x="113562" y="123282"/>
                  <a:pt x="123282" y="12328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1360094" y="1472809"/>
            <a:ext cx="1653153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ОРМО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60094" y="1773264"/>
            <a:ext cx="161558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Олимпиада Росатома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08661" y="2186670"/>
            <a:ext cx="5222459" cy="1098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престижной олимпиаде по физике и математике, организованной Госкорпорацией «Росатом». Демонстрация глубоких знаний в области ядерной физики и прикладной математики.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8661" y="3439685"/>
            <a:ext cx="5137923" cy="7514"/>
          </a:xfrm>
          <a:custGeom>
            <a:avLst/>
            <a:gdLst/>
            <a:ahLst/>
            <a:cxnLst/>
            <a:rect l="l" t="t" r="r" b="b"/>
            <a:pathLst>
              <a:path w="5137923" h="7514">
                <a:moveTo>
                  <a:pt x="0" y="0"/>
                </a:moveTo>
                <a:lnTo>
                  <a:pt x="5137923" y="0"/>
                </a:lnTo>
                <a:lnTo>
                  <a:pt x="5137923" y="7514"/>
                </a:lnTo>
                <a:lnTo>
                  <a:pt x="0" y="7514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618054" y="3631300"/>
            <a:ext cx="169072" cy="150287"/>
          </a:xfrm>
          <a:custGeom>
            <a:avLst/>
            <a:gdLst/>
            <a:ahLst/>
            <a:cxnLst/>
            <a:rect l="l" t="t" r="r" b="b"/>
            <a:pathLst>
              <a:path w="169072" h="150287">
                <a:moveTo>
                  <a:pt x="90847" y="-5548"/>
                </a:moveTo>
                <a:cubicBezTo>
                  <a:pt x="89644" y="-7896"/>
                  <a:pt x="87207" y="-9393"/>
                  <a:pt x="84566" y="-9393"/>
                </a:cubicBezTo>
                <a:cubicBezTo>
                  <a:pt x="81924" y="-9393"/>
                  <a:pt x="79488" y="-7896"/>
                  <a:pt x="78284" y="-5548"/>
                </a:cubicBezTo>
                <a:lnTo>
                  <a:pt x="56680" y="36779"/>
                </a:lnTo>
                <a:lnTo>
                  <a:pt x="9745" y="44235"/>
                </a:lnTo>
                <a:cubicBezTo>
                  <a:pt x="7133" y="44646"/>
                  <a:pt x="4961" y="46495"/>
                  <a:pt x="4139" y="49019"/>
                </a:cubicBezTo>
                <a:cubicBezTo>
                  <a:pt x="3317" y="51544"/>
                  <a:pt x="3992" y="54303"/>
                  <a:pt x="5841" y="56181"/>
                </a:cubicBezTo>
                <a:lnTo>
                  <a:pt x="39421" y="89790"/>
                </a:lnTo>
                <a:lnTo>
                  <a:pt x="32024" y="136726"/>
                </a:lnTo>
                <a:cubicBezTo>
                  <a:pt x="31613" y="139338"/>
                  <a:pt x="32699" y="141980"/>
                  <a:pt x="34842" y="143535"/>
                </a:cubicBezTo>
                <a:cubicBezTo>
                  <a:pt x="36985" y="145091"/>
                  <a:pt x="39802" y="145326"/>
                  <a:pt x="42180" y="144122"/>
                </a:cubicBezTo>
                <a:lnTo>
                  <a:pt x="84566" y="122578"/>
                </a:lnTo>
                <a:lnTo>
                  <a:pt x="126922" y="144122"/>
                </a:lnTo>
                <a:cubicBezTo>
                  <a:pt x="129270" y="145326"/>
                  <a:pt x="132117" y="145091"/>
                  <a:pt x="134260" y="143535"/>
                </a:cubicBezTo>
                <a:cubicBezTo>
                  <a:pt x="136403" y="141980"/>
                  <a:pt x="137489" y="139367"/>
                  <a:pt x="137078" y="136726"/>
                </a:cubicBezTo>
                <a:lnTo>
                  <a:pt x="129652" y="89790"/>
                </a:lnTo>
                <a:lnTo>
                  <a:pt x="163231" y="56181"/>
                </a:lnTo>
                <a:cubicBezTo>
                  <a:pt x="165110" y="54303"/>
                  <a:pt x="165756" y="51544"/>
                  <a:pt x="164934" y="49019"/>
                </a:cubicBezTo>
                <a:cubicBezTo>
                  <a:pt x="164112" y="46495"/>
                  <a:pt x="161969" y="44646"/>
                  <a:pt x="159327" y="44235"/>
                </a:cubicBezTo>
                <a:lnTo>
                  <a:pt x="112421" y="36779"/>
                </a:lnTo>
                <a:lnTo>
                  <a:pt x="90847" y="-554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4" name="Text 12"/>
          <p:cNvSpPr/>
          <p:nvPr/>
        </p:nvSpPr>
        <p:spPr>
          <a:xfrm>
            <a:off x="871662" y="3593728"/>
            <a:ext cx="218854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Высокий уровень подготовки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211416" y="1206050"/>
            <a:ext cx="5596297" cy="2844174"/>
          </a:xfrm>
          <a:custGeom>
            <a:avLst/>
            <a:gdLst/>
            <a:ahLst/>
            <a:cxnLst/>
            <a:rect l="l" t="t" r="r" b="b"/>
            <a:pathLst>
              <a:path w="5596297" h="2844174">
                <a:moveTo>
                  <a:pt x="150286" y="0"/>
                </a:moveTo>
                <a:lnTo>
                  <a:pt x="5446011" y="0"/>
                </a:lnTo>
                <a:cubicBezTo>
                  <a:pt x="5529012" y="0"/>
                  <a:pt x="5596297" y="67285"/>
                  <a:pt x="5596297" y="150286"/>
                </a:cubicBezTo>
                <a:lnTo>
                  <a:pt x="5596297" y="2693888"/>
                </a:lnTo>
                <a:cubicBezTo>
                  <a:pt x="5596297" y="2776888"/>
                  <a:pt x="5529012" y="2844174"/>
                  <a:pt x="5446011" y="2844174"/>
                </a:cubicBezTo>
                <a:lnTo>
                  <a:pt x="150286" y="2844174"/>
                </a:lnTo>
                <a:cubicBezTo>
                  <a:pt x="67285" y="2844174"/>
                  <a:pt x="0" y="2776888"/>
                  <a:pt x="0" y="2693888"/>
                </a:cubicBezTo>
                <a:lnTo>
                  <a:pt x="0" y="150286"/>
                </a:lnTo>
                <a:cubicBezTo>
                  <a:pt x="0" y="67341"/>
                  <a:pt x="67341" y="0"/>
                  <a:pt x="150286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48117" y="1442752"/>
            <a:ext cx="587996" cy="587996"/>
          </a:xfrm>
          <a:custGeom>
            <a:avLst/>
            <a:gdLst/>
            <a:ahLst/>
            <a:cxnLst/>
            <a:rect l="l" t="t" r="r" b="b"/>
            <a:pathLst>
              <a:path w="587996" h="587996">
                <a:moveTo>
                  <a:pt x="150286" y="0"/>
                </a:moveTo>
                <a:lnTo>
                  <a:pt x="437710" y="0"/>
                </a:lnTo>
                <a:cubicBezTo>
                  <a:pt x="520655" y="0"/>
                  <a:pt x="587996" y="67341"/>
                  <a:pt x="587996" y="150286"/>
                </a:cubicBezTo>
                <a:lnTo>
                  <a:pt x="587996" y="437710"/>
                </a:lnTo>
                <a:cubicBezTo>
                  <a:pt x="587996" y="520655"/>
                  <a:pt x="520655" y="587996"/>
                  <a:pt x="437710" y="587996"/>
                </a:cubicBezTo>
                <a:lnTo>
                  <a:pt x="150286" y="587996"/>
                </a:lnTo>
                <a:cubicBezTo>
                  <a:pt x="67341" y="587996"/>
                  <a:pt x="0" y="520655"/>
                  <a:pt x="0" y="437710"/>
                </a:cubicBezTo>
                <a:lnTo>
                  <a:pt x="0" y="150286"/>
                </a:lnTo>
                <a:cubicBezTo>
                  <a:pt x="0" y="67341"/>
                  <a:pt x="67341" y="0"/>
                  <a:pt x="150286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67407" y="1594917"/>
            <a:ext cx="352234" cy="281787"/>
          </a:xfrm>
          <a:custGeom>
            <a:avLst/>
            <a:gdLst/>
            <a:ahLst/>
            <a:cxnLst/>
            <a:rect l="l" t="t" r="r" b="b"/>
            <a:pathLst>
              <a:path w="352234" h="281787">
                <a:moveTo>
                  <a:pt x="228897" y="115852"/>
                </a:moveTo>
                <a:cubicBezTo>
                  <a:pt x="235612" y="114036"/>
                  <a:pt x="242656" y="117228"/>
                  <a:pt x="245683" y="123447"/>
                </a:cubicBezTo>
                <a:lnTo>
                  <a:pt x="255920" y="144141"/>
                </a:lnTo>
                <a:cubicBezTo>
                  <a:pt x="261589" y="144911"/>
                  <a:pt x="267148" y="146452"/>
                  <a:pt x="272376" y="148599"/>
                </a:cubicBezTo>
                <a:lnTo>
                  <a:pt x="291639" y="135775"/>
                </a:lnTo>
                <a:cubicBezTo>
                  <a:pt x="297418" y="131923"/>
                  <a:pt x="305068" y="132693"/>
                  <a:pt x="309966" y="137591"/>
                </a:cubicBezTo>
                <a:lnTo>
                  <a:pt x="320533" y="148159"/>
                </a:lnTo>
                <a:cubicBezTo>
                  <a:pt x="325431" y="153057"/>
                  <a:pt x="326202" y="160762"/>
                  <a:pt x="322349" y="166486"/>
                </a:cubicBezTo>
                <a:lnTo>
                  <a:pt x="309526" y="185693"/>
                </a:lnTo>
                <a:cubicBezTo>
                  <a:pt x="310572" y="188280"/>
                  <a:pt x="311507" y="190977"/>
                  <a:pt x="312278" y="193784"/>
                </a:cubicBezTo>
                <a:cubicBezTo>
                  <a:pt x="313048" y="196591"/>
                  <a:pt x="313543" y="199343"/>
                  <a:pt x="313929" y="202149"/>
                </a:cubicBezTo>
                <a:lnTo>
                  <a:pt x="334678" y="212386"/>
                </a:lnTo>
                <a:cubicBezTo>
                  <a:pt x="340897" y="215468"/>
                  <a:pt x="344089" y="222513"/>
                  <a:pt x="342273" y="229172"/>
                </a:cubicBezTo>
                <a:lnTo>
                  <a:pt x="338420" y="243592"/>
                </a:lnTo>
                <a:cubicBezTo>
                  <a:pt x="336604" y="250251"/>
                  <a:pt x="330385" y="254764"/>
                  <a:pt x="323450" y="254324"/>
                </a:cubicBezTo>
                <a:lnTo>
                  <a:pt x="300335" y="252838"/>
                </a:lnTo>
                <a:cubicBezTo>
                  <a:pt x="296867" y="257296"/>
                  <a:pt x="292850" y="261424"/>
                  <a:pt x="288282" y="264946"/>
                </a:cubicBezTo>
                <a:lnTo>
                  <a:pt x="289768" y="288007"/>
                </a:lnTo>
                <a:cubicBezTo>
                  <a:pt x="290208" y="294941"/>
                  <a:pt x="285695" y="301215"/>
                  <a:pt x="279036" y="302976"/>
                </a:cubicBezTo>
                <a:lnTo>
                  <a:pt x="264616" y="306829"/>
                </a:lnTo>
                <a:cubicBezTo>
                  <a:pt x="257901" y="308645"/>
                  <a:pt x="250912" y="305453"/>
                  <a:pt x="247830" y="299234"/>
                </a:cubicBezTo>
                <a:lnTo>
                  <a:pt x="237593" y="278540"/>
                </a:lnTo>
                <a:cubicBezTo>
                  <a:pt x="231924" y="277770"/>
                  <a:pt x="226366" y="276229"/>
                  <a:pt x="221137" y="274082"/>
                </a:cubicBezTo>
                <a:lnTo>
                  <a:pt x="201874" y="286906"/>
                </a:lnTo>
                <a:cubicBezTo>
                  <a:pt x="196095" y="290758"/>
                  <a:pt x="188445" y="289988"/>
                  <a:pt x="183547" y="285090"/>
                </a:cubicBezTo>
                <a:lnTo>
                  <a:pt x="172980" y="274523"/>
                </a:lnTo>
                <a:cubicBezTo>
                  <a:pt x="168082" y="269624"/>
                  <a:pt x="167311" y="261974"/>
                  <a:pt x="171164" y="256195"/>
                </a:cubicBezTo>
                <a:lnTo>
                  <a:pt x="183987" y="236933"/>
                </a:lnTo>
                <a:cubicBezTo>
                  <a:pt x="182942" y="234346"/>
                  <a:pt x="182006" y="231649"/>
                  <a:pt x="181236" y="228842"/>
                </a:cubicBezTo>
                <a:cubicBezTo>
                  <a:pt x="180465" y="226035"/>
                  <a:pt x="179970" y="223228"/>
                  <a:pt x="179584" y="220477"/>
                </a:cubicBezTo>
                <a:lnTo>
                  <a:pt x="158836" y="210240"/>
                </a:lnTo>
                <a:cubicBezTo>
                  <a:pt x="152616" y="207158"/>
                  <a:pt x="149479" y="200113"/>
                  <a:pt x="151241" y="193454"/>
                </a:cubicBezTo>
                <a:lnTo>
                  <a:pt x="155093" y="179034"/>
                </a:lnTo>
                <a:cubicBezTo>
                  <a:pt x="156909" y="172375"/>
                  <a:pt x="163128" y="167862"/>
                  <a:pt x="170063" y="168302"/>
                </a:cubicBezTo>
                <a:lnTo>
                  <a:pt x="193123" y="169788"/>
                </a:lnTo>
                <a:cubicBezTo>
                  <a:pt x="196591" y="165330"/>
                  <a:pt x="200608" y="161202"/>
                  <a:pt x="205176" y="157680"/>
                </a:cubicBezTo>
                <a:lnTo>
                  <a:pt x="203690" y="134675"/>
                </a:lnTo>
                <a:cubicBezTo>
                  <a:pt x="203250" y="127740"/>
                  <a:pt x="207763" y="121466"/>
                  <a:pt x="214423" y="119705"/>
                </a:cubicBezTo>
                <a:lnTo>
                  <a:pt x="228842" y="115852"/>
                </a:lnTo>
                <a:close/>
                <a:moveTo>
                  <a:pt x="246784" y="187124"/>
                </a:moveTo>
                <a:cubicBezTo>
                  <a:pt x="233419" y="187140"/>
                  <a:pt x="222580" y="198003"/>
                  <a:pt x="222596" y="211368"/>
                </a:cubicBezTo>
                <a:cubicBezTo>
                  <a:pt x="222611" y="224733"/>
                  <a:pt x="233474" y="235572"/>
                  <a:pt x="246839" y="235557"/>
                </a:cubicBezTo>
                <a:cubicBezTo>
                  <a:pt x="260204" y="235541"/>
                  <a:pt x="271043" y="224678"/>
                  <a:pt x="271028" y="211313"/>
                </a:cubicBezTo>
                <a:cubicBezTo>
                  <a:pt x="271013" y="197948"/>
                  <a:pt x="260149" y="187109"/>
                  <a:pt x="246784" y="187124"/>
                </a:cubicBezTo>
                <a:close/>
                <a:moveTo>
                  <a:pt x="123777" y="-25042"/>
                </a:moveTo>
                <a:lnTo>
                  <a:pt x="138197" y="-21189"/>
                </a:lnTo>
                <a:cubicBezTo>
                  <a:pt x="144856" y="-19373"/>
                  <a:pt x="149369" y="-13099"/>
                  <a:pt x="148929" y="-6219"/>
                </a:cubicBezTo>
                <a:lnTo>
                  <a:pt x="147443" y="16786"/>
                </a:lnTo>
                <a:cubicBezTo>
                  <a:pt x="152011" y="20309"/>
                  <a:pt x="156029" y="24381"/>
                  <a:pt x="159496" y="28894"/>
                </a:cubicBezTo>
                <a:lnTo>
                  <a:pt x="182611" y="27408"/>
                </a:lnTo>
                <a:cubicBezTo>
                  <a:pt x="189491" y="26968"/>
                  <a:pt x="195765" y="31481"/>
                  <a:pt x="197581" y="38140"/>
                </a:cubicBezTo>
                <a:lnTo>
                  <a:pt x="201434" y="52560"/>
                </a:lnTo>
                <a:cubicBezTo>
                  <a:pt x="203195" y="59219"/>
                  <a:pt x="200058" y="66264"/>
                  <a:pt x="193839" y="69346"/>
                </a:cubicBezTo>
                <a:lnTo>
                  <a:pt x="173090" y="79583"/>
                </a:lnTo>
                <a:cubicBezTo>
                  <a:pt x="172705" y="82390"/>
                  <a:pt x="172154" y="85197"/>
                  <a:pt x="171439" y="87948"/>
                </a:cubicBezTo>
                <a:cubicBezTo>
                  <a:pt x="170724" y="90700"/>
                  <a:pt x="169733" y="93452"/>
                  <a:pt x="168687" y="96039"/>
                </a:cubicBezTo>
                <a:lnTo>
                  <a:pt x="181511" y="115302"/>
                </a:lnTo>
                <a:cubicBezTo>
                  <a:pt x="185363" y="121081"/>
                  <a:pt x="184593" y="128731"/>
                  <a:pt x="179694" y="133629"/>
                </a:cubicBezTo>
                <a:lnTo>
                  <a:pt x="169127" y="144196"/>
                </a:lnTo>
                <a:cubicBezTo>
                  <a:pt x="164229" y="149094"/>
                  <a:pt x="156579" y="149865"/>
                  <a:pt x="150800" y="146012"/>
                </a:cubicBezTo>
                <a:lnTo>
                  <a:pt x="131537" y="133189"/>
                </a:lnTo>
                <a:cubicBezTo>
                  <a:pt x="126309" y="135335"/>
                  <a:pt x="120750" y="136876"/>
                  <a:pt x="115082" y="137647"/>
                </a:cubicBezTo>
                <a:lnTo>
                  <a:pt x="104845" y="158340"/>
                </a:lnTo>
                <a:cubicBezTo>
                  <a:pt x="101763" y="164559"/>
                  <a:pt x="94718" y="167697"/>
                  <a:pt x="88059" y="165935"/>
                </a:cubicBezTo>
                <a:lnTo>
                  <a:pt x="73639" y="162083"/>
                </a:lnTo>
                <a:cubicBezTo>
                  <a:pt x="66924" y="160267"/>
                  <a:pt x="62467" y="153992"/>
                  <a:pt x="62907" y="147113"/>
                </a:cubicBezTo>
                <a:lnTo>
                  <a:pt x="64393" y="124052"/>
                </a:lnTo>
                <a:cubicBezTo>
                  <a:pt x="59825" y="120530"/>
                  <a:pt x="55807" y="116457"/>
                  <a:pt x="52340" y="111944"/>
                </a:cubicBezTo>
                <a:lnTo>
                  <a:pt x="29224" y="113430"/>
                </a:lnTo>
                <a:cubicBezTo>
                  <a:pt x="22345" y="113871"/>
                  <a:pt x="16071" y="109358"/>
                  <a:pt x="14254" y="102698"/>
                </a:cubicBezTo>
                <a:lnTo>
                  <a:pt x="10402" y="88279"/>
                </a:lnTo>
                <a:cubicBezTo>
                  <a:pt x="8641" y="81619"/>
                  <a:pt x="11778" y="74575"/>
                  <a:pt x="17997" y="71493"/>
                </a:cubicBezTo>
                <a:lnTo>
                  <a:pt x="38746" y="61256"/>
                </a:lnTo>
                <a:cubicBezTo>
                  <a:pt x="39131" y="58449"/>
                  <a:pt x="39681" y="55697"/>
                  <a:pt x="40397" y="52890"/>
                </a:cubicBezTo>
                <a:cubicBezTo>
                  <a:pt x="41167" y="50083"/>
                  <a:pt x="42048" y="47387"/>
                  <a:pt x="43149" y="44800"/>
                </a:cubicBezTo>
                <a:lnTo>
                  <a:pt x="30325" y="25592"/>
                </a:lnTo>
                <a:cubicBezTo>
                  <a:pt x="26473" y="19813"/>
                  <a:pt x="27243" y="12163"/>
                  <a:pt x="32141" y="7265"/>
                </a:cubicBezTo>
                <a:lnTo>
                  <a:pt x="42708" y="-3302"/>
                </a:lnTo>
                <a:cubicBezTo>
                  <a:pt x="47607" y="-8200"/>
                  <a:pt x="55257" y="-8971"/>
                  <a:pt x="61036" y="-5118"/>
                </a:cubicBezTo>
                <a:lnTo>
                  <a:pt x="80298" y="7705"/>
                </a:lnTo>
                <a:cubicBezTo>
                  <a:pt x="85527" y="5559"/>
                  <a:pt x="91086" y="4018"/>
                  <a:pt x="96754" y="3247"/>
                </a:cubicBezTo>
                <a:lnTo>
                  <a:pt x="106991" y="-17447"/>
                </a:lnTo>
                <a:cubicBezTo>
                  <a:pt x="110073" y="-23666"/>
                  <a:pt x="117063" y="-26803"/>
                  <a:pt x="123777" y="-25042"/>
                </a:cubicBezTo>
                <a:close/>
                <a:moveTo>
                  <a:pt x="105890" y="46231"/>
                </a:moveTo>
                <a:cubicBezTo>
                  <a:pt x="92525" y="46231"/>
                  <a:pt x="81674" y="57082"/>
                  <a:pt x="81674" y="70447"/>
                </a:cubicBezTo>
                <a:cubicBezTo>
                  <a:pt x="81674" y="83812"/>
                  <a:pt x="92525" y="94663"/>
                  <a:pt x="105890" y="94663"/>
                </a:cubicBezTo>
                <a:cubicBezTo>
                  <a:pt x="119256" y="94663"/>
                  <a:pt x="130107" y="83812"/>
                  <a:pt x="130107" y="70447"/>
                </a:cubicBezTo>
                <a:cubicBezTo>
                  <a:pt x="130107" y="57082"/>
                  <a:pt x="119256" y="46231"/>
                  <a:pt x="105890" y="4623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8" name="Text 16"/>
          <p:cNvSpPr/>
          <p:nvPr/>
        </p:nvSpPr>
        <p:spPr>
          <a:xfrm>
            <a:off x="7192035" y="1472809"/>
            <a:ext cx="1934940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БИНН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192035" y="1773264"/>
            <a:ext cx="1897368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Байкальская инженерная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0602" y="2186670"/>
            <a:ext cx="5222459" cy="10989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крупнейшей инженерной олимпиаде Сибири. Решение сложных инженерных задач, разработка технических проектов и демонстрация практических навыков.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440602" y="3439685"/>
            <a:ext cx="5137923" cy="7514"/>
          </a:xfrm>
          <a:custGeom>
            <a:avLst/>
            <a:gdLst/>
            <a:ahLst/>
            <a:cxnLst/>
            <a:rect l="l" t="t" r="r" b="b"/>
            <a:pathLst>
              <a:path w="5137923" h="7514">
                <a:moveTo>
                  <a:pt x="0" y="0"/>
                </a:moveTo>
                <a:lnTo>
                  <a:pt x="5137923" y="0"/>
                </a:lnTo>
                <a:lnTo>
                  <a:pt x="5137923" y="7514"/>
                </a:lnTo>
                <a:lnTo>
                  <a:pt x="0" y="7514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449995" y="3631300"/>
            <a:ext cx="169072" cy="150287"/>
          </a:xfrm>
          <a:custGeom>
            <a:avLst/>
            <a:gdLst/>
            <a:ahLst/>
            <a:cxnLst/>
            <a:rect l="l" t="t" r="r" b="b"/>
            <a:pathLst>
              <a:path w="169072" h="150287">
                <a:moveTo>
                  <a:pt x="90847" y="-5548"/>
                </a:moveTo>
                <a:cubicBezTo>
                  <a:pt x="89644" y="-7896"/>
                  <a:pt x="87207" y="-9393"/>
                  <a:pt x="84566" y="-9393"/>
                </a:cubicBezTo>
                <a:cubicBezTo>
                  <a:pt x="81924" y="-9393"/>
                  <a:pt x="79488" y="-7896"/>
                  <a:pt x="78284" y="-5548"/>
                </a:cubicBezTo>
                <a:lnTo>
                  <a:pt x="56680" y="36779"/>
                </a:lnTo>
                <a:lnTo>
                  <a:pt x="9745" y="44235"/>
                </a:lnTo>
                <a:cubicBezTo>
                  <a:pt x="7133" y="44646"/>
                  <a:pt x="4961" y="46495"/>
                  <a:pt x="4139" y="49019"/>
                </a:cubicBezTo>
                <a:cubicBezTo>
                  <a:pt x="3317" y="51544"/>
                  <a:pt x="3992" y="54303"/>
                  <a:pt x="5841" y="56181"/>
                </a:cubicBezTo>
                <a:lnTo>
                  <a:pt x="39421" y="89790"/>
                </a:lnTo>
                <a:lnTo>
                  <a:pt x="32024" y="136726"/>
                </a:lnTo>
                <a:cubicBezTo>
                  <a:pt x="31613" y="139338"/>
                  <a:pt x="32699" y="141980"/>
                  <a:pt x="34842" y="143535"/>
                </a:cubicBezTo>
                <a:cubicBezTo>
                  <a:pt x="36985" y="145091"/>
                  <a:pt x="39802" y="145326"/>
                  <a:pt x="42180" y="144122"/>
                </a:cubicBezTo>
                <a:lnTo>
                  <a:pt x="84566" y="122578"/>
                </a:lnTo>
                <a:lnTo>
                  <a:pt x="126922" y="144122"/>
                </a:lnTo>
                <a:cubicBezTo>
                  <a:pt x="129270" y="145326"/>
                  <a:pt x="132117" y="145091"/>
                  <a:pt x="134260" y="143535"/>
                </a:cubicBezTo>
                <a:cubicBezTo>
                  <a:pt x="136403" y="141980"/>
                  <a:pt x="137489" y="139367"/>
                  <a:pt x="137078" y="136726"/>
                </a:cubicBezTo>
                <a:lnTo>
                  <a:pt x="129652" y="89790"/>
                </a:lnTo>
                <a:lnTo>
                  <a:pt x="163231" y="56181"/>
                </a:lnTo>
                <a:cubicBezTo>
                  <a:pt x="165110" y="54303"/>
                  <a:pt x="165756" y="51544"/>
                  <a:pt x="164934" y="49019"/>
                </a:cubicBezTo>
                <a:cubicBezTo>
                  <a:pt x="164112" y="46495"/>
                  <a:pt x="161969" y="44646"/>
                  <a:pt x="159327" y="44235"/>
                </a:cubicBezTo>
                <a:lnTo>
                  <a:pt x="112421" y="36779"/>
                </a:lnTo>
                <a:lnTo>
                  <a:pt x="90847" y="-554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3" name="Text 21"/>
          <p:cNvSpPr/>
          <p:nvPr/>
        </p:nvSpPr>
        <p:spPr>
          <a:xfrm>
            <a:off x="6703604" y="3593728"/>
            <a:ext cx="1803439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Инженерное мышление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79474" y="4281290"/>
            <a:ext cx="5596297" cy="2571779"/>
          </a:xfrm>
          <a:custGeom>
            <a:avLst/>
            <a:gdLst/>
            <a:ahLst/>
            <a:cxnLst/>
            <a:rect l="l" t="t" r="r" b="b"/>
            <a:pathLst>
              <a:path w="5596297" h="2571779">
                <a:moveTo>
                  <a:pt x="150295" y="0"/>
                </a:moveTo>
                <a:lnTo>
                  <a:pt x="5446002" y="0"/>
                </a:lnTo>
                <a:cubicBezTo>
                  <a:pt x="5529008" y="0"/>
                  <a:pt x="5596297" y="67289"/>
                  <a:pt x="5596297" y="150295"/>
                </a:cubicBezTo>
                <a:lnTo>
                  <a:pt x="5596297" y="2421485"/>
                </a:lnTo>
                <a:cubicBezTo>
                  <a:pt x="5596297" y="2504490"/>
                  <a:pt x="5529008" y="2571779"/>
                  <a:pt x="5446002" y="2571779"/>
                </a:cubicBezTo>
                <a:lnTo>
                  <a:pt x="150295" y="2571779"/>
                </a:lnTo>
                <a:cubicBezTo>
                  <a:pt x="67345" y="2571779"/>
                  <a:pt x="0" y="2504435"/>
                  <a:pt x="0" y="2421485"/>
                </a:cubicBezTo>
                <a:lnTo>
                  <a:pt x="0" y="150295"/>
                </a:lnTo>
                <a:cubicBezTo>
                  <a:pt x="0" y="67345"/>
                  <a:pt x="67345" y="0"/>
                  <a:pt x="150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16175" y="4517991"/>
            <a:ext cx="587996" cy="587996"/>
          </a:xfrm>
          <a:custGeom>
            <a:avLst/>
            <a:gdLst/>
            <a:ahLst/>
            <a:cxnLst/>
            <a:rect l="l" t="t" r="r" b="b"/>
            <a:pathLst>
              <a:path w="587996" h="587996">
                <a:moveTo>
                  <a:pt x="150286" y="0"/>
                </a:moveTo>
                <a:lnTo>
                  <a:pt x="437710" y="0"/>
                </a:lnTo>
                <a:cubicBezTo>
                  <a:pt x="520655" y="0"/>
                  <a:pt x="587996" y="67341"/>
                  <a:pt x="587996" y="150286"/>
                </a:cubicBezTo>
                <a:lnTo>
                  <a:pt x="587996" y="437710"/>
                </a:lnTo>
                <a:cubicBezTo>
                  <a:pt x="587996" y="520655"/>
                  <a:pt x="520655" y="587996"/>
                  <a:pt x="437710" y="587996"/>
                </a:cubicBezTo>
                <a:lnTo>
                  <a:pt x="150286" y="587996"/>
                </a:lnTo>
                <a:cubicBezTo>
                  <a:pt x="67341" y="587996"/>
                  <a:pt x="0" y="520655"/>
                  <a:pt x="0" y="437710"/>
                </a:cubicBezTo>
                <a:lnTo>
                  <a:pt x="0" y="150286"/>
                </a:lnTo>
                <a:cubicBezTo>
                  <a:pt x="0" y="67341"/>
                  <a:pt x="67341" y="0"/>
                  <a:pt x="150286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53077" y="4670155"/>
            <a:ext cx="317011" cy="281787"/>
          </a:xfrm>
          <a:custGeom>
            <a:avLst/>
            <a:gdLst/>
            <a:ahLst/>
            <a:cxnLst/>
            <a:rect l="l" t="t" r="r" b="b"/>
            <a:pathLst>
              <a:path w="317011" h="281787">
                <a:moveTo>
                  <a:pt x="155533" y="42984"/>
                </a:moveTo>
                <a:cubicBezTo>
                  <a:pt x="159936" y="27959"/>
                  <a:pt x="173695" y="17612"/>
                  <a:pt x="189326" y="17612"/>
                </a:cubicBezTo>
                <a:lnTo>
                  <a:pt x="299399" y="17612"/>
                </a:lnTo>
                <a:cubicBezTo>
                  <a:pt x="309141" y="17612"/>
                  <a:pt x="317011" y="25482"/>
                  <a:pt x="317011" y="35223"/>
                </a:cubicBezTo>
                <a:cubicBezTo>
                  <a:pt x="317011" y="44965"/>
                  <a:pt x="309141" y="52835"/>
                  <a:pt x="299399" y="52835"/>
                </a:cubicBezTo>
                <a:lnTo>
                  <a:pt x="189326" y="52835"/>
                </a:lnTo>
                <a:lnTo>
                  <a:pt x="131372" y="251517"/>
                </a:lnTo>
                <a:cubicBezTo>
                  <a:pt x="129391" y="258287"/>
                  <a:pt x="123612" y="263185"/>
                  <a:pt x="116623" y="264066"/>
                </a:cubicBezTo>
                <a:cubicBezTo>
                  <a:pt x="109633" y="264946"/>
                  <a:pt x="102808" y="261534"/>
                  <a:pt x="99286" y="255480"/>
                </a:cubicBezTo>
                <a:lnTo>
                  <a:pt x="42708" y="158505"/>
                </a:lnTo>
                <a:lnTo>
                  <a:pt x="17612" y="158505"/>
                </a:lnTo>
                <a:cubicBezTo>
                  <a:pt x="7870" y="158505"/>
                  <a:pt x="0" y="150635"/>
                  <a:pt x="0" y="140894"/>
                </a:cubicBezTo>
                <a:cubicBezTo>
                  <a:pt x="0" y="131152"/>
                  <a:pt x="7870" y="123282"/>
                  <a:pt x="17612" y="123282"/>
                </a:cubicBezTo>
                <a:lnTo>
                  <a:pt x="42708" y="123282"/>
                </a:lnTo>
                <a:cubicBezTo>
                  <a:pt x="55257" y="123282"/>
                  <a:pt x="66814" y="129941"/>
                  <a:pt x="73144" y="140784"/>
                </a:cubicBezTo>
                <a:lnTo>
                  <a:pt x="109027" y="202315"/>
                </a:lnTo>
                <a:lnTo>
                  <a:pt x="155478" y="42984"/>
                </a:lnTo>
                <a:close/>
                <a:moveTo>
                  <a:pt x="216514" y="128455"/>
                </a:moveTo>
                <a:cubicBezTo>
                  <a:pt x="223394" y="121576"/>
                  <a:pt x="234566" y="121576"/>
                  <a:pt x="241446" y="128455"/>
                </a:cubicBezTo>
                <a:lnTo>
                  <a:pt x="264231" y="151241"/>
                </a:lnTo>
                <a:lnTo>
                  <a:pt x="287016" y="128455"/>
                </a:lnTo>
                <a:cubicBezTo>
                  <a:pt x="293895" y="121576"/>
                  <a:pt x="305068" y="121576"/>
                  <a:pt x="311947" y="128455"/>
                </a:cubicBezTo>
                <a:cubicBezTo>
                  <a:pt x="318827" y="135335"/>
                  <a:pt x="318827" y="146507"/>
                  <a:pt x="311947" y="153387"/>
                </a:cubicBezTo>
                <a:lnTo>
                  <a:pt x="289162" y="176172"/>
                </a:lnTo>
                <a:lnTo>
                  <a:pt x="311947" y="198957"/>
                </a:lnTo>
                <a:cubicBezTo>
                  <a:pt x="318827" y="205837"/>
                  <a:pt x="318827" y="217009"/>
                  <a:pt x="311947" y="223889"/>
                </a:cubicBezTo>
                <a:cubicBezTo>
                  <a:pt x="305068" y="230768"/>
                  <a:pt x="293895" y="230768"/>
                  <a:pt x="287016" y="223889"/>
                </a:cubicBezTo>
                <a:lnTo>
                  <a:pt x="264231" y="201104"/>
                </a:lnTo>
                <a:lnTo>
                  <a:pt x="241446" y="223889"/>
                </a:lnTo>
                <a:cubicBezTo>
                  <a:pt x="234566" y="230768"/>
                  <a:pt x="223394" y="230768"/>
                  <a:pt x="216514" y="223889"/>
                </a:cubicBezTo>
                <a:cubicBezTo>
                  <a:pt x="209634" y="217009"/>
                  <a:pt x="209634" y="205837"/>
                  <a:pt x="216514" y="198957"/>
                </a:cubicBezTo>
                <a:lnTo>
                  <a:pt x="239299" y="176172"/>
                </a:lnTo>
                <a:lnTo>
                  <a:pt x="216514" y="153387"/>
                </a:lnTo>
                <a:cubicBezTo>
                  <a:pt x="209634" y="146507"/>
                  <a:pt x="209634" y="135335"/>
                  <a:pt x="216514" y="12845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7" name="Text 25"/>
          <p:cNvSpPr/>
          <p:nvPr/>
        </p:nvSpPr>
        <p:spPr>
          <a:xfrm>
            <a:off x="1360094" y="4548049"/>
            <a:ext cx="1718903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САММАТ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360094" y="4848504"/>
            <a:ext cx="168133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Сибирская олимпиада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08661" y="5261909"/>
            <a:ext cx="5222459" cy="82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Успешное выступление на Сибирской олимпиаде по математике. Решение нестандартных математических задач повышенной сложности, развитие логического мышления.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08661" y="6240181"/>
            <a:ext cx="5137923" cy="7514"/>
          </a:xfrm>
          <a:custGeom>
            <a:avLst/>
            <a:gdLst/>
            <a:ahLst/>
            <a:cxnLst/>
            <a:rect l="l" t="t" r="r" b="b"/>
            <a:pathLst>
              <a:path w="5137923" h="7514">
                <a:moveTo>
                  <a:pt x="0" y="0"/>
                </a:moveTo>
                <a:lnTo>
                  <a:pt x="5137923" y="0"/>
                </a:lnTo>
                <a:lnTo>
                  <a:pt x="5137923" y="7514"/>
                </a:lnTo>
                <a:lnTo>
                  <a:pt x="0" y="7514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618054" y="6431797"/>
            <a:ext cx="169072" cy="150287"/>
          </a:xfrm>
          <a:custGeom>
            <a:avLst/>
            <a:gdLst/>
            <a:ahLst/>
            <a:cxnLst/>
            <a:rect l="l" t="t" r="r" b="b"/>
            <a:pathLst>
              <a:path w="169072" h="150287">
                <a:moveTo>
                  <a:pt x="90847" y="-5548"/>
                </a:moveTo>
                <a:cubicBezTo>
                  <a:pt x="89644" y="-7896"/>
                  <a:pt x="87207" y="-9393"/>
                  <a:pt x="84566" y="-9393"/>
                </a:cubicBezTo>
                <a:cubicBezTo>
                  <a:pt x="81924" y="-9393"/>
                  <a:pt x="79488" y="-7896"/>
                  <a:pt x="78284" y="-5548"/>
                </a:cubicBezTo>
                <a:lnTo>
                  <a:pt x="56680" y="36779"/>
                </a:lnTo>
                <a:lnTo>
                  <a:pt x="9745" y="44235"/>
                </a:lnTo>
                <a:cubicBezTo>
                  <a:pt x="7133" y="44646"/>
                  <a:pt x="4961" y="46495"/>
                  <a:pt x="4139" y="49019"/>
                </a:cubicBezTo>
                <a:cubicBezTo>
                  <a:pt x="3317" y="51544"/>
                  <a:pt x="3992" y="54303"/>
                  <a:pt x="5841" y="56181"/>
                </a:cubicBezTo>
                <a:lnTo>
                  <a:pt x="39421" y="89790"/>
                </a:lnTo>
                <a:lnTo>
                  <a:pt x="32024" y="136726"/>
                </a:lnTo>
                <a:cubicBezTo>
                  <a:pt x="31613" y="139338"/>
                  <a:pt x="32699" y="141980"/>
                  <a:pt x="34842" y="143535"/>
                </a:cubicBezTo>
                <a:cubicBezTo>
                  <a:pt x="36985" y="145091"/>
                  <a:pt x="39802" y="145326"/>
                  <a:pt x="42180" y="144122"/>
                </a:cubicBezTo>
                <a:lnTo>
                  <a:pt x="84566" y="122578"/>
                </a:lnTo>
                <a:lnTo>
                  <a:pt x="126922" y="144122"/>
                </a:lnTo>
                <a:cubicBezTo>
                  <a:pt x="129270" y="145326"/>
                  <a:pt x="132117" y="145091"/>
                  <a:pt x="134260" y="143535"/>
                </a:cubicBezTo>
                <a:cubicBezTo>
                  <a:pt x="136403" y="141980"/>
                  <a:pt x="137489" y="139367"/>
                  <a:pt x="137078" y="136726"/>
                </a:cubicBezTo>
                <a:lnTo>
                  <a:pt x="129652" y="89790"/>
                </a:lnTo>
                <a:lnTo>
                  <a:pt x="163231" y="56181"/>
                </a:lnTo>
                <a:cubicBezTo>
                  <a:pt x="165110" y="54303"/>
                  <a:pt x="165756" y="51544"/>
                  <a:pt x="164934" y="49019"/>
                </a:cubicBezTo>
                <a:cubicBezTo>
                  <a:pt x="164112" y="46495"/>
                  <a:pt x="161969" y="44646"/>
                  <a:pt x="159327" y="44235"/>
                </a:cubicBezTo>
                <a:lnTo>
                  <a:pt x="112421" y="36779"/>
                </a:lnTo>
                <a:lnTo>
                  <a:pt x="90847" y="-554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2" name="Text 30"/>
          <p:cNvSpPr/>
          <p:nvPr/>
        </p:nvSpPr>
        <p:spPr>
          <a:xfrm>
            <a:off x="871662" y="6394225"/>
            <a:ext cx="1822225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Математический анализ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6211416" y="4281290"/>
            <a:ext cx="5596297" cy="2571779"/>
          </a:xfrm>
          <a:custGeom>
            <a:avLst/>
            <a:gdLst/>
            <a:ahLst/>
            <a:cxnLst/>
            <a:rect l="l" t="t" r="r" b="b"/>
            <a:pathLst>
              <a:path w="5596297" h="2571779">
                <a:moveTo>
                  <a:pt x="150295" y="0"/>
                </a:moveTo>
                <a:lnTo>
                  <a:pt x="5446002" y="0"/>
                </a:lnTo>
                <a:cubicBezTo>
                  <a:pt x="5529008" y="0"/>
                  <a:pt x="5596297" y="67289"/>
                  <a:pt x="5596297" y="150295"/>
                </a:cubicBezTo>
                <a:lnTo>
                  <a:pt x="5596297" y="2421485"/>
                </a:lnTo>
                <a:cubicBezTo>
                  <a:pt x="5596297" y="2504490"/>
                  <a:pt x="5529008" y="2571779"/>
                  <a:pt x="5446002" y="2571779"/>
                </a:cubicBezTo>
                <a:lnTo>
                  <a:pt x="150295" y="2571779"/>
                </a:lnTo>
                <a:cubicBezTo>
                  <a:pt x="67345" y="2571779"/>
                  <a:pt x="0" y="2504435"/>
                  <a:pt x="0" y="2421485"/>
                </a:cubicBezTo>
                <a:lnTo>
                  <a:pt x="0" y="150295"/>
                </a:lnTo>
                <a:cubicBezTo>
                  <a:pt x="0" y="67345"/>
                  <a:pt x="67345" y="0"/>
                  <a:pt x="150295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8117" y="4517991"/>
            <a:ext cx="587996" cy="587996"/>
          </a:xfrm>
          <a:custGeom>
            <a:avLst/>
            <a:gdLst/>
            <a:ahLst/>
            <a:cxnLst/>
            <a:rect l="l" t="t" r="r" b="b"/>
            <a:pathLst>
              <a:path w="587996" h="587996">
                <a:moveTo>
                  <a:pt x="150286" y="0"/>
                </a:moveTo>
                <a:lnTo>
                  <a:pt x="437710" y="0"/>
                </a:lnTo>
                <a:cubicBezTo>
                  <a:pt x="520655" y="0"/>
                  <a:pt x="587996" y="67341"/>
                  <a:pt x="587996" y="150286"/>
                </a:cubicBezTo>
                <a:lnTo>
                  <a:pt x="587996" y="437710"/>
                </a:lnTo>
                <a:cubicBezTo>
                  <a:pt x="587996" y="520655"/>
                  <a:pt x="520655" y="587996"/>
                  <a:pt x="437710" y="587996"/>
                </a:cubicBezTo>
                <a:lnTo>
                  <a:pt x="150286" y="587996"/>
                </a:lnTo>
                <a:cubicBezTo>
                  <a:pt x="67341" y="587996"/>
                  <a:pt x="0" y="520655"/>
                  <a:pt x="0" y="437710"/>
                </a:cubicBezTo>
                <a:lnTo>
                  <a:pt x="0" y="150286"/>
                </a:lnTo>
                <a:cubicBezTo>
                  <a:pt x="0" y="67341"/>
                  <a:pt x="67341" y="0"/>
                  <a:pt x="150286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602630" y="4670155"/>
            <a:ext cx="281787" cy="281787"/>
          </a:xfrm>
          <a:custGeom>
            <a:avLst/>
            <a:gdLst/>
            <a:ahLst/>
            <a:cxnLst/>
            <a:rect l="l" t="t" r="r" b="b"/>
            <a:pathLst>
              <a:path w="281787" h="281787">
                <a:moveTo>
                  <a:pt x="141169" y="0"/>
                </a:moveTo>
                <a:cubicBezTo>
                  <a:pt x="149259" y="0"/>
                  <a:pt x="156689" y="4458"/>
                  <a:pt x="160542" y="11558"/>
                </a:cubicBezTo>
                <a:lnTo>
                  <a:pt x="279421" y="231704"/>
                </a:lnTo>
                <a:cubicBezTo>
                  <a:pt x="283108" y="238529"/>
                  <a:pt x="282943" y="246784"/>
                  <a:pt x="278980" y="253444"/>
                </a:cubicBezTo>
                <a:cubicBezTo>
                  <a:pt x="275018" y="260103"/>
                  <a:pt x="267808" y="264176"/>
                  <a:pt x="260103" y="264176"/>
                </a:cubicBezTo>
                <a:lnTo>
                  <a:pt x="22345" y="264176"/>
                </a:lnTo>
                <a:cubicBezTo>
                  <a:pt x="14585" y="264176"/>
                  <a:pt x="7430" y="260103"/>
                  <a:pt x="3467" y="253444"/>
                </a:cubicBezTo>
                <a:cubicBezTo>
                  <a:pt x="-495" y="246784"/>
                  <a:pt x="-660" y="238529"/>
                  <a:pt x="3027" y="231704"/>
                </a:cubicBezTo>
                <a:lnTo>
                  <a:pt x="121906" y="11558"/>
                </a:lnTo>
                <a:lnTo>
                  <a:pt x="123502" y="9026"/>
                </a:lnTo>
                <a:cubicBezTo>
                  <a:pt x="127520" y="3412"/>
                  <a:pt x="134069" y="0"/>
                  <a:pt x="141169" y="0"/>
                </a:cubicBezTo>
                <a:close/>
                <a:moveTo>
                  <a:pt x="93782" y="137536"/>
                </a:moveTo>
                <a:lnTo>
                  <a:pt x="108532" y="152286"/>
                </a:lnTo>
                <a:cubicBezTo>
                  <a:pt x="111944" y="155699"/>
                  <a:pt x="117558" y="155699"/>
                  <a:pt x="120970" y="152286"/>
                </a:cubicBezTo>
                <a:lnTo>
                  <a:pt x="144801" y="128455"/>
                </a:lnTo>
                <a:cubicBezTo>
                  <a:pt x="148103" y="125153"/>
                  <a:pt x="152561" y="123282"/>
                  <a:pt x="157240" y="123282"/>
                </a:cubicBezTo>
                <a:lnTo>
                  <a:pt x="180795" y="123282"/>
                </a:lnTo>
                <a:lnTo>
                  <a:pt x="141114" y="49808"/>
                </a:lnTo>
                <a:lnTo>
                  <a:pt x="93727" y="137536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6" name="Text 34"/>
          <p:cNvSpPr/>
          <p:nvPr/>
        </p:nvSpPr>
        <p:spPr>
          <a:xfrm>
            <a:off x="7192035" y="4548049"/>
            <a:ext cx="1944333" cy="3005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7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Будущее Сибири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7192035" y="4848504"/>
            <a:ext cx="1906761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Региональная олимпиада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440602" y="5261909"/>
            <a:ext cx="5222459" cy="8265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3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масштабной региональной олимпиаде, объединяющей лучших школьников Сибирского федерального округа по различным предметам.</a:t>
            </a: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6440602" y="6240181"/>
            <a:ext cx="5137923" cy="7514"/>
          </a:xfrm>
          <a:custGeom>
            <a:avLst/>
            <a:gdLst/>
            <a:ahLst/>
            <a:cxnLst/>
            <a:rect l="l" t="t" r="r" b="b"/>
            <a:pathLst>
              <a:path w="5137923" h="7514">
                <a:moveTo>
                  <a:pt x="0" y="0"/>
                </a:moveTo>
                <a:lnTo>
                  <a:pt x="5137923" y="0"/>
                </a:lnTo>
                <a:lnTo>
                  <a:pt x="5137923" y="7514"/>
                </a:lnTo>
                <a:lnTo>
                  <a:pt x="0" y="7514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6449995" y="6431797"/>
            <a:ext cx="169072" cy="150287"/>
          </a:xfrm>
          <a:custGeom>
            <a:avLst/>
            <a:gdLst/>
            <a:ahLst/>
            <a:cxnLst/>
            <a:rect l="l" t="t" r="r" b="b"/>
            <a:pathLst>
              <a:path w="169072" h="150287">
                <a:moveTo>
                  <a:pt x="90847" y="-5548"/>
                </a:moveTo>
                <a:cubicBezTo>
                  <a:pt x="89644" y="-7896"/>
                  <a:pt x="87207" y="-9393"/>
                  <a:pt x="84566" y="-9393"/>
                </a:cubicBezTo>
                <a:cubicBezTo>
                  <a:pt x="81924" y="-9393"/>
                  <a:pt x="79488" y="-7896"/>
                  <a:pt x="78284" y="-5548"/>
                </a:cubicBezTo>
                <a:lnTo>
                  <a:pt x="56680" y="36779"/>
                </a:lnTo>
                <a:lnTo>
                  <a:pt x="9745" y="44235"/>
                </a:lnTo>
                <a:cubicBezTo>
                  <a:pt x="7133" y="44646"/>
                  <a:pt x="4961" y="46495"/>
                  <a:pt x="4139" y="49019"/>
                </a:cubicBezTo>
                <a:cubicBezTo>
                  <a:pt x="3317" y="51544"/>
                  <a:pt x="3992" y="54303"/>
                  <a:pt x="5841" y="56181"/>
                </a:cubicBezTo>
                <a:lnTo>
                  <a:pt x="39421" y="89790"/>
                </a:lnTo>
                <a:lnTo>
                  <a:pt x="32024" y="136726"/>
                </a:lnTo>
                <a:cubicBezTo>
                  <a:pt x="31613" y="139338"/>
                  <a:pt x="32699" y="141980"/>
                  <a:pt x="34842" y="143535"/>
                </a:cubicBezTo>
                <a:cubicBezTo>
                  <a:pt x="36985" y="145091"/>
                  <a:pt x="39802" y="145326"/>
                  <a:pt x="42180" y="144122"/>
                </a:cubicBezTo>
                <a:lnTo>
                  <a:pt x="84566" y="122578"/>
                </a:lnTo>
                <a:lnTo>
                  <a:pt x="126922" y="144122"/>
                </a:lnTo>
                <a:cubicBezTo>
                  <a:pt x="129270" y="145326"/>
                  <a:pt x="132117" y="145091"/>
                  <a:pt x="134260" y="143535"/>
                </a:cubicBezTo>
                <a:cubicBezTo>
                  <a:pt x="136403" y="141980"/>
                  <a:pt x="137489" y="139367"/>
                  <a:pt x="137078" y="136726"/>
                </a:cubicBezTo>
                <a:lnTo>
                  <a:pt x="129652" y="89790"/>
                </a:lnTo>
                <a:lnTo>
                  <a:pt x="163231" y="56181"/>
                </a:lnTo>
                <a:cubicBezTo>
                  <a:pt x="165110" y="54303"/>
                  <a:pt x="165756" y="51544"/>
                  <a:pt x="164934" y="49019"/>
                </a:cubicBezTo>
                <a:cubicBezTo>
                  <a:pt x="164112" y="46495"/>
                  <a:pt x="161969" y="44646"/>
                  <a:pt x="159327" y="44235"/>
                </a:cubicBezTo>
                <a:lnTo>
                  <a:pt x="112421" y="36779"/>
                </a:lnTo>
                <a:lnTo>
                  <a:pt x="90847" y="-554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1" name="Text 39"/>
          <p:cNvSpPr/>
          <p:nvPr/>
        </p:nvSpPr>
        <p:spPr>
          <a:xfrm>
            <a:off x="6703604" y="6394225"/>
            <a:ext cx="1540438" cy="2254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8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Многопредметность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media.istockphoto.com/002f99d49264ee8166104caea12b4174076a64fd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3A86FF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53848" y="353848"/>
            <a:ext cx="550041" cy="550041"/>
          </a:xfrm>
          <a:custGeom>
            <a:avLst/>
            <a:gdLst/>
            <a:ahLst/>
            <a:cxnLst/>
            <a:rect l="l" t="t" r="r" b="b"/>
            <a:pathLst>
              <a:path w="550041" h="550041">
                <a:moveTo>
                  <a:pt x="140140" y="0"/>
                </a:moveTo>
                <a:lnTo>
                  <a:pt x="409902" y="0"/>
                </a:lnTo>
                <a:cubicBezTo>
                  <a:pt x="487247" y="0"/>
                  <a:pt x="550041" y="62794"/>
                  <a:pt x="550041" y="140140"/>
                </a:cubicBezTo>
                <a:lnTo>
                  <a:pt x="550041" y="409902"/>
                </a:lnTo>
                <a:cubicBezTo>
                  <a:pt x="550041" y="487247"/>
                  <a:pt x="487247" y="550041"/>
                  <a:pt x="409902" y="550041"/>
                </a:cubicBezTo>
                <a:lnTo>
                  <a:pt x="140140" y="550041"/>
                </a:lnTo>
                <a:cubicBezTo>
                  <a:pt x="62794" y="550041"/>
                  <a:pt x="0" y="487247"/>
                  <a:pt x="0" y="409902"/>
                </a:cubicBezTo>
                <a:lnTo>
                  <a:pt x="0" y="140140"/>
                </a:lnTo>
                <a:cubicBezTo>
                  <a:pt x="0" y="62794"/>
                  <a:pt x="62794" y="0"/>
                  <a:pt x="14014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501431" y="499241"/>
            <a:ext cx="262759" cy="262759"/>
          </a:xfrm>
          <a:custGeom>
            <a:avLst/>
            <a:gdLst/>
            <a:ahLst/>
            <a:cxnLst/>
            <a:rect l="l" t="t" r="r" b="b"/>
            <a:pathLst>
              <a:path w="262759" h="262759">
                <a:moveTo>
                  <a:pt x="0" y="41056"/>
                </a:moveTo>
                <a:cubicBezTo>
                  <a:pt x="0" y="27456"/>
                  <a:pt x="11034" y="16422"/>
                  <a:pt x="24634" y="16422"/>
                </a:cubicBezTo>
                <a:lnTo>
                  <a:pt x="73901" y="16422"/>
                </a:lnTo>
                <a:cubicBezTo>
                  <a:pt x="87501" y="16422"/>
                  <a:pt x="98534" y="27456"/>
                  <a:pt x="98534" y="41056"/>
                </a:cubicBezTo>
                <a:lnTo>
                  <a:pt x="98534" y="49267"/>
                </a:lnTo>
                <a:lnTo>
                  <a:pt x="164224" y="49267"/>
                </a:lnTo>
                <a:lnTo>
                  <a:pt x="164224" y="41056"/>
                </a:lnTo>
                <a:cubicBezTo>
                  <a:pt x="164224" y="27456"/>
                  <a:pt x="175258" y="16422"/>
                  <a:pt x="188858" y="16422"/>
                </a:cubicBezTo>
                <a:lnTo>
                  <a:pt x="238125" y="16422"/>
                </a:lnTo>
                <a:cubicBezTo>
                  <a:pt x="251725" y="16422"/>
                  <a:pt x="262759" y="27456"/>
                  <a:pt x="262759" y="41056"/>
                </a:cubicBezTo>
                <a:lnTo>
                  <a:pt x="262759" y="90323"/>
                </a:lnTo>
                <a:cubicBezTo>
                  <a:pt x="262759" y="103923"/>
                  <a:pt x="251725" y="114957"/>
                  <a:pt x="238125" y="114957"/>
                </a:cubicBezTo>
                <a:lnTo>
                  <a:pt x="188858" y="114957"/>
                </a:lnTo>
                <a:cubicBezTo>
                  <a:pt x="175258" y="114957"/>
                  <a:pt x="164224" y="103923"/>
                  <a:pt x="164224" y="90323"/>
                </a:cubicBezTo>
                <a:lnTo>
                  <a:pt x="164224" y="82112"/>
                </a:lnTo>
                <a:lnTo>
                  <a:pt x="98534" y="82112"/>
                </a:lnTo>
                <a:lnTo>
                  <a:pt x="98534" y="90323"/>
                </a:lnTo>
                <a:cubicBezTo>
                  <a:pt x="98534" y="94070"/>
                  <a:pt x="97662" y="97662"/>
                  <a:pt x="96174" y="100844"/>
                </a:cubicBezTo>
                <a:lnTo>
                  <a:pt x="131379" y="147802"/>
                </a:lnTo>
                <a:lnTo>
                  <a:pt x="172435" y="147802"/>
                </a:lnTo>
                <a:cubicBezTo>
                  <a:pt x="186035" y="147802"/>
                  <a:pt x="197069" y="158836"/>
                  <a:pt x="197069" y="172435"/>
                </a:cubicBezTo>
                <a:lnTo>
                  <a:pt x="197069" y="221703"/>
                </a:lnTo>
                <a:cubicBezTo>
                  <a:pt x="197069" y="235302"/>
                  <a:pt x="186035" y="246336"/>
                  <a:pt x="172435" y="246336"/>
                </a:cubicBezTo>
                <a:lnTo>
                  <a:pt x="123168" y="246336"/>
                </a:lnTo>
                <a:cubicBezTo>
                  <a:pt x="109568" y="246336"/>
                  <a:pt x="98534" y="235302"/>
                  <a:pt x="98534" y="221703"/>
                </a:cubicBezTo>
                <a:lnTo>
                  <a:pt x="98534" y="172435"/>
                </a:lnTo>
                <a:cubicBezTo>
                  <a:pt x="98534" y="168689"/>
                  <a:pt x="99407" y="165097"/>
                  <a:pt x="100895" y="161915"/>
                </a:cubicBezTo>
                <a:lnTo>
                  <a:pt x="65690" y="114957"/>
                </a:lnTo>
                <a:lnTo>
                  <a:pt x="24634" y="114957"/>
                </a:lnTo>
                <a:cubicBezTo>
                  <a:pt x="11034" y="114957"/>
                  <a:pt x="0" y="103923"/>
                  <a:pt x="0" y="90323"/>
                </a:cubicBezTo>
                <a:lnTo>
                  <a:pt x="0" y="41056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Text 3"/>
          <p:cNvSpPr/>
          <p:nvPr/>
        </p:nvSpPr>
        <p:spPr>
          <a:xfrm>
            <a:off x="1051034" y="367862"/>
            <a:ext cx="4992414" cy="4204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1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Проектная деятельность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51034" y="858345"/>
            <a:ext cx="840828" cy="35034"/>
          </a:xfrm>
          <a:custGeom>
            <a:avLst/>
            <a:gdLst/>
            <a:ahLst/>
            <a:cxnLst/>
            <a:rect l="l" t="t" r="r" b="b"/>
            <a:pathLst>
              <a:path w="840828" h="35034">
                <a:moveTo>
                  <a:pt x="0" y="0"/>
                </a:moveTo>
                <a:lnTo>
                  <a:pt x="840828" y="0"/>
                </a:lnTo>
                <a:lnTo>
                  <a:pt x="840828" y="35034"/>
                </a:lnTo>
                <a:lnTo>
                  <a:pt x="0" y="35034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Shape 5"/>
          <p:cNvSpPr/>
          <p:nvPr/>
        </p:nvSpPr>
        <p:spPr>
          <a:xfrm>
            <a:off x="353848" y="1124607"/>
            <a:ext cx="3685628" cy="4237421"/>
          </a:xfrm>
          <a:custGeom>
            <a:avLst/>
            <a:gdLst/>
            <a:ahLst/>
            <a:cxnLst/>
            <a:rect l="l" t="t" r="r" b="b"/>
            <a:pathLst>
              <a:path w="3685628" h="4237421">
                <a:moveTo>
                  <a:pt x="140128" y="0"/>
                </a:moveTo>
                <a:lnTo>
                  <a:pt x="3545500" y="0"/>
                </a:lnTo>
                <a:cubicBezTo>
                  <a:pt x="3622890" y="0"/>
                  <a:pt x="3685628" y="62737"/>
                  <a:pt x="3685628" y="140128"/>
                </a:cubicBezTo>
                <a:lnTo>
                  <a:pt x="3685628" y="4097293"/>
                </a:lnTo>
                <a:cubicBezTo>
                  <a:pt x="3685628" y="4174683"/>
                  <a:pt x="3622890" y="4237421"/>
                  <a:pt x="3545500" y="4237421"/>
                </a:cubicBezTo>
                <a:lnTo>
                  <a:pt x="140128" y="4237421"/>
                </a:lnTo>
                <a:cubicBezTo>
                  <a:pt x="62737" y="4237421"/>
                  <a:pt x="0" y="4174683"/>
                  <a:pt x="0" y="4097293"/>
                </a:cubicBezTo>
                <a:lnTo>
                  <a:pt x="0" y="140128"/>
                </a:lnTo>
                <a:cubicBezTo>
                  <a:pt x="0" y="62737"/>
                  <a:pt x="62737" y="0"/>
                  <a:pt x="14012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67559" y="1373243"/>
            <a:ext cx="455448" cy="490483"/>
          </a:xfrm>
          <a:custGeom>
            <a:avLst/>
            <a:gdLst/>
            <a:ahLst/>
            <a:cxnLst/>
            <a:rect l="l" t="t" r="r" b="b"/>
            <a:pathLst>
              <a:path w="455448" h="490483">
                <a:moveTo>
                  <a:pt x="105104" y="0"/>
                </a:moveTo>
                <a:lnTo>
                  <a:pt x="350344" y="0"/>
                </a:lnTo>
                <a:cubicBezTo>
                  <a:pt x="408353" y="0"/>
                  <a:pt x="455448" y="47095"/>
                  <a:pt x="455448" y="105104"/>
                </a:cubicBezTo>
                <a:lnTo>
                  <a:pt x="455448" y="385379"/>
                </a:lnTo>
                <a:cubicBezTo>
                  <a:pt x="455448" y="443387"/>
                  <a:pt x="408353" y="490483"/>
                  <a:pt x="350344" y="490483"/>
                </a:cubicBezTo>
                <a:lnTo>
                  <a:pt x="105104" y="490483"/>
                </a:lnTo>
                <a:cubicBezTo>
                  <a:pt x="47095" y="490483"/>
                  <a:pt x="0" y="443387"/>
                  <a:pt x="0" y="385379"/>
                </a:cubicBezTo>
                <a:lnTo>
                  <a:pt x="0" y="105104"/>
                </a:lnTo>
                <a:cubicBezTo>
                  <a:pt x="0" y="47095"/>
                  <a:pt x="47095" y="0"/>
                  <a:pt x="105104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90289" y="1513381"/>
            <a:ext cx="210207" cy="210207"/>
          </a:xfrm>
          <a:custGeom>
            <a:avLst/>
            <a:gdLst/>
            <a:ahLst/>
            <a:cxnLst/>
            <a:rect l="l" t="t" r="r" b="b"/>
            <a:pathLst>
              <a:path w="210207" h="210207">
                <a:moveTo>
                  <a:pt x="72259" y="0"/>
                </a:moveTo>
                <a:cubicBezTo>
                  <a:pt x="61379" y="0"/>
                  <a:pt x="52552" y="8827"/>
                  <a:pt x="52552" y="19707"/>
                </a:cubicBezTo>
                <a:lnTo>
                  <a:pt x="52552" y="105103"/>
                </a:lnTo>
                <a:cubicBezTo>
                  <a:pt x="52552" y="115983"/>
                  <a:pt x="61379" y="124810"/>
                  <a:pt x="72259" y="124810"/>
                </a:cubicBezTo>
                <a:lnTo>
                  <a:pt x="98534" y="124810"/>
                </a:lnTo>
                <a:cubicBezTo>
                  <a:pt x="109414" y="124810"/>
                  <a:pt x="118241" y="115983"/>
                  <a:pt x="118241" y="105103"/>
                </a:cubicBezTo>
                <a:lnTo>
                  <a:pt x="118241" y="78828"/>
                </a:lnTo>
                <a:lnTo>
                  <a:pt x="131379" y="78828"/>
                </a:lnTo>
                <a:cubicBezTo>
                  <a:pt x="160406" y="78828"/>
                  <a:pt x="183931" y="102353"/>
                  <a:pt x="183931" y="131379"/>
                </a:cubicBezTo>
                <a:cubicBezTo>
                  <a:pt x="183931" y="160406"/>
                  <a:pt x="160406" y="183931"/>
                  <a:pt x="131379" y="183931"/>
                </a:cubicBezTo>
                <a:lnTo>
                  <a:pt x="13138" y="183931"/>
                </a:lnTo>
                <a:cubicBezTo>
                  <a:pt x="5871" y="183931"/>
                  <a:pt x="0" y="189802"/>
                  <a:pt x="0" y="197069"/>
                </a:cubicBezTo>
                <a:cubicBezTo>
                  <a:pt x="0" y="204336"/>
                  <a:pt x="5871" y="210207"/>
                  <a:pt x="13138" y="210207"/>
                </a:cubicBezTo>
                <a:lnTo>
                  <a:pt x="197069" y="210207"/>
                </a:lnTo>
                <a:cubicBezTo>
                  <a:pt x="204336" y="210207"/>
                  <a:pt x="210207" y="204336"/>
                  <a:pt x="210207" y="197069"/>
                </a:cubicBezTo>
                <a:cubicBezTo>
                  <a:pt x="210207" y="189802"/>
                  <a:pt x="204336" y="183931"/>
                  <a:pt x="197069" y="183931"/>
                </a:cubicBezTo>
                <a:lnTo>
                  <a:pt x="190130" y="183931"/>
                </a:lnTo>
                <a:cubicBezTo>
                  <a:pt x="202612" y="169972"/>
                  <a:pt x="210207" y="151579"/>
                  <a:pt x="210207" y="131379"/>
                </a:cubicBezTo>
                <a:cubicBezTo>
                  <a:pt x="210207" y="87860"/>
                  <a:pt x="174899" y="52552"/>
                  <a:pt x="131379" y="52552"/>
                </a:cubicBezTo>
                <a:lnTo>
                  <a:pt x="118241" y="52552"/>
                </a:lnTo>
                <a:lnTo>
                  <a:pt x="118241" y="19707"/>
                </a:lnTo>
                <a:cubicBezTo>
                  <a:pt x="118241" y="8827"/>
                  <a:pt x="109414" y="0"/>
                  <a:pt x="98534" y="0"/>
                </a:cubicBezTo>
                <a:lnTo>
                  <a:pt x="72259" y="0"/>
                </a:lnTo>
                <a:close/>
                <a:moveTo>
                  <a:pt x="49267" y="144517"/>
                </a:moveTo>
                <a:cubicBezTo>
                  <a:pt x="43807" y="144517"/>
                  <a:pt x="39414" y="148910"/>
                  <a:pt x="39414" y="154371"/>
                </a:cubicBezTo>
                <a:cubicBezTo>
                  <a:pt x="39414" y="159831"/>
                  <a:pt x="43807" y="164224"/>
                  <a:pt x="49267" y="164224"/>
                </a:cubicBezTo>
                <a:lnTo>
                  <a:pt x="121526" y="164224"/>
                </a:lnTo>
                <a:cubicBezTo>
                  <a:pt x="126986" y="164224"/>
                  <a:pt x="131379" y="159831"/>
                  <a:pt x="131379" y="154371"/>
                </a:cubicBezTo>
                <a:cubicBezTo>
                  <a:pt x="131379" y="148910"/>
                  <a:pt x="126986" y="144517"/>
                  <a:pt x="121526" y="144517"/>
                </a:cubicBezTo>
                <a:lnTo>
                  <a:pt x="49267" y="144517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1" name="Text 8"/>
          <p:cNvSpPr/>
          <p:nvPr/>
        </p:nvSpPr>
        <p:spPr>
          <a:xfrm>
            <a:off x="1128439" y="1338318"/>
            <a:ext cx="2802759" cy="560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Исследовательские проекты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85076" y="2073824"/>
            <a:ext cx="3240690" cy="1278759"/>
          </a:xfrm>
          <a:custGeom>
            <a:avLst/>
            <a:gdLst/>
            <a:ahLst/>
            <a:cxnLst/>
            <a:rect l="l" t="t" r="r" b="b"/>
            <a:pathLst>
              <a:path w="3240690" h="1278759">
                <a:moveTo>
                  <a:pt x="35034" y="0"/>
                </a:moveTo>
                <a:lnTo>
                  <a:pt x="3135588" y="0"/>
                </a:lnTo>
                <a:cubicBezTo>
                  <a:pt x="3193595" y="0"/>
                  <a:pt x="3240690" y="47094"/>
                  <a:pt x="3240690" y="105101"/>
                </a:cubicBezTo>
                <a:lnTo>
                  <a:pt x="3240690" y="1173657"/>
                </a:lnTo>
                <a:cubicBezTo>
                  <a:pt x="3240690" y="1231664"/>
                  <a:pt x="3193595" y="1278759"/>
                  <a:pt x="3135588" y="1278759"/>
                </a:cubicBezTo>
                <a:lnTo>
                  <a:pt x="35034" y="1278759"/>
                </a:lnTo>
                <a:cubicBezTo>
                  <a:pt x="15685" y="1278759"/>
                  <a:pt x="0" y="1263073"/>
                  <a:pt x="0" y="1243724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85076" y="2073824"/>
            <a:ext cx="35034" cy="1278759"/>
          </a:xfrm>
          <a:custGeom>
            <a:avLst/>
            <a:gdLst/>
            <a:ahLst/>
            <a:cxnLst/>
            <a:rect l="l" t="t" r="r" b="b"/>
            <a:pathLst>
              <a:path w="35034" h="1278759">
                <a:moveTo>
                  <a:pt x="35034" y="0"/>
                </a:moveTo>
                <a:lnTo>
                  <a:pt x="35034" y="0"/>
                </a:lnTo>
                <a:lnTo>
                  <a:pt x="35034" y="1278759"/>
                </a:lnTo>
                <a:lnTo>
                  <a:pt x="35034" y="1278759"/>
                </a:lnTo>
                <a:cubicBezTo>
                  <a:pt x="15685" y="1278759"/>
                  <a:pt x="0" y="1263073"/>
                  <a:pt x="0" y="1243724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4" name="Text 11"/>
          <p:cNvSpPr/>
          <p:nvPr/>
        </p:nvSpPr>
        <p:spPr>
          <a:xfrm>
            <a:off x="742731" y="2213962"/>
            <a:ext cx="302172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Научные конференции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2731" y="2529272"/>
            <a:ext cx="3012966" cy="68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конференциях по естественно-научным направлениям с презентацией исследовательских работ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85076" y="3492720"/>
            <a:ext cx="3240690" cy="1051034"/>
          </a:xfrm>
          <a:custGeom>
            <a:avLst/>
            <a:gdLst/>
            <a:ahLst/>
            <a:cxnLst/>
            <a:rect l="l" t="t" r="r" b="b"/>
            <a:pathLst>
              <a:path w="3240690" h="1051034">
                <a:moveTo>
                  <a:pt x="35034" y="0"/>
                </a:moveTo>
                <a:lnTo>
                  <a:pt x="3135586" y="0"/>
                </a:lnTo>
                <a:cubicBezTo>
                  <a:pt x="3193633" y="0"/>
                  <a:pt x="3240690" y="47056"/>
                  <a:pt x="3240690" y="105103"/>
                </a:cubicBezTo>
                <a:lnTo>
                  <a:pt x="3240690" y="945931"/>
                </a:lnTo>
                <a:cubicBezTo>
                  <a:pt x="3240690" y="1003978"/>
                  <a:pt x="3193633" y="1051034"/>
                  <a:pt x="3135586" y="1051034"/>
                </a:cubicBezTo>
                <a:lnTo>
                  <a:pt x="35034" y="1051034"/>
                </a:lnTo>
                <a:cubicBezTo>
                  <a:pt x="15685" y="1051034"/>
                  <a:pt x="0" y="1035349"/>
                  <a:pt x="0" y="1016000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85076" y="3492720"/>
            <a:ext cx="35034" cy="1051034"/>
          </a:xfrm>
          <a:custGeom>
            <a:avLst/>
            <a:gdLst/>
            <a:ahLst/>
            <a:cxnLst/>
            <a:rect l="l" t="t" r="r" b="b"/>
            <a:pathLst>
              <a:path w="35034" h="1051034">
                <a:moveTo>
                  <a:pt x="35034" y="0"/>
                </a:moveTo>
                <a:lnTo>
                  <a:pt x="35034" y="0"/>
                </a:lnTo>
                <a:lnTo>
                  <a:pt x="35034" y="1051034"/>
                </a:lnTo>
                <a:lnTo>
                  <a:pt x="35034" y="1051034"/>
                </a:lnTo>
                <a:cubicBezTo>
                  <a:pt x="15685" y="1051034"/>
                  <a:pt x="0" y="1035349"/>
                  <a:pt x="0" y="1016000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8" name="Text 15"/>
          <p:cNvSpPr/>
          <p:nvPr/>
        </p:nvSpPr>
        <p:spPr>
          <a:xfrm>
            <a:off x="742731" y="3632858"/>
            <a:ext cx="302172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Экспериментальная работа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742731" y="3948169"/>
            <a:ext cx="3012966" cy="4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Проведение лабораторных исследований и практических экспериментов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67559" y="4792718"/>
            <a:ext cx="3258207" cy="7007"/>
          </a:xfrm>
          <a:custGeom>
            <a:avLst/>
            <a:gdLst/>
            <a:ahLst/>
            <a:cxnLst/>
            <a:rect l="l" t="t" r="r" b="b"/>
            <a:pathLst>
              <a:path w="3258207" h="7007">
                <a:moveTo>
                  <a:pt x="0" y="0"/>
                </a:moveTo>
                <a:lnTo>
                  <a:pt x="3258207" y="0"/>
                </a:lnTo>
                <a:lnTo>
                  <a:pt x="3258207" y="7007"/>
                </a:lnTo>
                <a:lnTo>
                  <a:pt x="0" y="7007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85076" y="4971394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70069" y="140138"/>
                </a:moveTo>
                <a:cubicBezTo>
                  <a:pt x="108741" y="140138"/>
                  <a:pt x="140138" y="108741"/>
                  <a:pt x="140138" y="70069"/>
                </a:cubicBezTo>
                <a:cubicBezTo>
                  <a:pt x="140138" y="31397"/>
                  <a:pt x="108741" y="0"/>
                  <a:pt x="70069" y="0"/>
                </a:cubicBezTo>
                <a:cubicBezTo>
                  <a:pt x="31397" y="0"/>
                  <a:pt x="0" y="31397"/>
                  <a:pt x="0" y="70069"/>
                </a:cubicBezTo>
                <a:cubicBezTo>
                  <a:pt x="0" y="108741"/>
                  <a:pt x="31397" y="140138"/>
                  <a:pt x="70069" y="140138"/>
                </a:cubicBezTo>
                <a:close/>
                <a:moveTo>
                  <a:pt x="93170" y="58217"/>
                </a:moveTo>
                <a:lnTo>
                  <a:pt x="71273" y="93252"/>
                </a:lnTo>
                <a:cubicBezTo>
                  <a:pt x="70124" y="95086"/>
                  <a:pt x="68153" y="96235"/>
                  <a:pt x="65991" y="96345"/>
                </a:cubicBezTo>
                <a:cubicBezTo>
                  <a:pt x="63828" y="96454"/>
                  <a:pt x="61748" y="95469"/>
                  <a:pt x="60462" y="93717"/>
                </a:cubicBezTo>
                <a:lnTo>
                  <a:pt x="47324" y="76200"/>
                </a:lnTo>
                <a:cubicBezTo>
                  <a:pt x="45134" y="73299"/>
                  <a:pt x="45736" y="69193"/>
                  <a:pt x="48638" y="67003"/>
                </a:cubicBezTo>
                <a:cubicBezTo>
                  <a:pt x="51539" y="64814"/>
                  <a:pt x="55645" y="65416"/>
                  <a:pt x="57834" y="68317"/>
                </a:cubicBezTo>
                <a:lnTo>
                  <a:pt x="65224" y="78171"/>
                </a:lnTo>
                <a:lnTo>
                  <a:pt x="82030" y="51265"/>
                </a:lnTo>
                <a:cubicBezTo>
                  <a:pt x="83946" y="48200"/>
                  <a:pt x="87997" y="47242"/>
                  <a:pt x="91090" y="49185"/>
                </a:cubicBezTo>
                <a:cubicBezTo>
                  <a:pt x="94183" y="51128"/>
                  <a:pt x="95113" y="55152"/>
                  <a:pt x="93170" y="5824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2" name="Text 19"/>
          <p:cNvSpPr/>
          <p:nvPr/>
        </p:nvSpPr>
        <p:spPr>
          <a:xfrm>
            <a:off x="812800" y="4936359"/>
            <a:ext cx="2312276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Развитие аналитических навыков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4254281" y="1124607"/>
            <a:ext cx="3685628" cy="4237421"/>
          </a:xfrm>
          <a:custGeom>
            <a:avLst/>
            <a:gdLst/>
            <a:ahLst/>
            <a:cxnLst/>
            <a:rect l="l" t="t" r="r" b="b"/>
            <a:pathLst>
              <a:path w="3685628" h="4237421">
                <a:moveTo>
                  <a:pt x="140128" y="0"/>
                </a:moveTo>
                <a:lnTo>
                  <a:pt x="3545500" y="0"/>
                </a:lnTo>
                <a:cubicBezTo>
                  <a:pt x="3622890" y="0"/>
                  <a:pt x="3685628" y="62737"/>
                  <a:pt x="3685628" y="140128"/>
                </a:cubicBezTo>
                <a:lnTo>
                  <a:pt x="3685628" y="4097293"/>
                </a:lnTo>
                <a:cubicBezTo>
                  <a:pt x="3685628" y="4174683"/>
                  <a:pt x="3622890" y="4237421"/>
                  <a:pt x="3545500" y="4237421"/>
                </a:cubicBezTo>
                <a:lnTo>
                  <a:pt x="140128" y="4237421"/>
                </a:lnTo>
                <a:cubicBezTo>
                  <a:pt x="62737" y="4237421"/>
                  <a:pt x="0" y="4174683"/>
                  <a:pt x="0" y="4097293"/>
                </a:cubicBezTo>
                <a:lnTo>
                  <a:pt x="0" y="140128"/>
                </a:lnTo>
                <a:cubicBezTo>
                  <a:pt x="0" y="62737"/>
                  <a:pt x="62737" y="0"/>
                  <a:pt x="14012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467991" y="1338318"/>
            <a:ext cx="490483" cy="490483"/>
          </a:xfrm>
          <a:custGeom>
            <a:avLst/>
            <a:gdLst/>
            <a:ahLst/>
            <a:cxnLst/>
            <a:rect l="l" t="t" r="r" b="b"/>
            <a:pathLst>
              <a:path w="490483" h="490483">
                <a:moveTo>
                  <a:pt x="105106" y="0"/>
                </a:moveTo>
                <a:lnTo>
                  <a:pt x="385377" y="0"/>
                </a:lnTo>
                <a:cubicBezTo>
                  <a:pt x="443425" y="0"/>
                  <a:pt x="490483" y="47057"/>
                  <a:pt x="490483" y="105106"/>
                </a:cubicBezTo>
                <a:lnTo>
                  <a:pt x="490483" y="385377"/>
                </a:lnTo>
                <a:cubicBezTo>
                  <a:pt x="490483" y="443425"/>
                  <a:pt x="443425" y="490483"/>
                  <a:pt x="385377" y="490483"/>
                </a:cubicBezTo>
                <a:lnTo>
                  <a:pt x="105106" y="490483"/>
                </a:lnTo>
                <a:cubicBezTo>
                  <a:pt x="47057" y="490483"/>
                  <a:pt x="0" y="443425"/>
                  <a:pt x="0" y="385377"/>
                </a:cubicBezTo>
                <a:lnTo>
                  <a:pt x="0" y="105106"/>
                </a:lnTo>
                <a:cubicBezTo>
                  <a:pt x="0" y="47096"/>
                  <a:pt x="47096" y="0"/>
                  <a:pt x="105106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4594991" y="1478456"/>
            <a:ext cx="236483" cy="210207"/>
          </a:xfrm>
          <a:custGeom>
            <a:avLst/>
            <a:gdLst/>
            <a:ahLst/>
            <a:cxnLst/>
            <a:rect l="l" t="t" r="r" b="b"/>
            <a:pathLst>
              <a:path w="236483" h="210207">
                <a:moveTo>
                  <a:pt x="209139" y="40481"/>
                </a:moveTo>
                <a:cubicBezTo>
                  <a:pt x="212260" y="37361"/>
                  <a:pt x="217474" y="38141"/>
                  <a:pt x="219034" y="42247"/>
                </a:cubicBezTo>
                <a:cubicBezTo>
                  <a:pt x="221826" y="49514"/>
                  <a:pt x="223345" y="57437"/>
                  <a:pt x="223345" y="65690"/>
                </a:cubicBezTo>
                <a:cubicBezTo>
                  <a:pt x="223345" y="101983"/>
                  <a:pt x="193949" y="131379"/>
                  <a:pt x="157655" y="131379"/>
                </a:cubicBezTo>
                <a:cubicBezTo>
                  <a:pt x="150470" y="131379"/>
                  <a:pt x="143532" y="130230"/>
                  <a:pt x="137045" y="128095"/>
                </a:cubicBezTo>
                <a:lnTo>
                  <a:pt x="60311" y="204829"/>
                </a:lnTo>
                <a:cubicBezTo>
                  <a:pt x="48775" y="216365"/>
                  <a:pt x="30053" y="216365"/>
                  <a:pt x="18516" y="204829"/>
                </a:cubicBezTo>
                <a:cubicBezTo>
                  <a:pt x="6980" y="193292"/>
                  <a:pt x="6980" y="174570"/>
                  <a:pt x="18516" y="163034"/>
                </a:cubicBezTo>
                <a:lnTo>
                  <a:pt x="95250" y="86300"/>
                </a:lnTo>
                <a:cubicBezTo>
                  <a:pt x="93115" y="79813"/>
                  <a:pt x="91966" y="72916"/>
                  <a:pt x="91966" y="65690"/>
                </a:cubicBezTo>
                <a:cubicBezTo>
                  <a:pt x="91966" y="29396"/>
                  <a:pt x="121362" y="0"/>
                  <a:pt x="157655" y="0"/>
                </a:cubicBezTo>
                <a:cubicBezTo>
                  <a:pt x="165907" y="0"/>
                  <a:pt x="173831" y="1519"/>
                  <a:pt x="181098" y="4311"/>
                </a:cubicBezTo>
                <a:cubicBezTo>
                  <a:pt x="185204" y="5871"/>
                  <a:pt x="185943" y="11085"/>
                  <a:pt x="182864" y="14205"/>
                </a:cubicBezTo>
                <a:lnTo>
                  <a:pt x="146447" y="50622"/>
                </a:lnTo>
                <a:cubicBezTo>
                  <a:pt x="145215" y="51854"/>
                  <a:pt x="144517" y="53537"/>
                  <a:pt x="144517" y="55261"/>
                </a:cubicBezTo>
                <a:lnTo>
                  <a:pt x="144517" y="72259"/>
                </a:lnTo>
                <a:cubicBezTo>
                  <a:pt x="144517" y="75872"/>
                  <a:pt x="147473" y="78828"/>
                  <a:pt x="151086" y="78828"/>
                </a:cubicBezTo>
                <a:lnTo>
                  <a:pt x="168083" y="78828"/>
                </a:lnTo>
                <a:cubicBezTo>
                  <a:pt x="169808" y="78828"/>
                  <a:pt x="171491" y="78130"/>
                  <a:pt x="172723" y="76898"/>
                </a:cubicBezTo>
                <a:lnTo>
                  <a:pt x="209139" y="40481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6" name="Text 23"/>
          <p:cNvSpPr/>
          <p:nvPr/>
        </p:nvSpPr>
        <p:spPr>
          <a:xfrm>
            <a:off x="5063578" y="1443421"/>
            <a:ext cx="2426138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Инженерные конкурсы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4485509" y="2003973"/>
            <a:ext cx="3240690" cy="1278759"/>
          </a:xfrm>
          <a:custGeom>
            <a:avLst/>
            <a:gdLst/>
            <a:ahLst/>
            <a:cxnLst/>
            <a:rect l="l" t="t" r="r" b="b"/>
            <a:pathLst>
              <a:path w="3240690" h="1278759">
                <a:moveTo>
                  <a:pt x="35034" y="0"/>
                </a:moveTo>
                <a:lnTo>
                  <a:pt x="3135588" y="0"/>
                </a:lnTo>
                <a:cubicBezTo>
                  <a:pt x="3193595" y="0"/>
                  <a:pt x="3240690" y="47094"/>
                  <a:pt x="3240690" y="105101"/>
                </a:cubicBezTo>
                <a:lnTo>
                  <a:pt x="3240690" y="1173657"/>
                </a:lnTo>
                <a:cubicBezTo>
                  <a:pt x="3240690" y="1231664"/>
                  <a:pt x="3193595" y="1278759"/>
                  <a:pt x="3135588" y="1278759"/>
                </a:cubicBezTo>
                <a:lnTo>
                  <a:pt x="35034" y="1278759"/>
                </a:lnTo>
                <a:cubicBezTo>
                  <a:pt x="15685" y="1278759"/>
                  <a:pt x="0" y="1263073"/>
                  <a:pt x="0" y="1243724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4485509" y="2003973"/>
            <a:ext cx="35034" cy="1278759"/>
          </a:xfrm>
          <a:custGeom>
            <a:avLst/>
            <a:gdLst/>
            <a:ahLst/>
            <a:cxnLst/>
            <a:rect l="l" t="t" r="r" b="b"/>
            <a:pathLst>
              <a:path w="35034" h="1278759">
                <a:moveTo>
                  <a:pt x="35034" y="0"/>
                </a:moveTo>
                <a:lnTo>
                  <a:pt x="35034" y="0"/>
                </a:lnTo>
                <a:lnTo>
                  <a:pt x="35034" y="1278759"/>
                </a:lnTo>
                <a:lnTo>
                  <a:pt x="35034" y="1278759"/>
                </a:lnTo>
                <a:cubicBezTo>
                  <a:pt x="15685" y="1278759"/>
                  <a:pt x="0" y="1263073"/>
                  <a:pt x="0" y="1243724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9" name="Text 26"/>
          <p:cNvSpPr/>
          <p:nvPr/>
        </p:nvSpPr>
        <p:spPr>
          <a:xfrm>
            <a:off x="4643164" y="2144111"/>
            <a:ext cx="302172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Технические разработки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4643164" y="2459421"/>
            <a:ext cx="3012966" cy="6831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Создание инженерных решений и технических устройств для конкурсных заданий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4485509" y="3422869"/>
            <a:ext cx="3240690" cy="1051034"/>
          </a:xfrm>
          <a:custGeom>
            <a:avLst/>
            <a:gdLst/>
            <a:ahLst/>
            <a:cxnLst/>
            <a:rect l="l" t="t" r="r" b="b"/>
            <a:pathLst>
              <a:path w="3240690" h="1051034">
                <a:moveTo>
                  <a:pt x="35034" y="0"/>
                </a:moveTo>
                <a:lnTo>
                  <a:pt x="3135586" y="0"/>
                </a:lnTo>
                <a:cubicBezTo>
                  <a:pt x="3193633" y="0"/>
                  <a:pt x="3240690" y="47056"/>
                  <a:pt x="3240690" y="105103"/>
                </a:cubicBezTo>
                <a:lnTo>
                  <a:pt x="3240690" y="945931"/>
                </a:lnTo>
                <a:cubicBezTo>
                  <a:pt x="3240690" y="1003978"/>
                  <a:pt x="3193633" y="1051034"/>
                  <a:pt x="3135586" y="1051034"/>
                </a:cubicBezTo>
                <a:lnTo>
                  <a:pt x="35034" y="1051034"/>
                </a:lnTo>
                <a:cubicBezTo>
                  <a:pt x="15685" y="1051034"/>
                  <a:pt x="0" y="1035349"/>
                  <a:pt x="0" y="1016000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2" name="Shape 29"/>
          <p:cNvSpPr/>
          <p:nvPr/>
        </p:nvSpPr>
        <p:spPr>
          <a:xfrm>
            <a:off x="4485509" y="3422869"/>
            <a:ext cx="35034" cy="1051034"/>
          </a:xfrm>
          <a:custGeom>
            <a:avLst/>
            <a:gdLst/>
            <a:ahLst/>
            <a:cxnLst/>
            <a:rect l="l" t="t" r="r" b="b"/>
            <a:pathLst>
              <a:path w="35034" h="1051034">
                <a:moveTo>
                  <a:pt x="35034" y="0"/>
                </a:moveTo>
                <a:lnTo>
                  <a:pt x="35034" y="0"/>
                </a:lnTo>
                <a:lnTo>
                  <a:pt x="35034" y="1051034"/>
                </a:lnTo>
                <a:lnTo>
                  <a:pt x="35034" y="1051034"/>
                </a:lnTo>
                <a:cubicBezTo>
                  <a:pt x="15685" y="1051034"/>
                  <a:pt x="0" y="1035349"/>
                  <a:pt x="0" y="1016000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3" name="Text 30"/>
          <p:cNvSpPr/>
          <p:nvPr/>
        </p:nvSpPr>
        <p:spPr>
          <a:xfrm>
            <a:off x="4643164" y="3563007"/>
            <a:ext cx="302172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Командная работа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4643164" y="3878318"/>
            <a:ext cx="3012966" cy="4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командных инженерных проектах и хакатонах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4467991" y="4792718"/>
            <a:ext cx="3258207" cy="7007"/>
          </a:xfrm>
          <a:custGeom>
            <a:avLst/>
            <a:gdLst/>
            <a:ahLst/>
            <a:cxnLst/>
            <a:rect l="l" t="t" r="r" b="b"/>
            <a:pathLst>
              <a:path w="3258207" h="7007">
                <a:moveTo>
                  <a:pt x="0" y="0"/>
                </a:moveTo>
                <a:lnTo>
                  <a:pt x="3258207" y="0"/>
                </a:lnTo>
                <a:lnTo>
                  <a:pt x="3258207" y="7007"/>
                </a:lnTo>
                <a:lnTo>
                  <a:pt x="0" y="7007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6" name="Shape 33"/>
          <p:cNvSpPr/>
          <p:nvPr/>
        </p:nvSpPr>
        <p:spPr>
          <a:xfrm>
            <a:off x="4485509" y="4971394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70069" y="140138"/>
                </a:moveTo>
                <a:cubicBezTo>
                  <a:pt x="108741" y="140138"/>
                  <a:pt x="140138" y="108741"/>
                  <a:pt x="140138" y="70069"/>
                </a:cubicBezTo>
                <a:cubicBezTo>
                  <a:pt x="140138" y="31397"/>
                  <a:pt x="108741" y="0"/>
                  <a:pt x="70069" y="0"/>
                </a:cubicBezTo>
                <a:cubicBezTo>
                  <a:pt x="31397" y="0"/>
                  <a:pt x="0" y="31397"/>
                  <a:pt x="0" y="70069"/>
                </a:cubicBezTo>
                <a:cubicBezTo>
                  <a:pt x="0" y="108741"/>
                  <a:pt x="31397" y="140138"/>
                  <a:pt x="70069" y="140138"/>
                </a:cubicBezTo>
                <a:close/>
                <a:moveTo>
                  <a:pt x="93170" y="58217"/>
                </a:moveTo>
                <a:lnTo>
                  <a:pt x="71273" y="93252"/>
                </a:lnTo>
                <a:cubicBezTo>
                  <a:pt x="70124" y="95086"/>
                  <a:pt x="68153" y="96235"/>
                  <a:pt x="65991" y="96345"/>
                </a:cubicBezTo>
                <a:cubicBezTo>
                  <a:pt x="63828" y="96454"/>
                  <a:pt x="61748" y="95469"/>
                  <a:pt x="60462" y="93717"/>
                </a:cubicBezTo>
                <a:lnTo>
                  <a:pt x="47324" y="76200"/>
                </a:lnTo>
                <a:cubicBezTo>
                  <a:pt x="45134" y="73299"/>
                  <a:pt x="45736" y="69193"/>
                  <a:pt x="48638" y="67003"/>
                </a:cubicBezTo>
                <a:cubicBezTo>
                  <a:pt x="51539" y="64814"/>
                  <a:pt x="55645" y="65416"/>
                  <a:pt x="57834" y="68317"/>
                </a:cubicBezTo>
                <a:lnTo>
                  <a:pt x="65224" y="78171"/>
                </a:lnTo>
                <a:lnTo>
                  <a:pt x="82030" y="51265"/>
                </a:lnTo>
                <a:cubicBezTo>
                  <a:pt x="83946" y="48200"/>
                  <a:pt x="87997" y="47242"/>
                  <a:pt x="91090" y="49185"/>
                </a:cubicBezTo>
                <a:cubicBezTo>
                  <a:pt x="94183" y="51128"/>
                  <a:pt x="95113" y="55152"/>
                  <a:pt x="93170" y="5824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7" name="Text 34"/>
          <p:cNvSpPr/>
          <p:nvPr/>
        </p:nvSpPr>
        <p:spPr>
          <a:xfrm>
            <a:off x="4713233" y="4936359"/>
            <a:ext cx="2373586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Практическое применение знаний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8154824" y="1124607"/>
            <a:ext cx="3685628" cy="4237421"/>
          </a:xfrm>
          <a:custGeom>
            <a:avLst/>
            <a:gdLst/>
            <a:ahLst/>
            <a:cxnLst/>
            <a:rect l="l" t="t" r="r" b="b"/>
            <a:pathLst>
              <a:path w="3685628" h="4237421">
                <a:moveTo>
                  <a:pt x="140128" y="0"/>
                </a:moveTo>
                <a:lnTo>
                  <a:pt x="3545500" y="0"/>
                </a:lnTo>
                <a:cubicBezTo>
                  <a:pt x="3622890" y="0"/>
                  <a:pt x="3685628" y="62737"/>
                  <a:pt x="3685628" y="140128"/>
                </a:cubicBezTo>
                <a:lnTo>
                  <a:pt x="3685628" y="4097293"/>
                </a:lnTo>
                <a:cubicBezTo>
                  <a:pt x="3685628" y="4174683"/>
                  <a:pt x="3622890" y="4237421"/>
                  <a:pt x="3545500" y="4237421"/>
                </a:cubicBezTo>
                <a:lnTo>
                  <a:pt x="140128" y="4237421"/>
                </a:lnTo>
                <a:cubicBezTo>
                  <a:pt x="62737" y="4237421"/>
                  <a:pt x="0" y="4174683"/>
                  <a:pt x="0" y="4097293"/>
                </a:cubicBezTo>
                <a:lnTo>
                  <a:pt x="0" y="140128"/>
                </a:lnTo>
                <a:cubicBezTo>
                  <a:pt x="0" y="62737"/>
                  <a:pt x="62737" y="0"/>
                  <a:pt x="140128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8368534" y="1338318"/>
            <a:ext cx="490483" cy="490483"/>
          </a:xfrm>
          <a:custGeom>
            <a:avLst/>
            <a:gdLst/>
            <a:ahLst/>
            <a:cxnLst/>
            <a:rect l="l" t="t" r="r" b="b"/>
            <a:pathLst>
              <a:path w="490483" h="490483">
                <a:moveTo>
                  <a:pt x="105106" y="0"/>
                </a:moveTo>
                <a:lnTo>
                  <a:pt x="385377" y="0"/>
                </a:lnTo>
                <a:cubicBezTo>
                  <a:pt x="443425" y="0"/>
                  <a:pt x="490483" y="47057"/>
                  <a:pt x="490483" y="105106"/>
                </a:cubicBezTo>
                <a:lnTo>
                  <a:pt x="490483" y="385377"/>
                </a:lnTo>
                <a:cubicBezTo>
                  <a:pt x="490483" y="443425"/>
                  <a:pt x="443425" y="490483"/>
                  <a:pt x="385377" y="490483"/>
                </a:cubicBezTo>
                <a:lnTo>
                  <a:pt x="105106" y="490483"/>
                </a:lnTo>
                <a:cubicBezTo>
                  <a:pt x="47057" y="490483"/>
                  <a:pt x="0" y="443425"/>
                  <a:pt x="0" y="385377"/>
                </a:cubicBezTo>
                <a:lnTo>
                  <a:pt x="0" y="105106"/>
                </a:lnTo>
                <a:cubicBezTo>
                  <a:pt x="0" y="47096"/>
                  <a:pt x="47096" y="0"/>
                  <a:pt x="105106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0" name="Shape 37"/>
          <p:cNvSpPr/>
          <p:nvPr/>
        </p:nvSpPr>
        <p:spPr>
          <a:xfrm>
            <a:off x="8482396" y="1478456"/>
            <a:ext cx="262759" cy="210207"/>
          </a:xfrm>
          <a:custGeom>
            <a:avLst/>
            <a:gdLst/>
            <a:ahLst/>
            <a:cxnLst/>
            <a:rect l="l" t="t" r="r" b="b"/>
            <a:pathLst>
              <a:path w="262759" h="210207">
                <a:moveTo>
                  <a:pt x="131379" y="6569"/>
                </a:moveTo>
                <a:cubicBezTo>
                  <a:pt x="154945" y="6569"/>
                  <a:pt x="174078" y="25701"/>
                  <a:pt x="174078" y="49267"/>
                </a:cubicBezTo>
                <a:cubicBezTo>
                  <a:pt x="174078" y="72833"/>
                  <a:pt x="154945" y="91966"/>
                  <a:pt x="131379" y="91966"/>
                </a:cubicBezTo>
                <a:cubicBezTo>
                  <a:pt x="107813" y="91966"/>
                  <a:pt x="88681" y="72833"/>
                  <a:pt x="88681" y="49267"/>
                </a:cubicBezTo>
                <a:cubicBezTo>
                  <a:pt x="88681" y="25701"/>
                  <a:pt x="107813" y="6569"/>
                  <a:pt x="131379" y="6569"/>
                </a:cubicBezTo>
                <a:close/>
                <a:moveTo>
                  <a:pt x="39414" y="36129"/>
                </a:moveTo>
                <a:cubicBezTo>
                  <a:pt x="55729" y="36129"/>
                  <a:pt x="68974" y="49375"/>
                  <a:pt x="68974" y="65690"/>
                </a:cubicBezTo>
                <a:cubicBezTo>
                  <a:pt x="68974" y="82004"/>
                  <a:pt x="55729" y="95250"/>
                  <a:pt x="39414" y="95250"/>
                </a:cubicBezTo>
                <a:cubicBezTo>
                  <a:pt x="23099" y="95250"/>
                  <a:pt x="9853" y="82004"/>
                  <a:pt x="9853" y="65690"/>
                </a:cubicBezTo>
                <a:cubicBezTo>
                  <a:pt x="9853" y="49375"/>
                  <a:pt x="23099" y="36129"/>
                  <a:pt x="39414" y="36129"/>
                </a:cubicBezTo>
                <a:close/>
                <a:moveTo>
                  <a:pt x="0" y="170793"/>
                </a:moveTo>
                <a:cubicBezTo>
                  <a:pt x="0" y="141766"/>
                  <a:pt x="23525" y="118241"/>
                  <a:pt x="52552" y="118241"/>
                </a:cubicBezTo>
                <a:cubicBezTo>
                  <a:pt x="57807" y="118241"/>
                  <a:pt x="62898" y="119021"/>
                  <a:pt x="67701" y="120458"/>
                </a:cubicBezTo>
                <a:cubicBezTo>
                  <a:pt x="54194" y="135567"/>
                  <a:pt x="45983" y="155520"/>
                  <a:pt x="45983" y="177362"/>
                </a:cubicBezTo>
                <a:lnTo>
                  <a:pt x="45983" y="183931"/>
                </a:lnTo>
                <a:cubicBezTo>
                  <a:pt x="45983" y="188611"/>
                  <a:pt x="46968" y="193045"/>
                  <a:pt x="48734" y="197069"/>
                </a:cubicBezTo>
                <a:lnTo>
                  <a:pt x="13138" y="197069"/>
                </a:lnTo>
                <a:cubicBezTo>
                  <a:pt x="5871" y="197069"/>
                  <a:pt x="0" y="191198"/>
                  <a:pt x="0" y="183931"/>
                </a:cubicBezTo>
                <a:lnTo>
                  <a:pt x="0" y="170793"/>
                </a:lnTo>
                <a:close/>
                <a:moveTo>
                  <a:pt x="214025" y="197069"/>
                </a:moveTo>
                <a:cubicBezTo>
                  <a:pt x="215791" y="193045"/>
                  <a:pt x="216776" y="188611"/>
                  <a:pt x="216776" y="183931"/>
                </a:cubicBezTo>
                <a:lnTo>
                  <a:pt x="216776" y="177362"/>
                </a:lnTo>
                <a:cubicBezTo>
                  <a:pt x="216776" y="155520"/>
                  <a:pt x="208565" y="135567"/>
                  <a:pt x="195057" y="120458"/>
                </a:cubicBezTo>
                <a:cubicBezTo>
                  <a:pt x="199861" y="119021"/>
                  <a:pt x="204952" y="118241"/>
                  <a:pt x="210207" y="118241"/>
                </a:cubicBezTo>
                <a:cubicBezTo>
                  <a:pt x="239234" y="118241"/>
                  <a:pt x="262759" y="141766"/>
                  <a:pt x="262759" y="170793"/>
                </a:cubicBezTo>
                <a:lnTo>
                  <a:pt x="262759" y="183931"/>
                </a:lnTo>
                <a:cubicBezTo>
                  <a:pt x="262759" y="191198"/>
                  <a:pt x="256888" y="197069"/>
                  <a:pt x="249621" y="197069"/>
                </a:cubicBezTo>
                <a:lnTo>
                  <a:pt x="214025" y="197069"/>
                </a:lnTo>
                <a:close/>
                <a:moveTo>
                  <a:pt x="193784" y="65690"/>
                </a:moveTo>
                <a:cubicBezTo>
                  <a:pt x="193784" y="49375"/>
                  <a:pt x="207030" y="36129"/>
                  <a:pt x="223345" y="36129"/>
                </a:cubicBezTo>
                <a:cubicBezTo>
                  <a:pt x="239660" y="36129"/>
                  <a:pt x="252905" y="49375"/>
                  <a:pt x="252905" y="65690"/>
                </a:cubicBezTo>
                <a:cubicBezTo>
                  <a:pt x="252905" y="82004"/>
                  <a:pt x="239660" y="95250"/>
                  <a:pt x="223345" y="95250"/>
                </a:cubicBezTo>
                <a:cubicBezTo>
                  <a:pt x="207030" y="95250"/>
                  <a:pt x="193784" y="82004"/>
                  <a:pt x="193784" y="65690"/>
                </a:cubicBezTo>
                <a:close/>
                <a:moveTo>
                  <a:pt x="65690" y="177362"/>
                </a:moveTo>
                <a:cubicBezTo>
                  <a:pt x="65690" y="141069"/>
                  <a:pt x="95086" y="111672"/>
                  <a:pt x="131379" y="111672"/>
                </a:cubicBezTo>
                <a:cubicBezTo>
                  <a:pt x="167673" y="111672"/>
                  <a:pt x="197069" y="141069"/>
                  <a:pt x="197069" y="177362"/>
                </a:cubicBezTo>
                <a:lnTo>
                  <a:pt x="197069" y="183931"/>
                </a:lnTo>
                <a:cubicBezTo>
                  <a:pt x="197069" y="191198"/>
                  <a:pt x="191198" y="197069"/>
                  <a:pt x="183931" y="197069"/>
                </a:cubicBezTo>
                <a:lnTo>
                  <a:pt x="78828" y="197069"/>
                </a:lnTo>
                <a:cubicBezTo>
                  <a:pt x="71561" y="197069"/>
                  <a:pt x="65690" y="191198"/>
                  <a:pt x="65690" y="183931"/>
                </a:cubicBezTo>
                <a:lnTo>
                  <a:pt x="65690" y="177362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1" name="Text 38"/>
          <p:cNvSpPr/>
          <p:nvPr/>
        </p:nvSpPr>
        <p:spPr>
          <a:xfrm>
            <a:off x="8964120" y="1443421"/>
            <a:ext cx="2522483" cy="2802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5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Конференции и форумы</a:t>
            </a:r>
            <a:endParaRPr lang="en-US" sz="1600" dirty="0"/>
          </a:p>
        </p:txBody>
      </p:sp>
      <p:sp>
        <p:nvSpPr>
          <p:cNvPr id="42" name="Shape 39"/>
          <p:cNvSpPr/>
          <p:nvPr/>
        </p:nvSpPr>
        <p:spPr>
          <a:xfrm>
            <a:off x="8386051" y="2003973"/>
            <a:ext cx="3240690" cy="1051034"/>
          </a:xfrm>
          <a:custGeom>
            <a:avLst/>
            <a:gdLst/>
            <a:ahLst/>
            <a:cxnLst/>
            <a:rect l="l" t="t" r="r" b="b"/>
            <a:pathLst>
              <a:path w="3240690" h="1051034">
                <a:moveTo>
                  <a:pt x="35034" y="0"/>
                </a:moveTo>
                <a:lnTo>
                  <a:pt x="3135586" y="0"/>
                </a:lnTo>
                <a:cubicBezTo>
                  <a:pt x="3193633" y="0"/>
                  <a:pt x="3240690" y="47056"/>
                  <a:pt x="3240690" y="105103"/>
                </a:cubicBezTo>
                <a:lnTo>
                  <a:pt x="3240690" y="945931"/>
                </a:lnTo>
                <a:cubicBezTo>
                  <a:pt x="3240690" y="1003978"/>
                  <a:pt x="3193633" y="1051034"/>
                  <a:pt x="3135586" y="1051034"/>
                </a:cubicBezTo>
                <a:lnTo>
                  <a:pt x="35034" y="1051034"/>
                </a:lnTo>
                <a:cubicBezTo>
                  <a:pt x="15685" y="1051034"/>
                  <a:pt x="0" y="1035349"/>
                  <a:pt x="0" y="1016000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8386051" y="2003973"/>
            <a:ext cx="35034" cy="1051034"/>
          </a:xfrm>
          <a:custGeom>
            <a:avLst/>
            <a:gdLst/>
            <a:ahLst/>
            <a:cxnLst/>
            <a:rect l="l" t="t" r="r" b="b"/>
            <a:pathLst>
              <a:path w="35034" h="1051034">
                <a:moveTo>
                  <a:pt x="35034" y="0"/>
                </a:moveTo>
                <a:lnTo>
                  <a:pt x="35034" y="0"/>
                </a:lnTo>
                <a:lnTo>
                  <a:pt x="35034" y="1051034"/>
                </a:lnTo>
                <a:lnTo>
                  <a:pt x="35034" y="1051034"/>
                </a:lnTo>
                <a:cubicBezTo>
                  <a:pt x="15685" y="1051034"/>
                  <a:pt x="0" y="1035349"/>
                  <a:pt x="0" y="1016000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4" name="Text 41"/>
          <p:cNvSpPr/>
          <p:nvPr/>
        </p:nvSpPr>
        <p:spPr>
          <a:xfrm>
            <a:off x="8543706" y="2144111"/>
            <a:ext cx="302172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Научная коммуникация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8543706" y="2459421"/>
            <a:ext cx="3012966" cy="4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Презентация проектов перед экспертами и получение обратной связи</a:t>
            </a:r>
            <a:endParaRPr lang="en-US" sz="1600" dirty="0"/>
          </a:p>
        </p:txBody>
      </p:sp>
      <p:sp>
        <p:nvSpPr>
          <p:cNvPr id="46" name="Shape 43"/>
          <p:cNvSpPr/>
          <p:nvPr/>
        </p:nvSpPr>
        <p:spPr>
          <a:xfrm>
            <a:off x="8386051" y="3195145"/>
            <a:ext cx="3240690" cy="1051034"/>
          </a:xfrm>
          <a:custGeom>
            <a:avLst/>
            <a:gdLst/>
            <a:ahLst/>
            <a:cxnLst/>
            <a:rect l="l" t="t" r="r" b="b"/>
            <a:pathLst>
              <a:path w="3240690" h="1051034">
                <a:moveTo>
                  <a:pt x="35034" y="0"/>
                </a:moveTo>
                <a:lnTo>
                  <a:pt x="3135586" y="0"/>
                </a:lnTo>
                <a:cubicBezTo>
                  <a:pt x="3193633" y="0"/>
                  <a:pt x="3240690" y="47056"/>
                  <a:pt x="3240690" y="105103"/>
                </a:cubicBezTo>
                <a:lnTo>
                  <a:pt x="3240690" y="945931"/>
                </a:lnTo>
                <a:cubicBezTo>
                  <a:pt x="3240690" y="1003978"/>
                  <a:pt x="3193633" y="1051034"/>
                  <a:pt x="3135586" y="1051034"/>
                </a:cubicBezTo>
                <a:lnTo>
                  <a:pt x="35034" y="1051034"/>
                </a:lnTo>
                <a:cubicBezTo>
                  <a:pt x="15685" y="1051034"/>
                  <a:pt x="0" y="1035349"/>
                  <a:pt x="0" y="1016000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7" name="Shape 44"/>
          <p:cNvSpPr/>
          <p:nvPr/>
        </p:nvSpPr>
        <p:spPr>
          <a:xfrm>
            <a:off x="8386051" y="3195145"/>
            <a:ext cx="35034" cy="1051034"/>
          </a:xfrm>
          <a:custGeom>
            <a:avLst/>
            <a:gdLst/>
            <a:ahLst/>
            <a:cxnLst/>
            <a:rect l="l" t="t" r="r" b="b"/>
            <a:pathLst>
              <a:path w="35034" h="1051034">
                <a:moveTo>
                  <a:pt x="35034" y="0"/>
                </a:moveTo>
                <a:lnTo>
                  <a:pt x="35034" y="0"/>
                </a:lnTo>
                <a:lnTo>
                  <a:pt x="35034" y="1051034"/>
                </a:lnTo>
                <a:lnTo>
                  <a:pt x="35034" y="1051034"/>
                </a:lnTo>
                <a:cubicBezTo>
                  <a:pt x="15685" y="1051034"/>
                  <a:pt x="0" y="1035349"/>
                  <a:pt x="0" y="1016000"/>
                </a:cubicBezTo>
                <a:lnTo>
                  <a:pt x="0" y="35034"/>
                </a:lnTo>
                <a:cubicBezTo>
                  <a:pt x="0" y="15698"/>
                  <a:pt x="15698" y="0"/>
                  <a:pt x="35034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8" name="Text 45"/>
          <p:cNvSpPr/>
          <p:nvPr/>
        </p:nvSpPr>
        <p:spPr>
          <a:xfrm>
            <a:off x="8543706" y="3335283"/>
            <a:ext cx="3021724" cy="2452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41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Нетворкинг</a:t>
            </a:r>
            <a:endParaRPr lang="en-US" sz="1600" dirty="0"/>
          </a:p>
        </p:txBody>
      </p:sp>
      <p:sp>
        <p:nvSpPr>
          <p:cNvPr id="49" name="Text 46"/>
          <p:cNvSpPr/>
          <p:nvPr/>
        </p:nvSpPr>
        <p:spPr>
          <a:xfrm>
            <a:off x="8543706" y="3650594"/>
            <a:ext cx="3012966" cy="4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Знакомство с единомышленниками и профессионалами отрасли</a:t>
            </a:r>
            <a:endParaRPr lang="en-US" sz="1600" dirty="0"/>
          </a:p>
        </p:txBody>
      </p:sp>
      <p:sp>
        <p:nvSpPr>
          <p:cNvPr id="50" name="Shape 47"/>
          <p:cNvSpPr/>
          <p:nvPr/>
        </p:nvSpPr>
        <p:spPr>
          <a:xfrm>
            <a:off x="8368534" y="4792718"/>
            <a:ext cx="3258207" cy="7007"/>
          </a:xfrm>
          <a:custGeom>
            <a:avLst/>
            <a:gdLst/>
            <a:ahLst/>
            <a:cxnLst/>
            <a:rect l="l" t="t" r="r" b="b"/>
            <a:pathLst>
              <a:path w="3258207" h="7007">
                <a:moveTo>
                  <a:pt x="0" y="0"/>
                </a:moveTo>
                <a:lnTo>
                  <a:pt x="3258207" y="0"/>
                </a:lnTo>
                <a:lnTo>
                  <a:pt x="3258207" y="7007"/>
                </a:lnTo>
                <a:lnTo>
                  <a:pt x="0" y="7007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51" name="Shape 48"/>
          <p:cNvSpPr/>
          <p:nvPr/>
        </p:nvSpPr>
        <p:spPr>
          <a:xfrm>
            <a:off x="8386051" y="4971394"/>
            <a:ext cx="140138" cy="140138"/>
          </a:xfrm>
          <a:custGeom>
            <a:avLst/>
            <a:gdLst/>
            <a:ahLst/>
            <a:cxnLst/>
            <a:rect l="l" t="t" r="r" b="b"/>
            <a:pathLst>
              <a:path w="140138" h="140138">
                <a:moveTo>
                  <a:pt x="70069" y="140138"/>
                </a:moveTo>
                <a:cubicBezTo>
                  <a:pt x="108741" y="140138"/>
                  <a:pt x="140138" y="108741"/>
                  <a:pt x="140138" y="70069"/>
                </a:cubicBezTo>
                <a:cubicBezTo>
                  <a:pt x="140138" y="31397"/>
                  <a:pt x="108741" y="0"/>
                  <a:pt x="70069" y="0"/>
                </a:cubicBezTo>
                <a:cubicBezTo>
                  <a:pt x="31397" y="0"/>
                  <a:pt x="0" y="31397"/>
                  <a:pt x="0" y="70069"/>
                </a:cubicBezTo>
                <a:cubicBezTo>
                  <a:pt x="0" y="108741"/>
                  <a:pt x="31397" y="140138"/>
                  <a:pt x="70069" y="140138"/>
                </a:cubicBezTo>
                <a:close/>
                <a:moveTo>
                  <a:pt x="93170" y="58217"/>
                </a:moveTo>
                <a:lnTo>
                  <a:pt x="71273" y="93252"/>
                </a:lnTo>
                <a:cubicBezTo>
                  <a:pt x="70124" y="95086"/>
                  <a:pt x="68153" y="96235"/>
                  <a:pt x="65991" y="96345"/>
                </a:cubicBezTo>
                <a:cubicBezTo>
                  <a:pt x="63828" y="96454"/>
                  <a:pt x="61748" y="95469"/>
                  <a:pt x="60462" y="93717"/>
                </a:cubicBezTo>
                <a:lnTo>
                  <a:pt x="47324" y="76200"/>
                </a:lnTo>
                <a:cubicBezTo>
                  <a:pt x="45134" y="73299"/>
                  <a:pt x="45736" y="69193"/>
                  <a:pt x="48638" y="67003"/>
                </a:cubicBezTo>
                <a:cubicBezTo>
                  <a:pt x="51539" y="64814"/>
                  <a:pt x="55645" y="65416"/>
                  <a:pt x="57834" y="68317"/>
                </a:cubicBezTo>
                <a:lnTo>
                  <a:pt x="65224" y="78171"/>
                </a:lnTo>
                <a:lnTo>
                  <a:pt x="82030" y="51265"/>
                </a:lnTo>
                <a:cubicBezTo>
                  <a:pt x="83946" y="48200"/>
                  <a:pt x="87997" y="47242"/>
                  <a:pt x="91090" y="49185"/>
                </a:cubicBezTo>
                <a:cubicBezTo>
                  <a:pt x="94183" y="51128"/>
                  <a:pt x="95113" y="55152"/>
                  <a:pt x="93170" y="5824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2" name="Text 49"/>
          <p:cNvSpPr/>
          <p:nvPr/>
        </p:nvSpPr>
        <p:spPr>
          <a:xfrm>
            <a:off x="8613775" y="4936359"/>
            <a:ext cx="2522483" cy="210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03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Развитие коммуникативных навыков</a:t>
            </a:r>
            <a:endParaRPr lang="en-US" sz="1600" dirty="0"/>
          </a:p>
        </p:txBody>
      </p:sp>
      <p:sp>
        <p:nvSpPr>
          <p:cNvPr id="53" name="Shape 50"/>
          <p:cNvSpPr/>
          <p:nvPr/>
        </p:nvSpPr>
        <p:spPr>
          <a:xfrm>
            <a:off x="353848" y="5577491"/>
            <a:ext cx="11480800" cy="926662"/>
          </a:xfrm>
          <a:custGeom>
            <a:avLst/>
            <a:gdLst/>
            <a:ahLst/>
            <a:cxnLst/>
            <a:rect l="l" t="t" r="r" b="b"/>
            <a:pathLst>
              <a:path w="11480800" h="926662">
                <a:moveTo>
                  <a:pt x="105102" y="0"/>
                </a:moveTo>
                <a:lnTo>
                  <a:pt x="11375698" y="0"/>
                </a:lnTo>
                <a:cubicBezTo>
                  <a:pt x="11433744" y="0"/>
                  <a:pt x="11480800" y="47056"/>
                  <a:pt x="11480800" y="105102"/>
                </a:cubicBezTo>
                <a:lnTo>
                  <a:pt x="11480800" y="821560"/>
                </a:lnTo>
                <a:cubicBezTo>
                  <a:pt x="11480800" y="879606"/>
                  <a:pt x="11433744" y="926662"/>
                  <a:pt x="11375698" y="926662"/>
                </a:cubicBezTo>
                <a:lnTo>
                  <a:pt x="105102" y="926662"/>
                </a:lnTo>
                <a:cubicBezTo>
                  <a:pt x="47056" y="926662"/>
                  <a:pt x="0" y="879606"/>
                  <a:pt x="0" y="821560"/>
                </a:cubicBezTo>
                <a:lnTo>
                  <a:pt x="0" y="105102"/>
                </a:lnTo>
                <a:cubicBezTo>
                  <a:pt x="0" y="47095"/>
                  <a:pt x="47095" y="0"/>
                  <a:pt x="105102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574128" y="5909441"/>
            <a:ext cx="197069" cy="262759"/>
          </a:xfrm>
          <a:custGeom>
            <a:avLst/>
            <a:gdLst/>
            <a:ahLst/>
            <a:cxnLst/>
            <a:rect l="l" t="t" r="r" b="b"/>
            <a:pathLst>
              <a:path w="197069" h="262759">
                <a:moveTo>
                  <a:pt x="150316" y="197069"/>
                </a:moveTo>
                <a:cubicBezTo>
                  <a:pt x="154063" y="185625"/>
                  <a:pt x="161555" y="175258"/>
                  <a:pt x="170023" y="166328"/>
                </a:cubicBezTo>
                <a:cubicBezTo>
                  <a:pt x="186805" y="148674"/>
                  <a:pt x="197069" y="124810"/>
                  <a:pt x="197069" y="98534"/>
                </a:cubicBezTo>
                <a:cubicBezTo>
                  <a:pt x="197069" y="44135"/>
                  <a:pt x="152934" y="0"/>
                  <a:pt x="98534" y="0"/>
                </a:cubicBezTo>
                <a:cubicBezTo>
                  <a:pt x="44135" y="0"/>
                  <a:pt x="0" y="44135"/>
                  <a:pt x="0" y="98534"/>
                </a:cubicBezTo>
                <a:cubicBezTo>
                  <a:pt x="0" y="124810"/>
                  <a:pt x="10264" y="148674"/>
                  <a:pt x="27046" y="166328"/>
                </a:cubicBezTo>
                <a:cubicBezTo>
                  <a:pt x="35513" y="175258"/>
                  <a:pt x="43058" y="185625"/>
                  <a:pt x="46753" y="197069"/>
                </a:cubicBezTo>
                <a:lnTo>
                  <a:pt x="150265" y="197069"/>
                </a:lnTo>
                <a:close/>
                <a:moveTo>
                  <a:pt x="147802" y="221703"/>
                </a:moveTo>
                <a:lnTo>
                  <a:pt x="49267" y="221703"/>
                </a:lnTo>
                <a:lnTo>
                  <a:pt x="49267" y="229914"/>
                </a:lnTo>
                <a:cubicBezTo>
                  <a:pt x="49267" y="252597"/>
                  <a:pt x="67640" y="270970"/>
                  <a:pt x="90323" y="270970"/>
                </a:cubicBezTo>
                <a:lnTo>
                  <a:pt x="106746" y="270970"/>
                </a:lnTo>
                <a:cubicBezTo>
                  <a:pt x="129429" y="270970"/>
                  <a:pt x="147802" y="252597"/>
                  <a:pt x="147802" y="229914"/>
                </a:cubicBezTo>
                <a:lnTo>
                  <a:pt x="147802" y="221703"/>
                </a:lnTo>
                <a:close/>
                <a:moveTo>
                  <a:pt x="94429" y="57478"/>
                </a:moveTo>
                <a:cubicBezTo>
                  <a:pt x="74004" y="57478"/>
                  <a:pt x="57478" y="74004"/>
                  <a:pt x="57478" y="94429"/>
                </a:cubicBezTo>
                <a:cubicBezTo>
                  <a:pt x="57478" y="101254"/>
                  <a:pt x="51987" y="106746"/>
                  <a:pt x="45162" y="106746"/>
                </a:cubicBezTo>
                <a:cubicBezTo>
                  <a:pt x="38336" y="106746"/>
                  <a:pt x="32845" y="101254"/>
                  <a:pt x="32845" y="94429"/>
                </a:cubicBezTo>
                <a:cubicBezTo>
                  <a:pt x="32845" y="60404"/>
                  <a:pt x="60404" y="32845"/>
                  <a:pt x="94429" y="32845"/>
                </a:cubicBezTo>
                <a:cubicBezTo>
                  <a:pt x="101254" y="32845"/>
                  <a:pt x="106746" y="38336"/>
                  <a:pt x="106746" y="45162"/>
                </a:cubicBezTo>
                <a:cubicBezTo>
                  <a:pt x="106746" y="51987"/>
                  <a:pt x="101254" y="57478"/>
                  <a:pt x="94429" y="57478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5" name="Text 52"/>
          <p:cNvSpPr/>
          <p:nvPr/>
        </p:nvSpPr>
        <p:spPr>
          <a:xfrm>
            <a:off x="949434" y="5756165"/>
            <a:ext cx="10799379" cy="569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79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Ключевой результат:</a:t>
            </a:r>
            <a:pPr>
              <a:lnSpc>
                <a:spcPct val="140000"/>
              </a:lnSpc>
            </a:pPr>
            <a:r>
              <a:rPr lang="en-US" sz="1379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Практическое применение теоретических знаний в реальных проектах, развитие исследовательских и инженерных компетенций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33485" y="333485"/>
            <a:ext cx="518387" cy="518387"/>
          </a:xfrm>
          <a:custGeom>
            <a:avLst/>
            <a:gdLst/>
            <a:ahLst/>
            <a:cxnLst/>
            <a:rect l="l" t="t" r="r" b="b"/>
            <a:pathLst>
              <a:path w="518387" h="518387">
                <a:moveTo>
                  <a:pt x="132075" y="0"/>
                </a:moveTo>
                <a:lnTo>
                  <a:pt x="386312" y="0"/>
                </a:lnTo>
                <a:cubicBezTo>
                  <a:pt x="459206" y="0"/>
                  <a:pt x="518387" y="59181"/>
                  <a:pt x="518387" y="132075"/>
                </a:cubicBezTo>
                <a:lnTo>
                  <a:pt x="518387" y="386312"/>
                </a:lnTo>
                <a:cubicBezTo>
                  <a:pt x="518387" y="459255"/>
                  <a:pt x="459255" y="518387"/>
                  <a:pt x="386312" y="518387"/>
                </a:cubicBezTo>
                <a:lnTo>
                  <a:pt x="132075" y="518387"/>
                </a:lnTo>
                <a:cubicBezTo>
                  <a:pt x="59181" y="518387"/>
                  <a:pt x="0" y="459206"/>
                  <a:pt x="0" y="386312"/>
                </a:cubicBezTo>
                <a:lnTo>
                  <a:pt x="0" y="132075"/>
                </a:lnTo>
                <a:cubicBezTo>
                  <a:pt x="0" y="59132"/>
                  <a:pt x="59132" y="0"/>
                  <a:pt x="132075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097" y="470510"/>
            <a:ext cx="278592" cy="247637"/>
          </a:xfrm>
          <a:custGeom>
            <a:avLst/>
            <a:gdLst/>
            <a:ahLst/>
            <a:cxnLst/>
            <a:rect l="l" t="t" r="r" b="b"/>
            <a:pathLst>
              <a:path w="278592" h="247637">
                <a:moveTo>
                  <a:pt x="85125" y="15477"/>
                </a:moveTo>
                <a:cubicBezTo>
                  <a:pt x="78692" y="15477"/>
                  <a:pt x="73517" y="20653"/>
                  <a:pt x="73517" y="27085"/>
                </a:cubicBezTo>
                <a:cubicBezTo>
                  <a:pt x="73517" y="33518"/>
                  <a:pt x="78692" y="38693"/>
                  <a:pt x="85125" y="38693"/>
                </a:cubicBezTo>
                <a:lnTo>
                  <a:pt x="158643" y="38693"/>
                </a:lnTo>
                <a:lnTo>
                  <a:pt x="158643" y="61909"/>
                </a:lnTo>
                <a:lnTo>
                  <a:pt x="51849" y="61909"/>
                </a:lnTo>
                <a:lnTo>
                  <a:pt x="35985" y="42853"/>
                </a:lnTo>
                <a:cubicBezTo>
                  <a:pt x="33808" y="40241"/>
                  <a:pt x="30519" y="38693"/>
                  <a:pt x="27085" y="38693"/>
                </a:cubicBezTo>
                <a:lnTo>
                  <a:pt x="11608" y="38693"/>
                </a:lnTo>
                <a:cubicBezTo>
                  <a:pt x="7594" y="38693"/>
                  <a:pt x="3869" y="40773"/>
                  <a:pt x="1741" y="44207"/>
                </a:cubicBezTo>
                <a:cubicBezTo>
                  <a:pt x="-387" y="47641"/>
                  <a:pt x="-580" y="51897"/>
                  <a:pt x="1209" y="55525"/>
                </a:cubicBezTo>
                <a:lnTo>
                  <a:pt x="24425" y="101957"/>
                </a:lnTo>
                <a:cubicBezTo>
                  <a:pt x="26408" y="105875"/>
                  <a:pt x="30423" y="108341"/>
                  <a:pt x="34824" y="108341"/>
                </a:cubicBezTo>
                <a:lnTo>
                  <a:pt x="86963" y="108341"/>
                </a:lnTo>
                <a:lnTo>
                  <a:pt x="137264" y="177554"/>
                </a:lnTo>
                <a:cubicBezTo>
                  <a:pt x="144568" y="187566"/>
                  <a:pt x="156176" y="193466"/>
                  <a:pt x="168558" y="193466"/>
                </a:cubicBezTo>
                <a:lnTo>
                  <a:pt x="205074" y="193466"/>
                </a:lnTo>
                <a:cubicBezTo>
                  <a:pt x="241398" y="193466"/>
                  <a:pt x="270853" y="164011"/>
                  <a:pt x="270853" y="127688"/>
                </a:cubicBezTo>
                <a:cubicBezTo>
                  <a:pt x="270853" y="91365"/>
                  <a:pt x="241398" y="61909"/>
                  <a:pt x="205074" y="61909"/>
                </a:cubicBezTo>
                <a:lnTo>
                  <a:pt x="181858" y="61909"/>
                </a:lnTo>
                <a:lnTo>
                  <a:pt x="181858" y="38693"/>
                </a:lnTo>
                <a:lnTo>
                  <a:pt x="255376" y="38693"/>
                </a:lnTo>
                <a:cubicBezTo>
                  <a:pt x="261809" y="38693"/>
                  <a:pt x="266984" y="33518"/>
                  <a:pt x="266984" y="27085"/>
                </a:cubicBezTo>
                <a:cubicBezTo>
                  <a:pt x="266984" y="20653"/>
                  <a:pt x="261809" y="15477"/>
                  <a:pt x="255376" y="15477"/>
                </a:cubicBezTo>
                <a:lnTo>
                  <a:pt x="85125" y="15477"/>
                </a:lnTo>
                <a:close/>
                <a:moveTo>
                  <a:pt x="181858" y="92864"/>
                </a:moveTo>
                <a:lnTo>
                  <a:pt x="205074" y="92864"/>
                </a:lnTo>
                <a:cubicBezTo>
                  <a:pt x="224324" y="92864"/>
                  <a:pt x="239898" y="108438"/>
                  <a:pt x="239898" y="127688"/>
                </a:cubicBezTo>
                <a:cubicBezTo>
                  <a:pt x="239898" y="146938"/>
                  <a:pt x="224324" y="162512"/>
                  <a:pt x="205074" y="162512"/>
                </a:cubicBezTo>
                <a:lnTo>
                  <a:pt x="181858" y="162512"/>
                </a:lnTo>
                <a:lnTo>
                  <a:pt x="181858" y="92864"/>
                </a:lnTo>
                <a:close/>
                <a:moveTo>
                  <a:pt x="266984" y="201205"/>
                </a:moveTo>
                <a:cubicBezTo>
                  <a:pt x="260551" y="201205"/>
                  <a:pt x="255376" y="206380"/>
                  <a:pt x="255376" y="212813"/>
                </a:cubicBezTo>
                <a:cubicBezTo>
                  <a:pt x="255376" y="214941"/>
                  <a:pt x="253635" y="216682"/>
                  <a:pt x="251506" y="216682"/>
                </a:cubicBezTo>
                <a:lnTo>
                  <a:pt x="119949" y="216682"/>
                </a:lnTo>
                <a:cubicBezTo>
                  <a:pt x="113516" y="216682"/>
                  <a:pt x="108341" y="221858"/>
                  <a:pt x="108341" y="228290"/>
                </a:cubicBezTo>
                <a:cubicBezTo>
                  <a:pt x="108341" y="234723"/>
                  <a:pt x="113516" y="239898"/>
                  <a:pt x="119949" y="239898"/>
                </a:cubicBezTo>
                <a:lnTo>
                  <a:pt x="251506" y="239898"/>
                </a:lnTo>
                <a:cubicBezTo>
                  <a:pt x="266452" y="239898"/>
                  <a:pt x="278592" y="227758"/>
                  <a:pt x="278592" y="212813"/>
                </a:cubicBezTo>
                <a:cubicBezTo>
                  <a:pt x="278592" y="206380"/>
                  <a:pt x="273417" y="201205"/>
                  <a:pt x="266984" y="20120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990548" y="346692"/>
            <a:ext cx="4787651" cy="39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12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Беспилотные технологии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990548" y="808948"/>
            <a:ext cx="792439" cy="33018"/>
          </a:xfrm>
          <a:custGeom>
            <a:avLst/>
            <a:gdLst/>
            <a:ahLst/>
            <a:cxnLst/>
            <a:rect l="l" t="t" r="r" b="b"/>
            <a:pathLst>
              <a:path w="792439" h="33018">
                <a:moveTo>
                  <a:pt x="0" y="0"/>
                </a:moveTo>
                <a:lnTo>
                  <a:pt x="792439" y="0"/>
                </a:lnTo>
                <a:lnTo>
                  <a:pt x="792439" y="33018"/>
                </a:lnTo>
                <a:lnTo>
                  <a:pt x="0" y="33018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Shape 4"/>
          <p:cNvSpPr/>
          <p:nvPr/>
        </p:nvSpPr>
        <p:spPr>
          <a:xfrm>
            <a:off x="333485" y="1059887"/>
            <a:ext cx="6189277" cy="2449956"/>
          </a:xfrm>
          <a:custGeom>
            <a:avLst/>
            <a:gdLst/>
            <a:ahLst/>
            <a:cxnLst/>
            <a:rect l="l" t="t" r="r" b="b"/>
            <a:pathLst>
              <a:path w="6189277" h="2449956">
                <a:moveTo>
                  <a:pt x="132077" y="0"/>
                </a:moveTo>
                <a:lnTo>
                  <a:pt x="6057199" y="0"/>
                </a:lnTo>
                <a:cubicBezTo>
                  <a:pt x="6130144" y="0"/>
                  <a:pt x="6189277" y="59133"/>
                  <a:pt x="6189277" y="132077"/>
                </a:cubicBezTo>
                <a:lnTo>
                  <a:pt x="6189277" y="2317879"/>
                </a:lnTo>
                <a:cubicBezTo>
                  <a:pt x="6189277" y="2390823"/>
                  <a:pt x="6130144" y="2449956"/>
                  <a:pt x="6057199" y="2449956"/>
                </a:cubicBezTo>
                <a:lnTo>
                  <a:pt x="132077" y="2449956"/>
                </a:lnTo>
                <a:cubicBezTo>
                  <a:pt x="59133" y="2449956"/>
                  <a:pt x="0" y="2390823"/>
                  <a:pt x="0" y="2317879"/>
                </a:cubicBezTo>
                <a:lnTo>
                  <a:pt x="0" y="132077"/>
                </a:lnTo>
                <a:cubicBezTo>
                  <a:pt x="0" y="59182"/>
                  <a:pt x="59182" y="0"/>
                  <a:pt x="13207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9660" y="1294214"/>
            <a:ext cx="198110" cy="198110"/>
          </a:xfrm>
          <a:custGeom>
            <a:avLst/>
            <a:gdLst/>
            <a:ahLst/>
            <a:cxnLst/>
            <a:rect l="l" t="t" r="r" b="b"/>
            <a:pathLst>
              <a:path w="198110" h="198110">
                <a:moveTo>
                  <a:pt x="49527" y="123819"/>
                </a:moveTo>
                <a:lnTo>
                  <a:pt x="9480" y="123819"/>
                </a:lnTo>
                <a:cubicBezTo>
                  <a:pt x="-155" y="123819"/>
                  <a:pt x="-6075" y="113333"/>
                  <a:pt x="-1122" y="105052"/>
                </a:cubicBezTo>
                <a:lnTo>
                  <a:pt x="19347" y="70925"/>
                </a:lnTo>
                <a:cubicBezTo>
                  <a:pt x="22713" y="65314"/>
                  <a:pt x="28749" y="61909"/>
                  <a:pt x="35288" y="61909"/>
                </a:cubicBezTo>
                <a:lnTo>
                  <a:pt x="72047" y="61909"/>
                </a:lnTo>
                <a:cubicBezTo>
                  <a:pt x="101493" y="12034"/>
                  <a:pt x="145409" y="9519"/>
                  <a:pt x="174778" y="13814"/>
                </a:cubicBezTo>
                <a:cubicBezTo>
                  <a:pt x="179730" y="14549"/>
                  <a:pt x="183600" y="18418"/>
                  <a:pt x="184296" y="23332"/>
                </a:cubicBezTo>
                <a:cubicBezTo>
                  <a:pt x="188591" y="52700"/>
                  <a:pt x="186076" y="96617"/>
                  <a:pt x="136200" y="126063"/>
                </a:cubicBezTo>
                <a:lnTo>
                  <a:pt x="136200" y="162821"/>
                </a:lnTo>
                <a:cubicBezTo>
                  <a:pt x="136200" y="169361"/>
                  <a:pt x="132795" y="175397"/>
                  <a:pt x="127185" y="178763"/>
                </a:cubicBezTo>
                <a:lnTo>
                  <a:pt x="93057" y="199232"/>
                </a:lnTo>
                <a:cubicBezTo>
                  <a:pt x="84816" y="204185"/>
                  <a:pt x="74291" y="198226"/>
                  <a:pt x="74291" y="188630"/>
                </a:cubicBezTo>
                <a:lnTo>
                  <a:pt x="74291" y="148582"/>
                </a:lnTo>
                <a:cubicBezTo>
                  <a:pt x="74291" y="134924"/>
                  <a:pt x="63186" y="123819"/>
                  <a:pt x="49527" y="123819"/>
                </a:cubicBezTo>
                <a:lnTo>
                  <a:pt x="49489" y="123819"/>
                </a:lnTo>
                <a:close/>
                <a:moveTo>
                  <a:pt x="154773" y="61909"/>
                </a:moveTo>
                <a:cubicBezTo>
                  <a:pt x="154773" y="51659"/>
                  <a:pt x="146451" y="43336"/>
                  <a:pt x="136200" y="43336"/>
                </a:cubicBezTo>
                <a:cubicBezTo>
                  <a:pt x="125950" y="43336"/>
                  <a:pt x="117628" y="51659"/>
                  <a:pt x="117628" y="61909"/>
                </a:cubicBezTo>
                <a:cubicBezTo>
                  <a:pt x="117628" y="72160"/>
                  <a:pt x="125950" y="80482"/>
                  <a:pt x="136200" y="80482"/>
                </a:cubicBezTo>
                <a:cubicBezTo>
                  <a:pt x="146451" y="80482"/>
                  <a:pt x="154773" y="72160"/>
                  <a:pt x="154773" y="61909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Text 6"/>
          <p:cNvSpPr/>
          <p:nvPr/>
        </p:nvSpPr>
        <p:spPr>
          <a:xfrm>
            <a:off x="881588" y="1261299"/>
            <a:ext cx="2426844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Реализованные проекты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34896" y="1657415"/>
            <a:ext cx="2831318" cy="759420"/>
          </a:xfrm>
          <a:custGeom>
            <a:avLst/>
            <a:gdLst/>
            <a:ahLst/>
            <a:cxnLst/>
            <a:rect l="l" t="t" r="r" b="b"/>
            <a:pathLst>
              <a:path w="2831318" h="759420">
                <a:moveTo>
                  <a:pt x="99051" y="0"/>
                </a:moveTo>
                <a:lnTo>
                  <a:pt x="2732266" y="0"/>
                </a:lnTo>
                <a:cubicBezTo>
                  <a:pt x="2786971" y="0"/>
                  <a:pt x="2831318" y="44347"/>
                  <a:pt x="2831318" y="99051"/>
                </a:cubicBezTo>
                <a:lnTo>
                  <a:pt x="2831318" y="660369"/>
                </a:lnTo>
                <a:cubicBezTo>
                  <a:pt x="2831318" y="715074"/>
                  <a:pt x="2786971" y="759420"/>
                  <a:pt x="2732266" y="759420"/>
                </a:cubicBezTo>
                <a:lnTo>
                  <a:pt x="99051" y="759420"/>
                </a:lnTo>
                <a:cubicBezTo>
                  <a:pt x="44347" y="759420"/>
                  <a:pt x="0" y="715074"/>
                  <a:pt x="0" y="660369"/>
                </a:cubicBezTo>
                <a:lnTo>
                  <a:pt x="0" y="99051"/>
                </a:lnTo>
                <a:cubicBezTo>
                  <a:pt x="0" y="44347"/>
                  <a:pt x="44347" y="0"/>
                  <a:pt x="990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683478" y="1839016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132073"/>
                </a:moveTo>
                <a:cubicBezTo>
                  <a:pt x="102483" y="132073"/>
                  <a:pt x="132073" y="102483"/>
                  <a:pt x="132073" y="66037"/>
                </a:cubicBezTo>
                <a:cubicBezTo>
                  <a:pt x="132073" y="29590"/>
                  <a:pt x="102483" y="0"/>
                  <a:pt x="66037" y="0"/>
                </a:cubicBezTo>
                <a:cubicBezTo>
                  <a:pt x="29590" y="0"/>
                  <a:pt x="0" y="29590"/>
                  <a:pt x="0" y="66037"/>
                </a:cubicBezTo>
                <a:cubicBezTo>
                  <a:pt x="0" y="102483"/>
                  <a:pt x="29590" y="132073"/>
                  <a:pt x="66037" y="132073"/>
                </a:cubicBezTo>
                <a:close/>
                <a:moveTo>
                  <a:pt x="87808" y="54867"/>
                </a:moveTo>
                <a:lnTo>
                  <a:pt x="67172" y="87885"/>
                </a:lnTo>
                <a:cubicBezTo>
                  <a:pt x="66088" y="89614"/>
                  <a:pt x="64231" y="90697"/>
                  <a:pt x="62193" y="90800"/>
                </a:cubicBezTo>
                <a:cubicBezTo>
                  <a:pt x="60155" y="90903"/>
                  <a:pt x="58195" y="89975"/>
                  <a:pt x="56982" y="88324"/>
                </a:cubicBezTo>
                <a:lnTo>
                  <a:pt x="44600" y="71815"/>
                </a:lnTo>
                <a:cubicBezTo>
                  <a:pt x="42537" y="69080"/>
                  <a:pt x="43104" y="65211"/>
                  <a:pt x="45839" y="63147"/>
                </a:cubicBezTo>
                <a:cubicBezTo>
                  <a:pt x="48573" y="61084"/>
                  <a:pt x="52442" y="61651"/>
                  <a:pt x="54506" y="64386"/>
                </a:cubicBezTo>
                <a:lnTo>
                  <a:pt x="61471" y="73672"/>
                </a:lnTo>
                <a:lnTo>
                  <a:pt x="77309" y="48315"/>
                </a:lnTo>
                <a:cubicBezTo>
                  <a:pt x="79115" y="45426"/>
                  <a:pt x="82933" y="44523"/>
                  <a:pt x="85848" y="46355"/>
                </a:cubicBezTo>
                <a:cubicBezTo>
                  <a:pt x="88762" y="48186"/>
                  <a:pt x="89639" y="51978"/>
                  <a:pt x="87808" y="54893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1" name="Text 9"/>
          <p:cNvSpPr/>
          <p:nvPr/>
        </p:nvSpPr>
        <p:spPr>
          <a:xfrm>
            <a:off x="931116" y="1789488"/>
            <a:ext cx="2080152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Программирование полетов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6969" y="2086653"/>
            <a:ext cx="2633208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Разработка автономных траекторий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495501" y="1657415"/>
            <a:ext cx="2831318" cy="759420"/>
          </a:xfrm>
          <a:custGeom>
            <a:avLst/>
            <a:gdLst/>
            <a:ahLst/>
            <a:cxnLst/>
            <a:rect l="l" t="t" r="r" b="b"/>
            <a:pathLst>
              <a:path w="2831318" h="759420">
                <a:moveTo>
                  <a:pt x="99051" y="0"/>
                </a:moveTo>
                <a:lnTo>
                  <a:pt x="2732266" y="0"/>
                </a:lnTo>
                <a:cubicBezTo>
                  <a:pt x="2786971" y="0"/>
                  <a:pt x="2831318" y="44347"/>
                  <a:pt x="2831318" y="99051"/>
                </a:cubicBezTo>
                <a:lnTo>
                  <a:pt x="2831318" y="660369"/>
                </a:lnTo>
                <a:cubicBezTo>
                  <a:pt x="2831318" y="715074"/>
                  <a:pt x="2786971" y="759420"/>
                  <a:pt x="2732266" y="759420"/>
                </a:cubicBezTo>
                <a:lnTo>
                  <a:pt x="99051" y="759420"/>
                </a:lnTo>
                <a:cubicBezTo>
                  <a:pt x="44347" y="759420"/>
                  <a:pt x="0" y="715074"/>
                  <a:pt x="0" y="660369"/>
                </a:cubicBezTo>
                <a:lnTo>
                  <a:pt x="0" y="99051"/>
                </a:lnTo>
                <a:cubicBezTo>
                  <a:pt x="0" y="44347"/>
                  <a:pt x="44347" y="0"/>
                  <a:pt x="990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3644083" y="1839016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132073"/>
                </a:moveTo>
                <a:cubicBezTo>
                  <a:pt x="102483" y="132073"/>
                  <a:pt x="132073" y="102483"/>
                  <a:pt x="132073" y="66037"/>
                </a:cubicBezTo>
                <a:cubicBezTo>
                  <a:pt x="132073" y="29590"/>
                  <a:pt x="102483" y="0"/>
                  <a:pt x="66037" y="0"/>
                </a:cubicBezTo>
                <a:cubicBezTo>
                  <a:pt x="29590" y="0"/>
                  <a:pt x="0" y="29590"/>
                  <a:pt x="0" y="66037"/>
                </a:cubicBezTo>
                <a:cubicBezTo>
                  <a:pt x="0" y="102483"/>
                  <a:pt x="29590" y="132073"/>
                  <a:pt x="66037" y="132073"/>
                </a:cubicBezTo>
                <a:close/>
                <a:moveTo>
                  <a:pt x="87808" y="54867"/>
                </a:moveTo>
                <a:lnTo>
                  <a:pt x="67172" y="87885"/>
                </a:lnTo>
                <a:cubicBezTo>
                  <a:pt x="66088" y="89614"/>
                  <a:pt x="64231" y="90697"/>
                  <a:pt x="62193" y="90800"/>
                </a:cubicBezTo>
                <a:cubicBezTo>
                  <a:pt x="60155" y="90903"/>
                  <a:pt x="58195" y="89975"/>
                  <a:pt x="56982" y="88324"/>
                </a:cubicBezTo>
                <a:lnTo>
                  <a:pt x="44600" y="71815"/>
                </a:lnTo>
                <a:cubicBezTo>
                  <a:pt x="42537" y="69080"/>
                  <a:pt x="43104" y="65211"/>
                  <a:pt x="45839" y="63147"/>
                </a:cubicBezTo>
                <a:cubicBezTo>
                  <a:pt x="48573" y="61084"/>
                  <a:pt x="52442" y="61651"/>
                  <a:pt x="54506" y="64386"/>
                </a:cubicBezTo>
                <a:lnTo>
                  <a:pt x="61471" y="73672"/>
                </a:lnTo>
                <a:lnTo>
                  <a:pt x="77309" y="48315"/>
                </a:lnTo>
                <a:cubicBezTo>
                  <a:pt x="79115" y="45426"/>
                  <a:pt x="82933" y="44523"/>
                  <a:pt x="85848" y="46355"/>
                </a:cubicBezTo>
                <a:cubicBezTo>
                  <a:pt x="88762" y="48186"/>
                  <a:pt x="89639" y="51978"/>
                  <a:pt x="87808" y="54893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5" name="Text 13"/>
          <p:cNvSpPr/>
          <p:nvPr/>
        </p:nvSpPr>
        <p:spPr>
          <a:xfrm>
            <a:off x="3891720" y="1789488"/>
            <a:ext cx="1279458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Аэрофотосъемка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27574" y="2086653"/>
            <a:ext cx="2633208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Получение и обработка данных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34896" y="2548909"/>
            <a:ext cx="2831318" cy="759420"/>
          </a:xfrm>
          <a:custGeom>
            <a:avLst/>
            <a:gdLst/>
            <a:ahLst/>
            <a:cxnLst/>
            <a:rect l="l" t="t" r="r" b="b"/>
            <a:pathLst>
              <a:path w="2831318" h="759420">
                <a:moveTo>
                  <a:pt x="99051" y="0"/>
                </a:moveTo>
                <a:lnTo>
                  <a:pt x="2732266" y="0"/>
                </a:lnTo>
                <a:cubicBezTo>
                  <a:pt x="2786971" y="0"/>
                  <a:pt x="2831318" y="44347"/>
                  <a:pt x="2831318" y="99051"/>
                </a:cubicBezTo>
                <a:lnTo>
                  <a:pt x="2831318" y="660369"/>
                </a:lnTo>
                <a:cubicBezTo>
                  <a:pt x="2831318" y="715074"/>
                  <a:pt x="2786971" y="759420"/>
                  <a:pt x="2732266" y="759420"/>
                </a:cubicBezTo>
                <a:lnTo>
                  <a:pt x="99051" y="759420"/>
                </a:lnTo>
                <a:cubicBezTo>
                  <a:pt x="44347" y="759420"/>
                  <a:pt x="0" y="715074"/>
                  <a:pt x="0" y="660369"/>
                </a:cubicBezTo>
                <a:lnTo>
                  <a:pt x="0" y="99051"/>
                </a:lnTo>
                <a:cubicBezTo>
                  <a:pt x="0" y="44347"/>
                  <a:pt x="44347" y="0"/>
                  <a:pt x="990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83478" y="2730509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132073"/>
                </a:moveTo>
                <a:cubicBezTo>
                  <a:pt x="102483" y="132073"/>
                  <a:pt x="132073" y="102483"/>
                  <a:pt x="132073" y="66037"/>
                </a:cubicBezTo>
                <a:cubicBezTo>
                  <a:pt x="132073" y="29590"/>
                  <a:pt x="102483" y="0"/>
                  <a:pt x="66037" y="0"/>
                </a:cubicBezTo>
                <a:cubicBezTo>
                  <a:pt x="29590" y="0"/>
                  <a:pt x="0" y="29590"/>
                  <a:pt x="0" y="66037"/>
                </a:cubicBezTo>
                <a:cubicBezTo>
                  <a:pt x="0" y="102483"/>
                  <a:pt x="29590" y="132073"/>
                  <a:pt x="66037" y="132073"/>
                </a:cubicBezTo>
                <a:close/>
                <a:moveTo>
                  <a:pt x="87808" y="54867"/>
                </a:moveTo>
                <a:lnTo>
                  <a:pt x="67172" y="87885"/>
                </a:lnTo>
                <a:cubicBezTo>
                  <a:pt x="66088" y="89614"/>
                  <a:pt x="64231" y="90697"/>
                  <a:pt x="62193" y="90800"/>
                </a:cubicBezTo>
                <a:cubicBezTo>
                  <a:pt x="60155" y="90903"/>
                  <a:pt x="58195" y="89975"/>
                  <a:pt x="56982" y="88324"/>
                </a:cubicBezTo>
                <a:lnTo>
                  <a:pt x="44600" y="71815"/>
                </a:lnTo>
                <a:cubicBezTo>
                  <a:pt x="42537" y="69080"/>
                  <a:pt x="43104" y="65211"/>
                  <a:pt x="45839" y="63147"/>
                </a:cubicBezTo>
                <a:cubicBezTo>
                  <a:pt x="48573" y="61084"/>
                  <a:pt x="52442" y="61651"/>
                  <a:pt x="54506" y="64386"/>
                </a:cubicBezTo>
                <a:lnTo>
                  <a:pt x="61471" y="73672"/>
                </a:lnTo>
                <a:lnTo>
                  <a:pt x="77309" y="48315"/>
                </a:lnTo>
                <a:cubicBezTo>
                  <a:pt x="79115" y="45426"/>
                  <a:pt x="82933" y="44523"/>
                  <a:pt x="85848" y="46355"/>
                </a:cubicBezTo>
                <a:cubicBezTo>
                  <a:pt x="88762" y="48186"/>
                  <a:pt x="89639" y="51978"/>
                  <a:pt x="87808" y="54893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9" name="Text 17"/>
          <p:cNvSpPr/>
          <p:nvPr/>
        </p:nvSpPr>
        <p:spPr>
          <a:xfrm>
            <a:off x="931116" y="2680982"/>
            <a:ext cx="2047133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Техническое обслуживание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66969" y="2978147"/>
            <a:ext cx="2633208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Ремонт и модификация дронов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495501" y="2548909"/>
            <a:ext cx="2831318" cy="759420"/>
          </a:xfrm>
          <a:custGeom>
            <a:avLst/>
            <a:gdLst/>
            <a:ahLst/>
            <a:cxnLst/>
            <a:rect l="l" t="t" r="r" b="b"/>
            <a:pathLst>
              <a:path w="2831318" h="759420">
                <a:moveTo>
                  <a:pt x="99051" y="0"/>
                </a:moveTo>
                <a:lnTo>
                  <a:pt x="2732266" y="0"/>
                </a:lnTo>
                <a:cubicBezTo>
                  <a:pt x="2786971" y="0"/>
                  <a:pt x="2831318" y="44347"/>
                  <a:pt x="2831318" y="99051"/>
                </a:cubicBezTo>
                <a:lnTo>
                  <a:pt x="2831318" y="660369"/>
                </a:lnTo>
                <a:cubicBezTo>
                  <a:pt x="2831318" y="715074"/>
                  <a:pt x="2786971" y="759420"/>
                  <a:pt x="2732266" y="759420"/>
                </a:cubicBezTo>
                <a:lnTo>
                  <a:pt x="99051" y="759420"/>
                </a:lnTo>
                <a:cubicBezTo>
                  <a:pt x="44347" y="759420"/>
                  <a:pt x="0" y="715074"/>
                  <a:pt x="0" y="660369"/>
                </a:cubicBezTo>
                <a:lnTo>
                  <a:pt x="0" y="99051"/>
                </a:lnTo>
                <a:cubicBezTo>
                  <a:pt x="0" y="44347"/>
                  <a:pt x="44347" y="0"/>
                  <a:pt x="99051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644083" y="2730509"/>
            <a:ext cx="132073" cy="132073"/>
          </a:xfrm>
          <a:custGeom>
            <a:avLst/>
            <a:gdLst/>
            <a:ahLst/>
            <a:cxnLst/>
            <a:rect l="l" t="t" r="r" b="b"/>
            <a:pathLst>
              <a:path w="132073" h="132073">
                <a:moveTo>
                  <a:pt x="66037" y="132073"/>
                </a:moveTo>
                <a:cubicBezTo>
                  <a:pt x="102483" y="132073"/>
                  <a:pt x="132073" y="102483"/>
                  <a:pt x="132073" y="66037"/>
                </a:cubicBezTo>
                <a:cubicBezTo>
                  <a:pt x="132073" y="29590"/>
                  <a:pt x="102483" y="0"/>
                  <a:pt x="66037" y="0"/>
                </a:cubicBezTo>
                <a:cubicBezTo>
                  <a:pt x="29590" y="0"/>
                  <a:pt x="0" y="29590"/>
                  <a:pt x="0" y="66037"/>
                </a:cubicBezTo>
                <a:cubicBezTo>
                  <a:pt x="0" y="102483"/>
                  <a:pt x="29590" y="132073"/>
                  <a:pt x="66037" y="132073"/>
                </a:cubicBezTo>
                <a:close/>
                <a:moveTo>
                  <a:pt x="87808" y="54867"/>
                </a:moveTo>
                <a:lnTo>
                  <a:pt x="67172" y="87885"/>
                </a:lnTo>
                <a:cubicBezTo>
                  <a:pt x="66088" y="89614"/>
                  <a:pt x="64231" y="90697"/>
                  <a:pt x="62193" y="90800"/>
                </a:cubicBezTo>
                <a:cubicBezTo>
                  <a:pt x="60155" y="90903"/>
                  <a:pt x="58195" y="89975"/>
                  <a:pt x="56982" y="88324"/>
                </a:cubicBezTo>
                <a:lnTo>
                  <a:pt x="44600" y="71815"/>
                </a:lnTo>
                <a:cubicBezTo>
                  <a:pt x="42537" y="69080"/>
                  <a:pt x="43104" y="65211"/>
                  <a:pt x="45839" y="63147"/>
                </a:cubicBezTo>
                <a:cubicBezTo>
                  <a:pt x="48573" y="61084"/>
                  <a:pt x="52442" y="61651"/>
                  <a:pt x="54506" y="64386"/>
                </a:cubicBezTo>
                <a:lnTo>
                  <a:pt x="61471" y="73672"/>
                </a:lnTo>
                <a:lnTo>
                  <a:pt x="77309" y="48315"/>
                </a:lnTo>
                <a:cubicBezTo>
                  <a:pt x="79115" y="45426"/>
                  <a:pt x="82933" y="44523"/>
                  <a:pt x="85848" y="46355"/>
                </a:cubicBezTo>
                <a:cubicBezTo>
                  <a:pt x="88762" y="48186"/>
                  <a:pt x="89639" y="51978"/>
                  <a:pt x="87808" y="54893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3" name="Text 21"/>
          <p:cNvSpPr/>
          <p:nvPr/>
        </p:nvSpPr>
        <p:spPr>
          <a:xfrm>
            <a:off x="3891720" y="2680982"/>
            <a:ext cx="2014115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7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Исследовательские задачи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27574" y="2978147"/>
            <a:ext cx="2633208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Применение в научных целях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333485" y="3681436"/>
            <a:ext cx="6189277" cy="2284865"/>
          </a:xfrm>
          <a:custGeom>
            <a:avLst/>
            <a:gdLst/>
            <a:ahLst/>
            <a:cxnLst/>
            <a:rect l="l" t="t" r="r" b="b"/>
            <a:pathLst>
              <a:path w="6189277" h="2284865">
                <a:moveTo>
                  <a:pt x="132065" y="0"/>
                </a:moveTo>
                <a:lnTo>
                  <a:pt x="6057211" y="0"/>
                </a:lnTo>
                <a:cubicBezTo>
                  <a:pt x="6130149" y="0"/>
                  <a:pt x="6189277" y="59128"/>
                  <a:pt x="6189277" y="132065"/>
                </a:cubicBezTo>
                <a:lnTo>
                  <a:pt x="6189277" y="2152800"/>
                </a:lnTo>
                <a:cubicBezTo>
                  <a:pt x="6189277" y="2225737"/>
                  <a:pt x="6130149" y="2284865"/>
                  <a:pt x="6057211" y="2284865"/>
                </a:cubicBezTo>
                <a:lnTo>
                  <a:pt x="132065" y="2284865"/>
                </a:lnTo>
                <a:cubicBezTo>
                  <a:pt x="59128" y="2284865"/>
                  <a:pt x="0" y="2225737"/>
                  <a:pt x="0" y="2152800"/>
                </a:cubicBezTo>
                <a:lnTo>
                  <a:pt x="0" y="132065"/>
                </a:lnTo>
                <a:cubicBezTo>
                  <a:pt x="0" y="59128"/>
                  <a:pt x="59128" y="0"/>
                  <a:pt x="132065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3A86FF">
                <a:alpha val="2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7278" y="3915762"/>
            <a:ext cx="222873" cy="198110"/>
          </a:xfrm>
          <a:custGeom>
            <a:avLst/>
            <a:gdLst/>
            <a:ahLst/>
            <a:cxnLst/>
            <a:rect l="l" t="t" r="r" b="b"/>
            <a:pathLst>
              <a:path w="222873" h="198110">
                <a:moveTo>
                  <a:pt x="86712" y="37571"/>
                </a:moveTo>
                <a:lnTo>
                  <a:pt x="86712" y="56763"/>
                </a:lnTo>
                <a:lnTo>
                  <a:pt x="86905" y="56957"/>
                </a:lnTo>
                <a:cubicBezTo>
                  <a:pt x="89420" y="25073"/>
                  <a:pt x="116080" y="0"/>
                  <a:pt x="148621" y="0"/>
                </a:cubicBezTo>
                <a:cubicBezTo>
                  <a:pt x="156398" y="0"/>
                  <a:pt x="163866" y="1432"/>
                  <a:pt x="170715" y="4063"/>
                </a:cubicBezTo>
                <a:cubicBezTo>
                  <a:pt x="174584" y="5533"/>
                  <a:pt x="175281" y="10447"/>
                  <a:pt x="172379" y="13388"/>
                </a:cubicBezTo>
                <a:lnTo>
                  <a:pt x="138058" y="47709"/>
                </a:lnTo>
                <a:cubicBezTo>
                  <a:pt x="136897" y="48870"/>
                  <a:pt x="136239" y="50456"/>
                  <a:pt x="136239" y="52081"/>
                </a:cubicBezTo>
                <a:lnTo>
                  <a:pt x="136239" y="68100"/>
                </a:lnTo>
                <a:cubicBezTo>
                  <a:pt x="136239" y="71505"/>
                  <a:pt x="139025" y="74291"/>
                  <a:pt x="142430" y="74291"/>
                </a:cubicBezTo>
                <a:lnTo>
                  <a:pt x="158449" y="74291"/>
                </a:lnTo>
                <a:cubicBezTo>
                  <a:pt x="160074" y="74291"/>
                  <a:pt x="161661" y="73633"/>
                  <a:pt x="162821" y="72473"/>
                </a:cubicBezTo>
                <a:lnTo>
                  <a:pt x="197142" y="38152"/>
                </a:lnTo>
                <a:cubicBezTo>
                  <a:pt x="200083" y="35211"/>
                  <a:pt x="204997" y="35946"/>
                  <a:pt x="206467" y="39815"/>
                </a:cubicBezTo>
                <a:cubicBezTo>
                  <a:pt x="209099" y="46664"/>
                  <a:pt x="210530" y="54132"/>
                  <a:pt x="210530" y="61909"/>
                </a:cubicBezTo>
                <a:cubicBezTo>
                  <a:pt x="210530" y="85357"/>
                  <a:pt x="197491" y="105787"/>
                  <a:pt x="178221" y="116273"/>
                </a:cubicBezTo>
                <a:lnTo>
                  <a:pt x="209756" y="147808"/>
                </a:lnTo>
                <a:cubicBezTo>
                  <a:pt x="216992" y="155044"/>
                  <a:pt x="216992" y="166807"/>
                  <a:pt x="209756" y="174081"/>
                </a:cubicBezTo>
                <a:lnTo>
                  <a:pt x="186502" y="197336"/>
                </a:lnTo>
                <a:cubicBezTo>
                  <a:pt x="179266" y="204571"/>
                  <a:pt x="167503" y="204571"/>
                  <a:pt x="160229" y="197336"/>
                </a:cubicBezTo>
                <a:lnTo>
                  <a:pt x="111475" y="148582"/>
                </a:lnTo>
                <a:cubicBezTo>
                  <a:pt x="100873" y="137980"/>
                  <a:pt x="98474" y="122310"/>
                  <a:pt x="104317" y="109386"/>
                </a:cubicBezTo>
                <a:lnTo>
                  <a:pt x="69222" y="74291"/>
                </a:lnTo>
                <a:lnTo>
                  <a:pt x="50030" y="74291"/>
                </a:lnTo>
                <a:cubicBezTo>
                  <a:pt x="45890" y="74291"/>
                  <a:pt x="42021" y="72240"/>
                  <a:pt x="39738" y="68797"/>
                </a:cubicBezTo>
                <a:lnTo>
                  <a:pt x="9054" y="22790"/>
                </a:lnTo>
                <a:cubicBezTo>
                  <a:pt x="7429" y="20353"/>
                  <a:pt x="7739" y="17064"/>
                  <a:pt x="9828" y="14974"/>
                </a:cubicBezTo>
                <a:lnTo>
                  <a:pt x="27395" y="-2592"/>
                </a:lnTo>
                <a:cubicBezTo>
                  <a:pt x="29484" y="-4682"/>
                  <a:pt x="32735" y="-4991"/>
                  <a:pt x="35211" y="-3366"/>
                </a:cubicBezTo>
                <a:lnTo>
                  <a:pt x="81217" y="27279"/>
                </a:lnTo>
                <a:cubicBezTo>
                  <a:pt x="84661" y="29562"/>
                  <a:pt x="86712" y="33431"/>
                  <a:pt x="86712" y="37571"/>
                </a:cubicBezTo>
                <a:close/>
                <a:moveTo>
                  <a:pt x="83423" y="114764"/>
                </a:moveTo>
                <a:cubicBezTo>
                  <a:pt x="80985" y="129081"/>
                  <a:pt x="84351" y="144210"/>
                  <a:pt x="93638" y="156321"/>
                </a:cubicBezTo>
                <a:lnTo>
                  <a:pt x="56879" y="193041"/>
                </a:lnTo>
                <a:cubicBezTo>
                  <a:pt x="46006" y="203914"/>
                  <a:pt x="28362" y="203914"/>
                  <a:pt x="17489" y="193041"/>
                </a:cubicBezTo>
                <a:cubicBezTo>
                  <a:pt x="6617" y="182168"/>
                  <a:pt x="6617" y="164524"/>
                  <a:pt x="17489" y="153651"/>
                </a:cubicBezTo>
                <a:lnTo>
                  <a:pt x="69880" y="101260"/>
                </a:lnTo>
                <a:lnTo>
                  <a:pt x="83423" y="114803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7" name="Text 25"/>
          <p:cNvSpPr/>
          <p:nvPr/>
        </p:nvSpPr>
        <p:spPr>
          <a:xfrm>
            <a:off x="881588" y="3882846"/>
            <a:ext cx="2014115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Полученные навыки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4896" y="4278963"/>
            <a:ext cx="1840769" cy="1485823"/>
          </a:xfrm>
          <a:custGeom>
            <a:avLst/>
            <a:gdLst/>
            <a:ahLst/>
            <a:cxnLst/>
            <a:rect l="l" t="t" r="r" b="b"/>
            <a:pathLst>
              <a:path w="1840769" h="1485823">
                <a:moveTo>
                  <a:pt x="99060" y="0"/>
                </a:moveTo>
                <a:lnTo>
                  <a:pt x="1741709" y="0"/>
                </a:lnTo>
                <a:cubicBezTo>
                  <a:pt x="1796419" y="0"/>
                  <a:pt x="1840769" y="44351"/>
                  <a:pt x="1840769" y="99060"/>
                </a:cubicBezTo>
                <a:lnTo>
                  <a:pt x="1840769" y="1386763"/>
                </a:lnTo>
                <a:cubicBezTo>
                  <a:pt x="1840769" y="1441472"/>
                  <a:pt x="1796419" y="1485823"/>
                  <a:pt x="1741709" y="1485823"/>
                </a:cubicBezTo>
                <a:lnTo>
                  <a:pt x="99060" y="1485823"/>
                </a:lnTo>
                <a:cubicBezTo>
                  <a:pt x="44351" y="1485823"/>
                  <a:pt x="0" y="1441472"/>
                  <a:pt x="0" y="1386763"/>
                </a:cubicBezTo>
                <a:lnTo>
                  <a:pt x="0" y="99060"/>
                </a:lnTo>
                <a:cubicBezTo>
                  <a:pt x="0" y="44351"/>
                  <a:pt x="44351" y="0"/>
                  <a:pt x="9906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224566" y="4411036"/>
            <a:ext cx="462256" cy="462256"/>
          </a:xfrm>
          <a:custGeom>
            <a:avLst/>
            <a:gdLst/>
            <a:ahLst/>
            <a:cxnLst/>
            <a:rect l="l" t="t" r="r" b="b"/>
            <a:pathLst>
              <a:path w="462256" h="462256">
                <a:moveTo>
                  <a:pt x="231128" y="0"/>
                </a:moveTo>
                <a:lnTo>
                  <a:pt x="231128" y="0"/>
                </a:lnTo>
                <a:cubicBezTo>
                  <a:pt x="358776" y="0"/>
                  <a:pt x="462256" y="103480"/>
                  <a:pt x="462256" y="231128"/>
                </a:cubicBezTo>
                <a:lnTo>
                  <a:pt x="462256" y="231128"/>
                </a:lnTo>
                <a:cubicBezTo>
                  <a:pt x="462256" y="358776"/>
                  <a:pt x="358776" y="462256"/>
                  <a:pt x="231128" y="462256"/>
                </a:cubicBezTo>
                <a:lnTo>
                  <a:pt x="231128" y="462256"/>
                </a:lnTo>
                <a:cubicBezTo>
                  <a:pt x="103480" y="462256"/>
                  <a:pt x="0" y="358776"/>
                  <a:pt x="0" y="231128"/>
                </a:cubicBezTo>
                <a:lnTo>
                  <a:pt x="0" y="231128"/>
                </a:lnTo>
                <a:cubicBezTo>
                  <a:pt x="0" y="103480"/>
                  <a:pt x="103480" y="0"/>
                  <a:pt x="231128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362830" y="4559618"/>
            <a:ext cx="185728" cy="165091"/>
          </a:xfrm>
          <a:custGeom>
            <a:avLst/>
            <a:gdLst/>
            <a:ahLst/>
            <a:cxnLst/>
            <a:rect l="l" t="t" r="r" b="b"/>
            <a:pathLst>
              <a:path w="185728" h="165091">
                <a:moveTo>
                  <a:pt x="116338" y="387"/>
                </a:moveTo>
                <a:cubicBezTo>
                  <a:pt x="110856" y="-1193"/>
                  <a:pt x="105149" y="1999"/>
                  <a:pt x="103569" y="7481"/>
                </a:cubicBezTo>
                <a:lnTo>
                  <a:pt x="62296" y="151936"/>
                </a:lnTo>
                <a:cubicBezTo>
                  <a:pt x="60716" y="157417"/>
                  <a:pt x="63908" y="163124"/>
                  <a:pt x="69390" y="164704"/>
                </a:cubicBezTo>
                <a:cubicBezTo>
                  <a:pt x="74872" y="166284"/>
                  <a:pt x="80579" y="163092"/>
                  <a:pt x="82159" y="157611"/>
                </a:cubicBezTo>
                <a:lnTo>
                  <a:pt x="123432" y="13156"/>
                </a:lnTo>
                <a:cubicBezTo>
                  <a:pt x="125012" y="7674"/>
                  <a:pt x="121819" y="1967"/>
                  <a:pt x="116338" y="387"/>
                </a:cubicBezTo>
                <a:close/>
                <a:moveTo>
                  <a:pt x="137168" y="44272"/>
                </a:moveTo>
                <a:cubicBezTo>
                  <a:pt x="133137" y="48302"/>
                  <a:pt x="133137" y="54848"/>
                  <a:pt x="137168" y="58878"/>
                </a:cubicBezTo>
                <a:lnTo>
                  <a:pt x="160835" y="82546"/>
                </a:lnTo>
                <a:lnTo>
                  <a:pt x="137168" y="106213"/>
                </a:lnTo>
                <a:cubicBezTo>
                  <a:pt x="133137" y="110244"/>
                  <a:pt x="133137" y="116789"/>
                  <a:pt x="137168" y="120820"/>
                </a:cubicBezTo>
                <a:cubicBezTo>
                  <a:pt x="141198" y="124850"/>
                  <a:pt x="147744" y="124850"/>
                  <a:pt x="151774" y="120820"/>
                </a:cubicBezTo>
                <a:lnTo>
                  <a:pt x="182729" y="89865"/>
                </a:lnTo>
                <a:cubicBezTo>
                  <a:pt x="186760" y="85835"/>
                  <a:pt x="186760" y="79289"/>
                  <a:pt x="182729" y="75258"/>
                </a:cubicBezTo>
                <a:lnTo>
                  <a:pt x="151774" y="44304"/>
                </a:lnTo>
                <a:cubicBezTo>
                  <a:pt x="147744" y="40273"/>
                  <a:pt x="141198" y="40273"/>
                  <a:pt x="137168" y="44304"/>
                </a:cubicBezTo>
                <a:close/>
                <a:moveTo>
                  <a:pt x="48592" y="44272"/>
                </a:moveTo>
                <a:cubicBezTo>
                  <a:pt x="44562" y="40241"/>
                  <a:pt x="38016" y="40241"/>
                  <a:pt x="33986" y="44272"/>
                </a:cubicBezTo>
                <a:lnTo>
                  <a:pt x="3031" y="75226"/>
                </a:lnTo>
                <a:cubicBezTo>
                  <a:pt x="-1000" y="79257"/>
                  <a:pt x="-1000" y="85802"/>
                  <a:pt x="3031" y="89833"/>
                </a:cubicBezTo>
                <a:lnTo>
                  <a:pt x="33986" y="120788"/>
                </a:lnTo>
                <a:cubicBezTo>
                  <a:pt x="38016" y="124818"/>
                  <a:pt x="44562" y="124818"/>
                  <a:pt x="48592" y="120788"/>
                </a:cubicBezTo>
                <a:cubicBezTo>
                  <a:pt x="52623" y="116757"/>
                  <a:pt x="52623" y="110211"/>
                  <a:pt x="48592" y="106181"/>
                </a:cubicBezTo>
                <a:lnTo>
                  <a:pt x="24925" y="82546"/>
                </a:lnTo>
                <a:lnTo>
                  <a:pt x="48560" y="58878"/>
                </a:lnTo>
                <a:cubicBezTo>
                  <a:pt x="52591" y="54848"/>
                  <a:pt x="52591" y="48302"/>
                  <a:pt x="48560" y="4427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1" name="Text 29"/>
          <p:cNvSpPr/>
          <p:nvPr/>
        </p:nvSpPr>
        <p:spPr>
          <a:xfrm>
            <a:off x="629824" y="4972347"/>
            <a:ext cx="1650914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Программирование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33951" y="5236493"/>
            <a:ext cx="1642659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C++, Python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2508564" y="4278963"/>
            <a:ext cx="1840769" cy="1485823"/>
          </a:xfrm>
          <a:custGeom>
            <a:avLst/>
            <a:gdLst/>
            <a:ahLst/>
            <a:cxnLst/>
            <a:rect l="l" t="t" r="r" b="b"/>
            <a:pathLst>
              <a:path w="1840769" h="1485823">
                <a:moveTo>
                  <a:pt x="99060" y="0"/>
                </a:moveTo>
                <a:lnTo>
                  <a:pt x="1741709" y="0"/>
                </a:lnTo>
                <a:cubicBezTo>
                  <a:pt x="1796419" y="0"/>
                  <a:pt x="1840769" y="44351"/>
                  <a:pt x="1840769" y="99060"/>
                </a:cubicBezTo>
                <a:lnTo>
                  <a:pt x="1840769" y="1386763"/>
                </a:lnTo>
                <a:cubicBezTo>
                  <a:pt x="1840769" y="1441472"/>
                  <a:pt x="1796419" y="1485823"/>
                  <a:pt x="1741709" y="1485823"/>
                </a:cubicBezTo>
                <a:lnTo>
                  <a:pt x="99060" y="1485823"/>
                </a:lnTo>
                <a:cubicBezTo>
                  <a:pt x="44351" y="1485823"/>
                  <a:pt x="0" y="1441472"/>
                  <a:pt x="0" y="1386763"/>
                </a:cubicBezTo>
                <a:lnTo>
                  <a:pt x="0" y="99060"/>
                </a:lnTo>
                <a:cubicBezTo>
                  <a:pt x="0" y="44351"/>
                  <a:pt x="44351" y="0"/>
                  <a:pt x="9906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3198233" y="4411036"/>
            <a:ext cx="462256" cy="462256"/>
          </a:xfrm>
          <a:custGeom>
            <a:avLst/>
            <a:gdLst/>
            <a:ahLst/>
            <a:cxnLst/>
            <a:rect l="l" t="t" r="r" b="b"/>
            <a:pathLst>
              <a:path w="462256" h="462256">
                <a:moveTo>
                  <a:pt x="231128" y="0"/>
                </a:moveTo>
                <a:lnTo>
                  <a:pt x="231128" y="0"/>
                </a:lnTo>
                <a:cubicBezTo>
                  <a:pt x="358776" y="0"/>
                  <a:pt x="462256" y="103480"/>
                  <a:pt x="462256" y="231128"/>
                </a:cubicBezTo>
                <a:lnTo>
                  <a:pt x="462256" y="231128"/>
                </a:lnTo>
                <a:cubicBezTo>
                  <a:pt x="462256" y="358776"/>
                  <a:pt x="358776" y="462256"/>
                  <a:pt x="231128" y="462256"/>
                </a:cubicBezTo>
                <a:lnTo>
                  <a:pt x="231128" y="462256"/>
                </a:lnTo>
                <a:cubicBezTo>
                  <a:pt x="103480" y="462256"/>
                  <a:pt x="0" y="358776"/>
                  <a:pt x="0" y="231128"/>
                </a:cubicBezTo>
                <a:lnTo>
                  <a:pt x="0" y="231128"/>
                </a:lnTo>
                <a:cubicBezTo>
                  <a:pt x="0" y="103480"/>
                  <a:pt x="103480" y="0"/>
                  <a:pt x="231128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3346816" y="4559618"/>
            <a:ext cx="165091" cy="165091"/>
          </a:xfrm>
          <a:custGeom>
            <a:avLst/>
            <a:gdLst/>
            <a:ahLst/>
            <a:cxnLst/>
            <a:rect l="l" t="t" r="r" b="b"/>
            <a:pathLst>
              <a:path w="165091" h="165091">
                <a:moveTo>
                  <a:pt x="56750" y="7739"/>
                </a:moveTo>
                <a:cubicBezTo>
                  <a:pt x="56750" y="3450"/>
                  <a:pt x="53300" y="0"/>
                  <a:pt x="49012" y="0"/>
                </a:cubicBezTo>
                <a:cubicBezTo>
                  <a:pt x="44723" y="0"/>
                  <a:pt x="41273" y="3450"/>
                  <a:pt x="41273" y="7739"/>
                </a:cubicBezTo>
                <a:lnTo>
                  <a:pt x="41273" y="20636"/>
                </a:lnTo>
                <a:cubicBezTo>
                  <a:pt x="29891" y="20636"/>
                  <a:pt x="20636" y="29891"/>
                  <a:pt x="20636" y="41273"/>
                </a:cubicBezTo>
                <a:lnTo>
                  <a:pt x="7739" y="41273"/>
                </a:lnTo>
                <a:cubicBezTo>
                  <a:pt x="3450" y="41273"/>
                  <a:pt x="0" y="44723"/>
                  <a:pt x="0" y="49012"/>
                </a:cubicBezTo>
                <a:cubicBezTo>
                  <a:pt x="0" y="53300"/>
                  <a:pt x="3450" y="56750"/>
                  <a:pt x="7739" y="56750"/>
                </a:cubicBezTo>
                <a:lnTo>
                  <a:pt x="20636" y="56750"/>
                </a:lnTo>
                <a:lnTo>
                  <a:pt x="20636" y="74807"/>
                </a:lnTo>
                <a:lnTo>
                  <a:pt x="7739" y="74807"/>
                </a:lnTo>
                <a:cubicBezTo>
                  <a:pt x="3450" y="74807"/>
                  <a:pt x="0" y="78257"/>
                  <a:pt x="0" y="82546"/>
                </a:cubicBezTo>
                <a:cubicBezTo>
                  <a:pt x="0" y="86834"/>
                  <a:pt x="3450" y="90284"/>
                  <a:pt x="7739" y="90284"/>
                </a:cubicBezTo>
                <a:lnTo>
                  <a:pt x="20636" y="90284"/>
                </a:lnTo>
                <a:lnTo>
                  <a:pt x="20636" y="108341"/>
                </a:lnTo>
                <a:lnTo>
                  <a:pt x="7739" y="108341"/>
                </a:lnTo>
                <a:cubicBezTo>
                  <a:pt x="3450" y="108341"/>
                  <a:pt x="0" y="111791"/>
                  <a:pt x="0" y="116080"/>
                </a:cubicBezTo>
                <a:cubicBezTo>
                  <a:pt x="0" y="120368"/>
                  <a:pt x="3450" y="123819"/>
                  <a:pt x="7739" y="123819"/>
                </a:cubicBezTo>
                <a:lnTo>
                  <a:pt x="20636" y="123819"/>
                </a:lnTo>
                <a:cubicBezTo>
                  <a:pt x="20636" y="135201"/>
                  <a:pt x="29891" y="144455"/>
                  <a:pt x="41273" y="144455"/>
                </a:cubicBezTo>
                <a:lnTo>
                  <a:pt x="41273" y="157353"/>
                </a:lnTo>
                <a:cubicBezTo>
                  <a:pt x="41273" y="161641"/>
                  <a:pt x="44723" y="165091"/>
                  <a:pt x="49012" y="165091"/>
                </a:cubicBezTo>
                <a:cubicBezTo>
                  <a:pt x="53300" y="165091"/>
                  <a:pt x="56750" y="161641"/>
                  <a:pt x="56750" y="157353"/>
                </a:cubicBezTo>
                <a:lnTo>
                  <a:pt x="56750" y="144455"/>
                </a:lnTo>
                <a:lnTo>
                  <a:pt x="74807" y="144455"/>
                </a:lnTo>
                <a:lnTo>
                  <a:pt x="74807" y="157353"/>
                </a:lnTo>
                <a:cubicBezTo>
                  <a:pt x="74807" y="161641"/>
                  <a:pt x="78257" y="165091"/>
                  <a:pt x="82546" y="165091"/>
                </a:cubicBezTo>
                <a:cubicBezTo>
                  <a:pt x="86834" y="165091"/>
                  <a:pt x="90284" y="161641"/>
                  <a:pt x="90284" y="157353"/>
                </a:cubicBezTo>
                <a:lnTo>
                  <a:pt x="90284" y="144455"/>
                </a:lnTo>
                <a:lnTo>
                  <a:pt x="108341" y="144455"/>
                </a:lnTo>
                <a:lnTo>
                  <a:pt x="108341" y="157353"/>
                </a:lnTo>
                <a:cubicBezTo>
                  <a:pt x="108341" y="161641"/>
                  <a:pt x="111791" y="165091"/>
                  <a:pt x="116080" y="165091"/>
                </a:cubicBezTo>
                <a:cubicBezTo>
                  <a:pt x="120368" y="165091"/>
                  <a:pt x="123819" y="161641"/>
                  <a:pt x="123819" y="157353"/>
                </a:cubicBezTo>
                <a:lnTo>
                  <a:pt x="123819" y="144455"/>
                </a:lnTo>
                <a:cubicBezTo>
                  <a:pt x="135201" y="144455"/>
                  <a:pt x="144455" y="135201"/>
                  <a:pt x="144455" y="123819"/>
                </a:cubicBezTo>
                <a:lnTo>
                  <a:pt x="157353" y="123819"/>
                </a:lnTo>
                <a:cubicBezTo>
                  <a:pt x="161641" y="123819"/>
                  <a:pt x="165091" y="120368"/>
                  <a:pt x="165091" y="116080"/>
                </a:cubicBezTo>
                <a:cubicBezTo>
                  <a:pt x="165091" y="111791"/>
                  <a:pt x="161641" y="108341"/>
                  <a:pt x="157353" y="108341"/>
                </a:cubicBezTo>
                <a:lnTo>
                  <a:pt x="144455" y="108341"/>
                </a:lnTo>
                <a:lnTo>
                  <a:pt x="144455" y="90284"/>
                </a:lnTo>
                <a:lnTo>
                  <a:pt x="157353" y="90284"/>
                </a:lnTo>
                <a:cubicBezTo>
                  <a:pt x="161641" y="90284"/>
                  <a:pt x="165091" y="86834"/>
                  <a:pt x="165091" y="82546"/>
                </a:cubicBezTo>
                <a:cubicBezTo>
                  <a:pt x="165091" y="78257"/>
                  <a:pt x="161641" y="74807"/>
                  <a:pt x="157353" y="74807"/>
                </a:cubicBezTo>
                <a:lnTo>
                  <a:pt x="144455" y="74807"/>
                </a:lnTo>
                <a:lnTo>
                  <a:pt x="144455" y="56750"/>
                </a:lnTo>
                <a:lnTo>
                  <a:pt x="157353" y="56750"/>
                </a:lnTo>
                <a:cubicBezTo>
                  <a:pt x="161641" y="56750"/>
                  <a:pt x="165091" y="53300"/>
                  <a:pt x="165091" y="49012"/>
                </a:cubicBezTo>
                <a:cubicBezTo>
                  <a:pt x="165091" y="44723"/>
                  <a:pt x="161641" y="41273"/>
                  <a:pt x="157353" y="41273"/>
                </a:cubicBezTo>
                <a:lnTo>
                  <a:pt x="144455" y="41273"/>
                </a:lnTo>
                <a:cubicBezTo>
                  <a:pt x="144455" y="29891"/>
                  <a:pt x="135201" y="20636"/>
                  <a:pt x="123819" y="20636"/>
                </a:cubicBezTo>
                <a:lnTo>
                  <a:pt x="123819" y="7739"/>
                </a:lnTo>
                <a:cubicBezTo>
                  <a:pt x="123819" y="3450"/>
                  <a:pt x="120368" y="0"/>
                  <a:pt x="116080" y="0"/>
                </a:cubicBezTo>
                <a:cubicBezTo>
                  <a:pt x="111791" y="0"/>
                  <a:pt x="108341" y="3450"/>
                  <a:pt x="108341" y="7739"/>
                </a:cubicBezTo>
                <a:lnTo>
                  <a:pt x="108341" y="20636"/>
                </a:lnTo>
                <a:lnTo>
                  <a:pt x="90284" y="20636"/>
                </a:lnTo>
                <a:lnTo>
                  <a:pt x="90284" y="7739"/>
                </a:lnTo>
                <a:cubicBezTo>
                  <a:pt x="90284" y="3450"/>
                  <a:pt x="86834" y="0"/>
                  <a:pt x="82546" y="0"/>
                </a:cubicBezTo>
                <a:cubicBezTo>
                  <a:pt x="78257" y="0"/>
                  <a:pt x="74807" y="3450"/>
                  <a:pt x="74807" y="7739"/>
                </a:cubicBezTo>
                <a:lnTo>
                  <a:pt x="74807" y="20636"/>
                </a:lnTo>
                <a:lnTo>
                  <a:pt x="56750" y="20636"/>
                </a:lnTo>
                <a:lnTo>
                  <a:pt x="56750" y="7739"/>
                </a:lnTo>
                <a:close/>
                <a:moveTo>
                  <a:pt x="51591" y="41273"/>
                </a:moveTo>
                <a:lnTo>
                  <a:pt x="113500" y="41273"/>
                </a:lnTo>
                <a:cubicBezTo>
                  <a:pt x="119208" y="41273"/>
                  <a:pt x="123819" y="45884"/>
                  <a:pt x="123819" y="51591"/>
                </a:cubicBezTo>
                <a:lnTo>
                  <a:pt x="123819" y="113500"/>
                </a:lnTo>
                <a:cubicBezTo>
                  <a:pt x="123819" y="119208"/>
                  <a:pt x="119208" y="123819"/>
                  <a:pt x="113500" y="123819"/>
                </a:cubicBezTo>
                <a:lnTo>
                  <a:pt x="51591" y="123819"/>
                </a:lnTo>
                <a:cubicBezTo>
                  <a:pt x="45884" y="123819"/>
                  <a:pt x="41273" y="119208"/>
                  <a:pt x="41273" y="113500"/>
                </a:cubicBezTo>
                <a:lnTo>
                  <a:pt x="41273" y="51591"/>
                </a:lnTo>
                <a:cubicBezTo>
                  <a:pt x="41273" y="45884"/>
                  <a:pt x="45884" y="41273"/>
                  <a:pt x="51591" y="41273"/>
                </a:cubicBezTo>
                <a:close/>
                <a:moveTo>
                  <a:pt x="56750" y="56750"/>
                </a:moveTo>
                <a:lnTo>
                  <a:pt x="56750" y="108341"/>
                </a:lnTo>
                <a:lnTo>
                  <a:pt x="108341" y="108341"/>
                </a:lnTo>
                <a:lnTo>
                  <a:pt x="108341" y="56750"/>
                </a:lnTo>
                <a:lnTo>
                  <a:pt x="56750" y="5675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6" name="Text 34"/>
          <p:cNvSpPr/>
          <p:nvPr/>
        </p:nvSpPr>
        <p:spPr>
          <a:xfrm>
            <a:off x="2603491" y="4972347"/>
            <a:ext cx="1650914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Электроника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607619" y="5236493"/>
            <a:ext cx="1642659" cy="198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Сборка и настройка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482335" y="4278963"/>
            <a:ext cx="1840769" cy="1485823"/>
          </a:xfrm>
          <a:custGeom>
            <a:avLst/>
            <a:gdLst/>
            <a:ahLst/>
            <a:cxnLst/>
            <a:rect l="l" t="t" r="r" b="b"/>
            <a:pathLst>
              <a:path w="1840769" h="1485823">
                <a:moveTo>
                  <a:pt x="99060" y="0"/>
                </a:moveTo>
                <a:lnTo>
                  <a:pt x="1741709" y="0"/>
                </a:lnTo>
                <a:cubicBezTo>
                  <a:pt x="1796419" y="0"/>
                  <a:pt x="1840769" y="44351"/>
                  <a:pt x="1840769" y="99060"/>
                </a:cubicBezTo>
                <a:lnTo>
                  <a:pt x="1840769" y="1386763"/>
                </a:lnTo>
                <a:cubicBezTo>
                  <a:pt x="1840769" y="1441472"/>
                  <a:pt x="1796419" y="1485823"/>
                  <a:pt x="1741709" y="1485823"/>
                </a:cubicBezTo>
                <a:lnTo>
                  <a:pt x="99060" y="1485823"/>
                </a:lnTo>
                <a:cubicBezTo>
                  <a:pt x="44351" y="1485823"/>
                  <a:pt x="0" y="1441472"/>
                  <a:pt x="0" y="1386763"/>
                </a:cubicBezTo>
                <a:lnTo>
                  <a:pt x="0" y="99060"/>
                </a:lnTo>
                <a:cubicBezTo>
                  <a:pt x="0" y="44351"/>
                  <a:pt x="44351" y="0"/>
                  <a:pt x="9906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5172004" y="4411036"/>
            <a:ext cx="462256" cy="462256"/>
          </a:xfrm>
          <a:custGeom>
            <a:avLst/>
            <a:gdLst/>
            <a:ahLst/>
            <a:cxnLst/>
            <a:rect l="l" t="t" r="r" b="b"/>
            <a:pathLst>
              <a:path w="462256" h="462256">
                <a:moveTo>
                  <a:pt x="231128" y="0"/>
                </a:moveTo>
                <a:lnTo>
                  <a:pt x="231128" y="0"/>
                </a:lnTo>
                <a:cubicBezTo>
                  <a:pt x="358776" y="0"/>
                  <a:pt x="462256" y="103480"/>
                  <a:pt x="462256" y="231128"/>
                </a:cubicBezTo>
                <a:lnTo>
                  <a:pt x="462256" y="231128"/>
                </a:lnTo>
                <a:cubicBezTo>
                  <a:pt x="462256" y="358776"/>
                  <a:pt x="358776" y="462256"/>
                  <a:pt x="231128" y="462256"/>
                </a:cubicBezTo>
                <a:lnTo>
                  <a:pt x="231128" y="462256"/>
                </a:lnTo>
                <a:cubicBezTo>
                  <a:pt x="103480" y="462256"/>
                  <a:pt x="0" y="358776"/>
                  <a:pt x="0" y="231128"/>
                </a:cubicBezTo>
                <a:lnTo>
                  <a:pt x="0" y="231128"/>
                </a:lnTo>
                <a:cubicBezTo>
                  <a:pt x="0" y="103480"/>
                  <a:pt x="103480" y="0"/>
                  <a:pt x="231128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320586" y="4559618"/>
            <a:ext cx="165091" cy="165091"/>
          </a:xfrm>
          <a:custGeom>
            <a:avLst/>
            <a:gdLst/>
            <a:ahLst/>
            <a:cxnLst/>
            <a:rect l="l" t="t" r="r" b="b"/>
            <a:pathLst>
              <a:path w="165091" h="165091">
                <a:moveTo>
                  <a:pt x="72324" y="-806"/>
                </a:moveTo>
                <a:cubicBezTo>
                  <a:pt x="78709" y="-4482"/>
                  <a:pt x="86576" y="-4482"/>
                  <a:pt x="92961" y="-806"/>
                </a:cubicBezTo>
                <a:lnTo>
                  <a:pt x="149679" y="31922"/>
                </a:lnTo>
                <a:cubicBezTo>
                  <a:pt x="156063" y="35598"/>
                  <a:pt x="159997" y="42434"/>
                  <a:pt x="159997" y="49785"/>
                </a:cubicBezTo>
                <a:lnTo>
                  <a:pt x="159997" y="115242"/>
                </a:lnTo>
                <a:cubicBezTo>
                  <a:pt x="159997" y="122626"/>
                  <a:pt x="156063" y="129429"/>
                  <a:pt x="149679" y="133105"/>
                </a:cubicBezTo>
                <a:lnTo>
                  <a:pt x="92961" y="165898"/>
                </a:lnTo>
                <a:cubicBezTo>
                  <a:pt x="86576" y="169573"/>
                  <a:pt x="78709" y="169573"/>
                  <a:pt x="72324" y="165898"/>
                </a:cubicBezTo>
                <a:lnTo>
                  <a:pt x="15639" y="133169"/>
                </a:lnTo>
                <a:cubicBezTo>
                  <a:pt x="9254" y="129494"/>
                  <a:pt x="5320" y="122658"/>
                  <a:pt x="5320" y="115306"/>
                </a:cubicBezTo>
                <a:lnTo>
                  <a:pt x="5320" y="49850"/>
                </a:lnTo>
                <a:cubicBezTo>
                  <a:pt x="5320" y="42466"/>
                  <a:pt x="9254" y="35662"/>
                  <a:pt x="15639" y="31986"/>
                </a:cubicBezTo>
                <a:lnTo>
                  <a:pt x="72324" y="-806"/>
                </a:lnTo>
                <a:close/>
                <a:moveTo>
                  <a:pt x="139328" y="115274"/>
                </a:moveTo>
                <a:lnTo>
                  <a:pt x="139328" y="61716"/>
                </a:lnTo>
                <a:lnTo>
                  <a:pt x="92961" y="88479"/>
                </a:lnTo>
                <a:lnTo>
                  <a:pt x="92961" y="142037"/>
                </a:lnTo>
                <a:lnTo>
                  <a:pt x="139328" y="115274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1" name="Text 39"/>
          <p:cNvSpPr/>
          <p:nvPr/>
        </p:nvSpPr>
        <p:spPr>
          <a:xfrm>
            <a:off x="4577262" y="4972347"/>
            <a:ext cx="1650914" cy="231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17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3D-моделирование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4581390" y="5236493"/>
            <a:ext cx="1642659" cy="396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04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Проектирование деталей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6799496" y="1063189"/>
            <a:ext cx="5056750" cy="3818564"/>
          </a:xfrm>
          <a:custGeom>
            <a:avLst/>
            <a:gdLst/>
            <a:ahLst/>
            <a:cxnLst/>
            <a:rect l="l" t="t" r="r" b="b"/>
            <a:pathLst>
              <a:path w="5056750" h="3818564">
                <a:moveTo>
                  <a:pt x="132084" y="0"/>
                </a:moveTo>
                <a:lnTo>
                  <a:pt x="4924665" y="0"/>
                </a:lnTo>
                <a:cubicBezTo>
                  <a:pt x="4997614" y="0"/>
                  <a:pt x="5056750" y="59136"/>
                  <a:pt x="5056750" y="132084"/>
                </a:cubicBezTo>
                <a:lnTo>
                  <a:pt x="5056750" y="3686480"/>
                </a:lnTo>
                <a:cubicBezTo>
                  <a:pt x="5056750" y="3759428"/>
                  <a:pt x="4997614" y="3818564"/>
                  <a:pt x="4924665" y="3818564"/>
                </a:cubicBezTo>
                <a:lnTo>
                  <a:pt x="132084" y="3818564"/>
                </a:lnTo>
                <a:cubicBezTo>
                  <a:pt x="59136" y="3818564"/>
                  <a:pt x="0" y="3759428"/>
                  <a:pt x="0" y="3686480"/>
                </a:cubicBezTo>
                <a:lnTo>
                  <a:pt x="0" y="132084"/>
                </a:lnTo>
                <a:cubicBezTo>
                  <a:pt x="0" y="59136"/>
                  <a:pt x="59136" y="0"/>
                  <a:pt x="132084" y="0"/>
                </a:cubicBezTo>
                <a:close/>
              </a:path>
            </a:pathLst>
          </a:custGeom>
          <a:solidFill>
            <a:srgbClr val="000000">
              <a:alpha val="0"/>
            </a:srgbClr>
          </a:solidFill>
          <a:ln w="20320">
            <a:solidFill>
              <a:srgbClr val="3A86FF">
                <a:alpha val="40000"/>
              </a:srgbClr>
            </a:solidFill>
            <a:prstDash val="solid"/>
          </a:ln>
          <a:effectLst>
            <a:outerShdw sx="100000" sy="100000" kx="0" ky="0" algn="bl" rotWithShape="0" blurRad="101600" dist="50800" dir="2700000">
              <a:srgbClr val="ffffff">
                <a:alpha val="75000"/>
              </a:srgbClr>
            </a:outerShdw>
          </a:effectLst>
        </p:spPr>
      </p:sp>
      <p:pic>
        <p:nvPicPr>
          <p:cNvPr id="44" name="Image 0" descr="https://kimi-web-img.moonshot.cn/img/thumbs.dreamstime.com/f23360fd554a9844b2c3d29bf90fc293f9c43f60.jpg">    </p:cNvPr>
          <p:cNvPicPr>
            <a:picLocks noChangeAspect="1"/>
          </p:cNvPicPr>
          <p:nvPr/>
        </p:nvPicPr>
        <p:blipFill>
          <a:blip r:embed="rId1"/>
          <a:srcRect l="50" r="50" t="0" b="0"/>
          <a:stretch/>
        </p:blipFill>
        <p:spPr>
          <a:xfrm>
            <a:off x="6806100" y="1069793"/>
            <a:ext cx="5043542" cy="3805357"/>
          </a:xfrm>
          <a:prstGeom prst="roundRect">
            <a:avLst>
              <a:gd name="adj" fmla="val 3471"/>
            </a:avLst>
          </a:prstGeom>
        </p:spPr>
      </p:pic>
      <p:sp>
        <p:nvSpPr>
          <p:cNvPr id="45" name="Shape 42"/>
          <p:cNvSpPr/>
          <p:nvPr/>
        </p:nvSpPr>
        <p:spPr>
          <a:xfrm>
            <a:off x="6796194" y="5054170"/>
            <a:ext cx="5066655" cy="1492426"/>
          </a:xfrm>
          <a:custGeom>
            <a:avLst/>
            <a:gdLst/>
            <a:ahLst/>
            <a:cxnLst/>
            <a:rect l="l" t="t" r="r" b="b"/>
            <a:pathLst>
              <a:path w="5066655" h="1492426">
                <a:moveTo>
                  <a:pt x="132080" y="0"/>
                </a:moveTo>
                <a:lnTo>
                  <a:pt x="4934575" y="0"/>
                </a:lnTo>
                <a:cubicBezTo>
                  <a:pt x="5007521" y="0"/>
                  <a:pt x="5066655" y="59134"/>
                  <a:pt x="5066655" y="132080"/>
                </a:cubicBezTo>
                <a:lnTo>
                  <a:pt x="5066655" y="1360347"/>
                </a:lnTo>
                <a:cubicBezTo>
                  <a:pt x="5066655" y="1433292"/>
                  <a:pt x="5007521" y="1492426"/>
                  <a:pt x="4934575" y="1492426"/>
                </a:cubicBezTo>
                <a:lnTo>
                  <a:pt x="132080" y="1492426"/>
                </a:lnTo>
                <a:cubicBezTo>
                  <a:pt x="59134" y="1492426"/>
                  <a:pt x="0" y="1433292"/>
                  <a:pt x="0" y="1360347"/>
                </a:cubicBezTo>
                <a:lnTo>
                  <a:pt x="0" y="132080"/>
                </a:lnTo>
                <a:cubicBezTo>
                  <a:pt x="0" y="59134"/>
                  <a:pt x="59134" y="0"/>
                  <a:pt x="13208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30000"/>
                </a:srgbClr>
              </a:gs>
              <a:gs pos="100000">
                <a:srgbClr val="3A86FF">
                  <a:alpha val="10000"/>
                </a:srgbClr>
              </a:gs>
            </a:gsLst>
            <a:lin ang="2700000" scaled="1"/>
          </a:gra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7009988" y="5288497"/>
            <a:ext cx="222873" cy="198110"/>
          </a:xfrm>
          <a:custGeom>
            <a:avLst/>
            <a:gdLst/>
            <a:ahLst/>
            <a:cxnLst/>
            <a:rect l="l" t="t" r="r" b="b"/>
            <a:pathLst>
              <a:path w="222873" h="198110">
                <a:moveTo>
                  <a:pt x="119756" y="-7313"/>
                </a:moveTo>
                <a:cubicBezTo>
                  <a:pt x="118169" y="-10408"/>
                  <a:pt x="114958" y="-12382"/>
                  <a:pt x="111475" y="-12382"/>
                </a:cubicBezTo>
                <a:cubicBezTo>
                  <a:pt x="107993" y="-12382"/>
                  <a:pt x="104781" y="-10408"/>
                  <a:pt x="103195" y="-7313"/>
                </a:cubicBezTo>
                <a:lnTo>
                  <a:pt x="74717" y="48483"/>
                </a:lnTo>
                <a:lnTo>
                  <a:pt x="12846" y="58311"/>
                </a:lnTo>
                <a:cubicBezTo>
                  <a:pt x="9402" y="58853"/>
                  <a:pt x="6539" y="61290"/>
                  <a:pt x="5456" y="64618"/>
                </a:cubicBezTo>
                <a:cubicBezTo>
                  <a:pt x="4372" y="67945"/>
                  <a:pt x="5262" y="71583"/>
                  <a:pt x="7700" y="74059"/>
                </a:cubicBezTo>
                <a:lnTo>
                  <a:pt x="51965" y="118363"/>
                </a:lnTo>
                <a:lnTo>
                  <a:pt x="42214" y="180233"/>
                </a:lnTo>
                <a:cubicBezTo>
                  <a:pt x="41673" y="183677"/>
                  <a:pt x="43104" y="187159"/>
                  <a:pt x="45929" y="189210"/>
                </a:cubicBezTo>
                <a:cubicBezTo>
                  <a:pt x="48754" y="191261"/>
                  <a:pt x="52468" y="191571"/>
                  <a:pt x="55602" y="189984"/>
                </a:cubicBezTo>
                <a:lnTo>
                  <a:pt x="111475" y="161583"/>
                </a:lnTo>
                <a:lnTo>
                  <a:pt x="167310" y="189984"/>
                </a:lnTo>
                <a:cubicBezTo>
                  <a:pt x="170405" y="191571"/>
                  <a:pt x="174159" y="191261"/>
                  <a:pt x="176983" y="189210"/>
                </a:cubicBezTo>
                <a:cubicBezTo>
                  <a:pt x="179808" y="187159"/>
                  <a:pt x="181239" y="183716"/>
                  <a:pt x="180698" y="180233"/>
                </a:cubicBezTo>
                <a:lnTo>
                  <a:pt x="170908" y="118363"/>
                </a:lnTo>
                <a:lnTo>
                  <a:pt x="215173" y="74059"/>
                </a:lnTo>
                <a:cubicBezTo>
                  <a:pt x="217650" y="71583"/>
                  <a:pt x="218501" y="67945"/>
                  <a:pt x="217418" y="64618"/>
                </a:cubicBezTo>
                <a:cubicBezTo>
                  <a:pt x="216334" y="61290"/>
                  <a:pt x="213510" y="58853"/>
                  <a:pt x="210027" y="58311"/>
                </a:cubicBezTo>
                <a:lnTo>
                  <a:pt x="148195" y="48483"/>
                </a:lnTo>
                <a:lnTo>
                  <a:pt x="119756" y="-7313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7" name="Text 44"/>
          <p:cNvSpPr/>
          <p:nvPr/>
        </p:nvSpPr>
        <p:spPr>
          <a:xfrm>
            <a:off x="7344298" y="5255582"/>
            <a:ext cx="1485823" cy="2641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6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Оборудование</a:t>
            </a:r>
            <a:endParaRPr lang="en-US" sz="1600" dirty="0"/>
          </a:p>
        </p:txBody>
      </p:sp>
      <p:sp>
        <p:nvSpPr>
          <p:cNvPr id="48" name="Text 45"/>
          <p:cNvSpPr/>
          <p:nvPr/>
        </p:nvSpPr>
        <p:spPr>
          <a:xfrm>
            <a:off x="6997606" y="5618680"/>
            <a:ext cx="4738123" cy="72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70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Работа с профессиональными квадрокоптерами, пилотажными симуляторами и программным обеспечением для планирования полетов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398" y="365398"/>
            <a:ext cx="567995" cy="567995"/>
          </a:xfrm>
          <a:custGeom>
            <a:avLst/>
            <a:gdLst/>
            <a:ahLst/>
            <a:cxnLst/>
            <a:rect l="l" t="t" r="r" b="b"/>
            <a:pathLst>
              <a:path w="567995" h="567995">
                <a:moveTo>
                  <a:pt x="144714" y="0"/>
                </a:moveTo>
                <a:lnTo>
                  <a:pt x="423281" y="0"/>
                </a:lnTo>
                <a:cubicBezTo>
                  <a:pt x="503205" y="0"/>
                  <a:pt x="567995" y="64791"/>
                  <a:pt x="567995" y="144714"/>
                </a:cubicBezTo>
                <a:lnTo>
                  <a:pt x="567995" y="423281"/>
                </a:lnTo>
                <a:cubicBezTo>
                  <a:pt x="567995" y="503205"/>
                  <a:pt x="503205" y="567995"/>
                  <a:pt x="423281" y="567995"/>
                </a:cubicBezTo>
                <a:lnTo>
                  <a:pt x="144714" y="567995"/>
                </a:lnTo>
                <a:cubicBezTo>
                  <a:pt x="64844" y="567995"/>
                  <a:pt x="0" y="503151"/>
                  <a:pt x="0" y="423281"/>
                </a:cubicBezTo>
                <a:lnTo>
                  <a:pt x="0" y="144714"/>
                </a:lnTo>
                <a:cubicBezTo>
                  <a:pt x="0" y="64844"/>
                  <a:pt x="64844" y="0"/>
                  <a:pt x="144714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4757" y="515537"/>
            <a:ext cx="237418" cy="271335"/>
          </a:xfrm>
          <a:custGeom>
            <a:avLst/>
            <a:gdLst/>
            <a:ahLst/>
            <a:cxnLst/>
            <a:rect l="l" t="t" r="r" b="b"/>
            <a:pathLst>
              <a:path w="237418" h="271335">
                <a:moveTo>
                  <a:pt x="130315" y="-13726"/>
                </a:moveTo>
                <a:cubicBezTo>
                  <a:pt x="123214" y="-18071"/>
                  <a:pt x="114258" y="-18071"/>
                  <a:pt x="107156" y="-13726"/>
                </a:cubicBezTo>
                <a:cubicBezTo>
                  <a:pt x="94225" y="-5829"/>
                  <a:pt x="86223" y="-3710"/>
                  <a:pt x="71067" y="-4028"/>
                </a:cubicBezTo>
                <a:cubicBezTo>
                  <a:pt x="62746" y="-4240"/>
                  <a:pt x="55009" y="265"/>
                  <a:pt x="50981" y="7578"/>
                </a:cubicBezTo>
                <a:cubicBezTo>
                  <a:pt x="43721" y="20880"/>
                  <a:pt x="37839" y="26763"/>
                  <a:pt x="24537" y="34023"/>
                </a:cubicBezTo>
                <a:cubicBezTo>
                  <a:pt x="17223" y="37998"/>
                  <a:pt x="12772" y="45788"/>
                  <a:pt x="12931" y="54108"/>
                </a:cubicBezTo>
                <a:cubicBezTo>
                  <a:pt x="13302" y="69265"/>
                  <a:pt x="11129" y="77267"/>
                  <a:pt x="3233" y="90198"/>
                </a:cubicBezTo>
                <a:cubicBezTo>
                  <a:pt x="-1113" y="97299"/>
                  <a:pt x="-1113" y="106255"/>
                  <a:pt x="3233" y="113357"/>
                </a:cubicBezTo>
                <a:cubicBezTo>
                  <a:pt x="11129" y="126288"/>
                  <a:pt x="13249" y="134290"/>
                  <a:pt x="12931" y="149446"/>
                </a:cubicBezTo>
                <a:cubicBezTo>
                  <a:pt x="12719" y="157767"/>
                  <a:pt x="17223" y="165504"/>
                  <a:pt x="24537" y="169532"/>
                </a:cubicBezTo>
                <a:cubicBezTo>
                  <a:pt x="36249" y="175944"/>
                  <a:pt x="42184" y="181244"/>
                  <a:pt x="48438" y="191525"/>
                </a:cubicBezTo>
                <a:lnTo>
                  <a:pt x="22629" y="242983"/>
                </a:lnTo>
                <a:cubicBezTo>
                  <a:pt x="19502" y="249289"/>
                  <a:pt x="22046" y="256921"/>
                  <a:pt x="28299" y="260047"/>
                </a:cubicBezTo>
                <a:lnTo>
                  <a:pt x="73875" y="282835"/>
                </a:lnTo>
                <a:cubicBezTo>
                  <a:pt x="79970" y="285856"/>
                  <a:pt x="87389" y="283577"/>
                  <a:pt x="90675" y="277642"/>
                </a:cubicBezTo>
                <a:lnTo>
                  <a:pt x="118656" y="227243"/>
                </a:lnTo>
                <a:lnTo>
                  <a:pt x="146638" y="277642"/>
                </a:lnTo>
                <a:cubicBezTo>
                  <a:pt x="149923" y="283577"/>
                  <a:pt x="157343" y="285909"/>
                  <a:pt x="163437" y="282835"/>
                </a:cubicBezTo>
                <a:lnTo>
                  <a:pt x="209013" y="260047"/>
                </a:lnTo>
                <a:cubicBezTo>
                  <a:pt x="215319" y="256921"/>
                  <a:pt x="217863" y="249289"/>
                  <a:pt x="214683" y="242983"/>
                </a:cubicBezTo>
                <a:lnTo>
                  <a:pt x="188928" y="191472"/>
                </a:lnTo>
                <a:cubicBezTo>
                  <a:pt x="195128" y="181191"/>
                  <a:pt x="201117" y="175891"/>
                  <a:pt x="212829" y="169479"/>
                </a:cubicBezTo>
                <a:cubicBezTo>
                  <a:pt x="220142" y="165504"/>
                  <a:pt x="224594" y="157714"/>
                  <a:pt x="224435" y="149393"/>
                </a:cubicBezTo>
                <a:cubicBezTo>
                  <a:pt x="224064" y="134237"/>
                  <a:pt x="226236" y="126235"/>
                  <a:pt x="234133" y="113304"/>
                </a:cubicBezTo>
                <a:cubicBezTo>
                  <a:pt x="238478" y="106202"/>
                  <a:pt x="238478" y="97246"/>
                  <a:pt x="234133" y="90145"/>
                </a:cubicBezTo>
                <a:cubicBezTo>
                  <a:pt x="226236" y="77214"/>
                  <a:pt x="224117" y="69212"/>
                  <a:pt x="224435" y="54055"/>
                </a:cubicBezTo>
                <a:cubicBezTo>
                  <a:pt x="224647" y="45735"/>
                  <a:pt x="220142" y="37998"/>
                  <a:pt x="212829" y="33970"/>
                </a:cubicBezTo>
                <a:cubicBezTo>
                  <a:pt x="199527" y="26710"/>
                  <a:pt x="193644" y="20827"/>
                  <a:pt x="186384" y="7525"/>
                </a:cubicBezTo>
                <a:cubicBezTo>
                  <a:pt x="182409" y="212"/>
                  <a:pt x="174619" y="-4240"/>
                  <a:pt x="166299" y="-4081"/>
                </a:cubicBezTo>
                <a:cubicBezTo>
                  <a:pt x="151142" y="-3710"/>
                  <a:pt x="143140" y="-5882"/>
                  <a:pt x="130209" y="-13779"/>
                </a:cubicBezTo>
                <a:close/>
                <a:moveTo>
                  <a:pt x="118709" y="50875"/>
                </a:moveTo>
                <a:cubicBezTo>
                  <a:pt x="146788" y="50875"/>
                  <a:pt x="169585" y="73672"/>
                  <a:pt x="169585" y="101751"/>
                </a:cubicBezTo>
                <a:cubicBezTo>
                  <a:pt x="169585" y="129830"/>
                  <a:pt x="146788" y="152626"/>
                  <a:pt x="118709" y="152626"/>
                </a:cubicBezTo>
                <a:cubicBezTo>
                  <a:pt x="90630" y="152626"/>
                  <a:pt x="67834" y="129830"/>
                  <a:pt x="67834" y="101751"/>
                </a:cubicBezTo>
                <a:cubicBezTo>
                  <a:pt x="67834" y="73672"/>
                  <a:pt x="90630" y="50875"/>
                  <a:pt x="118709" y="5087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1085341" y="379869"/>
            <a:ext cx="5743264" cy="434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418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Достижения и компетенции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85341" y="886362"/>
            <a:ext cx="868273" cy="36178"/>
          </a:xfrm>
          <a:custGeom>
            <a:avLst/>
            <a:gdLst/>
            <a:ahLst/>
            <a:cxnLst/>
            <a:rect l="l" t="t" r="r" b="b"/>
            <a:pathLst>
              <a:path w="868273" h="36178">
                <a:moveTo>
                  <a:pt x="0" y="0"/>
                </a:moveTo>
                <a:lnTo>
                  <a:pt x="868273" y="0"/>
                </a:lnTo>
                <a:lnTo>
                  <a:pt x="868273" y="36178"/>
                </a:lnTo>
                <a:lnTo>
                  <a:pt x="0" y="36178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Shape 4"/>
          <p:cNvSpPr/>
          <p:nvPr/>
        </p:nvSpPr>
        <p:spPr>
          <a:xfrm>
            <a:off x="369016" y="1164933"/>
            <a:ext cx="5576845" cy="3324762"/>
          </a:xfrm>
          <a:custGeom>
            <a:avLst/>
            <a:gdLst/>
            <a:ahLst/>
            <a:cxnLst/>
            <a:rect l="l" t="t" r="r" b="b"/>
            <a:pathLst>
              <a:path w="5576845" h="3324762">
                <a:moveTo>
                  <a:pt x="144727" y="0"/>
                </a:moveTo>
                <a:lnTo>
                  <a:pt x="5432118" y="0"/>
                </a:lnTo>
                <a:cubicBezTo>
                  <a:pt x="5512049" y="0"/>
                  <a:pt x="5576845" y="64796"/>
                  <a:pt x="5576845" y="144727"/>
                </a:cubicBezTo>
                <a:lnTo>
                  <a:pt x="5576845" y="3180035"/>
                </a:lnTo>
                <a:cubicBezTo>
                  <a:pt x="5576845" y="3259966"/>
                  <a:pt x="5512049" y="3324762"/>
                  <a:pt x="5432118" y="3324762"/>
                </a:cubicBezTo>
                <a:lnTo>
                  <a:pt x="144727" y="3324762"/>
                </a:lnTo>
                <a:cubicBezTo>
                  <a:pt x="64796" y="3324762"/>
                  <a:pt x="0" y="3259966"/>
                  <a:pt x="0" y="3180035"/>
                </a:cubicBezTo>
                <a:lnTo>
                  <a:pt x="0" y="144727"/>
                </a:lnTo>
                <a:cubicBezTo>
                  <a:pt x="0" y="64850"/>
                  <a:pt x="64850" y="0"/>
                  <a:pt x="144727" y="0"/>
                </a:cubicBezTo>
                <a:close/>
              </a:path>
            </a:pathLst>
          </a:custGeom>
          <a:gradFill rotWithShape="1" flip="none">
            <a:gsLst>
              <a:gs pos="0">
                <a:srgbClr val="C0C0C0">
                  <a:alpha val="30000"/>
                </a:srgbClr>
              </a:gs>
              <a:gs pos="5000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20320">
            <a:solidFill>
              <a:srgbClr val="C0C0C0">
                <a:alpha val="5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912" y="1468829"/>
            <a:ext cx="855611" cy="855611"/>
          </a:xfrm>
          <a:custGeom>
            <a:avLst/>
            <a:gdLst/>
            <a:ahLst/>
            <a:cxnLst/>
            <a:rect l="l" t="t" r="r" b="b"/>
            <a:pathLst>
              <a:path w="855611" h="855611">
                <a:moveTo>
                  <a:pt x="144709" y="0"/>
                </a:moveTo>
                <a:lnTo>
                  <a:pt x="710901" y="0"/>
                </a:lnTo>
                <a:cubicBezTo>
                  <a:pt x="790822" y="0"/>
                  <a:pt x="855611" y="64789"/>
                  <a:pt x="855611" y="144709"/>
                </a:cubicBezTo>
                <a:lnTo>
                  <a:pt x="855611" y="710901"/>
                </a:lnTo>
                <a:cubicBezTo>
                  <a:pt x="855611" y="790822"/>
                  <a:pt x="790822" y="855611"/>
                  <a:pt x="710901" y="855611"/>
                </a:cubicBezTo>
                <a:lnTo>
                  <a:pt x="144709" y="855611"/>
                </a:lnTo>
                <a:cubicBezTo>
                  <a:pt x="64789" y="855611"/>
                  <a:pt x="0" y="790822"/>
                  <a:pt x="0" y="710901"/>
                </a:cubicBezTo>
                <a:lnTo>
                  <a:pt x="0" y="144709"/>
                </a:lnTo>
                <a:cubicBezTo>
                  <a:pt x="0" y="64789"/>
                  <a:pt x="64789" y="0"/>
                  <a:pt x="144709" y="0"/>
                </a:cubicBezTo>
                <a:close/>
              </a:path>
            </a:pathLst>
          </a:custGeom>
          <a:gradFill rotWithShape="1" flip="none">
            <a:gsLst>
              <a:gs pos="0">
                <a:srgbClr val="C0C0C0">
                  <a:alpha val="40000"/>
                </a:srgbClr>
              </a:gs>
              <a:gs pos="100000">
                <a:srgbClr val="C0C0C0">
                  <a:alpha val="20000"/>
                </a:srgbClr>
              </a:gs>
            </a:gsLst>
            <a:lin ang="2700000" scaled="1"/>
          </a:gradFill>
          <a:ln w="20320">
            <a:solidFill>
              <a:srgbClr val="C0C0C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09878" y="1678662"/>
            <a:ext cx="379869" cy="434136"/>
          </a:xfrm>
          <a:custGeom>
            <a:avLst/>
            <a:gdLst/>
            <a:ahLst/>
            <a:cxnLst/>
            <a:rect l="l" t="t" r="r" b="b"/>
            <a:pathLst>
              <a:path w="379869" h="434136">
                <a:moveTo>
                  <a:pt x="190189" y="108534"/>
                </a:moveTo>
                <a:lnTo>
                  <a:pt x="118455" y="-10938"/>
                </a:lnTo>
                <a:cubicBezTo>
                  <a:pt x="112943" y="-20096"/>
                  <a:pt x="101412" y="-23403"/>
                  <a:pt x="91915" y="-18654"/>
                </a:cubicBezTo>
                <a:lnTo>
                  <a:pt x="18485" y="18061"/>
                </a:lnTo>
                <a:cubicBezTo>
                  <a:pt x="8394" y="23064"/>
                  <a:pt x="4324" y="35274"/>
                  <a:pt x="9327" y="45364"/>
                </a:cubicBezTo>
                <a:lnTo>
                  <a:pt x="68343" y="163310"/>
                </a:lnTo>
                <a:cubicBezTo>
                  <a:pt x="42820" y="192055"/>
                  <a:pt x="27388" y="229872"/>
                  <a:pt x="27388" y="271335"/>
                </a:cubicBezTo>
                <a:cubicBezTo>
                  <a:pt x="27388" y="361215"/>
                  <a:pt x="100309" y="434136"/>
                  <a:pt x="190189" y="434136"/>
                </a:cubicBezTo>
                <a:cubicBezTo>
                  <a:pt x="280069" y="434136"/>
                  <a:pt x="352990" y="361215"/>
                  <a:pt x="352990" y="271335"/>
                </a:cubicBezTo>
                <a:cubicBezTo>
                  <a:pt x="352990" y="229872"/>
                  <a:pt x="337473" y="192055"/>
                  <a:pt x="312036" y="163310"/>
                </a:cubicBezTo>
                <a:lnTo>
                  <a:pt x="371051" y="45364"/>
                </a:lnTo>
                <a:cubicBezTo>
                  <a:pt x="376054" y="35274"/>
                  <a:pt x="371984" y="23064"/>
                  <a:pt x="361978" y="18061"/>
                </a:cubicBezTo>
                <a:lnTo>
                  <a:pt x="288463" y="-18739"/>
                </a:lnTo>
                <a:cubicBezTo>
                  <a:pt x="278967" y="-23487"/>
                  <a:pt x="267350" y="-20096"/>
                  <a:pt x="261923" y="-11023"/>
                </a:cubicBezTo>
                <a:lnTo>
                  <a:pt x="190189" y="108534"/>
                </a:lnTo>
                <a:close/>
                <a:moveTo>
                  <a:pt x="216305" y="229363"/>
                </a:moveTo>
                <a:cubicBezTo>
                  <a:pt x="217492" y="231737"/>
                  <a:pt x="219697" y="233348"/>
                  <a:pt x="222241" y="233688"/>
                </a:cubicBezTo>
                <a:lnTo>
                  <a:pt x="264722" y="239877"/>
                </a:lnTo>
                <a:cubicBezTo>
                  <a:pt x="271251" y="240810"/>
                  <a:pt x="273794" y="248781"/>
                  <a:pt x="269131" y="253444"/>
                </a:cubicBezTo>
                <a:lnTo>
                  <a:pt x="238351" y="283461"/>
                </a:lnTo>
                <a:cubicBezTo>
                  <a:pt x="236486" y="285326"/>
                  <a:pt x="235638" y="287870"/>
                  <a:pt x="236062" y="290498"/>
                </a:cubicBezTo>
                <a:lnTo>
                  <a:pt x="243354" y="332810"/>
                </a:lnTo>
                <a:cubicBezTo>
                  <a:pt x="244456" y="339254"/>
                  <a:pt x="237673" y="344257"/>
                  <a:pt x="231822" y="341204"/>
                </a:cubicBezTo>
                <a:lnTo>
                  <a:pt x="193835" y="321193"/>
                </a:lnTo>
                <a:cubicBezTo>
                  <a:pt x="191546" y="320006"/>
                  <a:pt x="188748" y="320006"/>
                  <a:pt x="186458" y="321193"/>
                </a:cubicBezTo>
                <a:lnTo>
                  <a:pt x="148471" y="341204"/>
                </a:lnTo>
                <a:cubicBezTo>
                  <a:pt x="142621" y="344257"/>
                  <a:pt x="135837" y="339339"/>
                  <a:pt x="136940" y="332810"/>
                </a:cubicBezTo>
                <a:lnTo>
                  <a:pt x="144232" y="290498"/>
                </a:lnTo>
                <a:cubicBezTo>
                  <a:pt x="144656" y="287955"/>
                  <a:pt x="143808" y="285326"/>
                  <a:pt x="141942" y="283461"/>
                </a:cubicBezTo>
                <a:lnTo>
                  <a:pt x="111163" y="253444"/>
                </a:lnTo>
                <a:cubicBezTo>
                  <a:pt x="106414" y="248865"/>
                  <a:pt x="109043" y="240895"/>
                  <a:pt x="115572" y="239877"/>
                </a:cubicBezTo>
                <a:lnTo>
                  <a:pt x="158053" y="233688"/>
                </a:lnTo>
                <a:cubicBezTo>
                  <a:pt x="160597" y="233348"/>
                  <a:pt x="162886" y="231653"/>
                  <a:pt x="163988" y="229363"/>
                </a:cubicBezTo>
                <a:lnTo>
                  <a:pt x="182982" y="190867"/>
                </a:lnTo>
                <a:cubicBezTo>
                  <a:pt x="185865" y="184932"/>
                  <a:pt x="194259" y="184932"/>
                  <a:pt x="197227" y="190867"/>
                </a:cubicBezTo>
                <a:lnTo>
                  <a:pt x="216220" y="229363"/>
                </a:lnTo>
                <a:close/>
              </a:path>
            </a:pathLst>
          </a:custGeom>
          <a:solidFill>
            <a:srgbClr val="E8E8E8"/>
          </a:solidFill>
          <a:ln/>
        </p:spPr>
      </p:sp>
      <p:sp>
        <p:nvSpPr>
          <p:cNvPr id="9" name="Text 7"/>
          <p:cNvSpPr/>
          <p:nvPr/>
        </p:nvSpPr>
        <p:spPr>
          <a:xfrm>
            <a:off x="1714839" y="1533950"/>
            <a:ext cx="2224950" cy="361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56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ТехноГТО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14839" y="1968086"/>
            <a:ext cx="2170682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Серебряный значок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65676" y="2546935"/>
            <a:ext cx="5073970" cy="8863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24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Подтверждение технологических компетенций через систему ТехноГТО — всероссийский проект по оценке и развитию технических навыков школьников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5676" y="3645843"/>
            <a:ext cx="2414884" cy="542671"/>
          </a:xfrm>
          <a:custGeom>
            <a:avLst/>
            <a:gdLst/>
            <a:ahLst/>
            <a:cxnLst/>
            <a:rect l="l" t="t" r="r" b="b"/>
            <a:pathLst>
              <a:path w="2414884" h="542671">
                <a:moveTo>
                  <a:pt x="108534" y="0"/>
                </a:moveTo>
                <a:lnTo>
                  <a:pt x="2306350" y="0"/>
                </a:lnTo>
                <a:cubicBezTo>
                  <a:pt x="2366292" y="0"/>
                  <a:pt x="2414884" y="48592"/>
                  <a:pt x="2414884" y="108534"/>
                </a:cubicBezTo>
                <a:lnTo>
                  <a:pt x="2414884" y="434136"/>
                </a:lnTo>
                <a:cubicBezTo>
                  <a:pt x="2414884" y="494078"/>
                  <a:pt x="2366292" y="542671"/>
                  <a:pt x="2306350" y="542671"/>
                </a:cubicBezTo>
                <a:lnTo>
                  <a:pt x="108534" y="542671"/>
                </a:lnTo>
                <a:cubicBezTo>
                  <a:pt x="48592" y="542671"/>
                  <a:pt x="0" y="494078"/>
                  <a:pt x="0" y="434136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832999" y="382673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90445" y="180890"/>
                </a:moveTo>
                <a:cubicBezTo>
                  <a:pt x="140363" y="180890"/>
                  <a:pt x="180890" y="140363"/>
                  <a:pt x="180890" y="90445"/>
                </a:cubicBezTo>
                <a:cubicBezTo>
                  <a:pt x="180890" y="40527"/>
                  <a:pt x="140363" y="0"/>
                  <a:pt x="90445" y="0"/>
                </a:cubicBezTo>
                <a:cubicBezTo>
                  <a:pt x="40527" y="0"/>
                  <a:pt x="0" y="40527"/>
                  <a:pt x="0" y="90445"/>
                </a:cubicBezTo>
                <a:cubicBezTo>
                  <a:pt x="0" y="140363"/>
                  <a:pt x="40527" y="180890"/>
                  <a:pt x="90445" y="180890"/>
                </a:cubicBezTo>
                <a:close/>
                <a:moveTo>
                  <a:pt x="120264" y="75147"/>
                </a:moveTo>
                <a:lnTo>
                  <a:pt x="92000" y="120370"/>
                </a:lnTo>
                <a:cubicBezTo>
                  <a:pt x="90516" y="122737"/>
                  <a:pt x="87972" y="124221"/>
                  <a:pt x="85181" y="124362"/>
                </a:cubicBezTo>
                <a:cubicBezTo>
                  <a:pt x="82390" y="124503"/>
                  <a:pt x="79705" y="123231"/>
                  <a:pt x="78044" y="120970"/>
                </a:cubicBezTo>
                <a:lnTo>
                  <a:pt x="61086" y="98359"/>
                </a:lnTo>
                <a:cubicBezTo>
                  <a:pt x="58259" y="94614"/>
                  <a:pt x="59037" y="89315"/>
                  <a:pt x="62782" y="86488"/>
                </a:cubicBezTo>
                <a:cubicBezTo>
                  <a:pt x="66527" y="83662"/>
                  <a:pt x="71826" y="84439"/>
                  <a:pt x="74653" y="88184"/>
                </a:cubicBezTo>
                <a:lnTo>
                  <a:pt x="84192" y="100903"/>
                </a:lnTo>
                <a:lnTo>
                  <a:pt x="105884" y="66173"/>
                </a:lnTo>
                <a:cubicBezTo>
                  <a:pt x="108357" y="62216"/>
                  <a:pt x="113586" y="60980"/>
                  <a:pt x="117579" y="63488"/>
                </a:cubicBezTo>
                <a:cubicBezTo>
                  <a:pt x="121571" y="65997"/>
                  <a:pt x="122772" y="71190"/>
                  <a:pt x="120264" y="7518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4" name="Text 12"/>
          <p:cNvSpPr/>
          <p:nvPr/>
        </p:nvSpPr>
        <p:spPr>
          <a:xfrm>
            <a:off x="1145035" y="3790555"/>
            <a:ext cx="1438077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Высокий уровень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3227873" y="3645843"/>
            <a:ext cx="2414884" cy="542671"/>
          </a:xfrm>
          <a:custGeom>
            <a:avLst/>
            <a:gdLst/>
            <a:ahLst/>
            <a:cxnLst/>
            <a:rect l="l" t="t" r="r" b="b"/>
            <a:pathLst>
              <a:path w="2414884" h="542671">
                <a:moveTo>
                  <a:pt x="108534" y="0"/>
                </a:moveTo>
                <a:lnTo>
                  <a:pt x="2306350" y="0"/>
                </a:lnTo>
                <a:cubicBezTo>
                  <a:pt x="2366292" y="0"/>
                  <a:pt x="2414884" y="48592"/>
                  <a:pt x="2414884" y="108534"/>
                </a:cubicBezTo>
                <a:lnTo>
                  <a:pt x="2414884" y="434136"/>
                </a:lnTo>
                <a:cubicBezTo>
                  <a:pt x="2414884" y="494078"/>
                  <a:pt x="2366292" y="542671"/>
                  <a:pt x="2306350" y="542671"/>
                </a:cubicBezTo>
                <a:lnTo>
                  <a:pt x="108534" y="542671"/>
                </a:lnTo>
                <a:cubicBezTo>
                  <a:pt x="48592" y="542671"/>
                  <a:pt x="0" y="494078"/>
                  <a:pt x="0" y="434136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3395196" y="3826733"/>
            <a:ext cx="180890" cy="180890"/>
          </a:xfrm>
          <a:custGeom>
            <a:avLst/>
            <a:gdLst/>
            <a:ahLst/>
            <a:cxnLst/>
            <a:rect l="l" t="t" r="r" b="b"/>
            <a:pathLst>
              <a:path w="180890" h="180890">
                <a:moveTo>
                  <a:pt x="90445" y="180890"/>
                </a:moveTo>
                <a:cubicBezTo>
                  <a:pt x="140363" y="180890"/>
                  <a:pt x="180890" y="140363"/>
                  <a:pt x="180890" y="90445"/>
                </a:cubicBezTo>
                <a:cubicBezTo>
                  <a:pt x="180890" y="40527"/>
                  <a:pt x="140363" y="0"/>
                  <a:pt x="90445" y="0"/>
                </a:cubicBezTo>
                <a:cubicBezTo>
                  <a:pt x="40527" y="0"/>
                  <a:pt x="0" y="40527"/>
                  <a:pt x="0" y="90445"/>
                </a:cubicBezTo>
                <a:cubicBezTo>
                  <a:pt x="0" y="140363"/>
                  <a:pt x="40527" y="180890"/>
                  <a:pt x="90445" y="180890"/>
                </a:cubicBezTo>
                <a:close/>
                <a:moveTo>
                  <a:pt x="120264" y="75147"/>
                </a:moveTo>
                <a:lnTo>
                  <a:pt x="92000" y="120370"/>
                </a:lnTo>
                <a:cubicBezTo>
                  <a:pt x="90516" y="122737"/>
                  <a:pt x="87972" y="124221"/>
                  <a:pt x="85181" y="124362"/>
                </a:cubicBezTo>
                <a:cubicBezTo>
                  <a:pt x="82390" y="124503"/>
                  <a:pt x="79705" y="123231"/>
                  <a:pt x="78044" y="120970"/>
                </a:cubicBezTo>
                <a:lnTo>
                  <a:pt x="61086" y="98359"/>
                </a:lnTo>
                <a:cubicBezTo>
                  <a:pt x="58259" y="94614"/>
                  <a:pt x="59037" y="89315"/>
                  <a:pt x="62782" y="86488"/>
                </a:cubicBezTo>
                <a:cubicBezTo>
                  <a:pt x="66527" y="83662"/>
                  <a:pt x="71826" y="84439"/>
                  <a:pt x="74653" y="88184"/>
                </a:cubicBezTo>
                <a:lnTo>
                  <a:pt x="84192" y="100903"/>
                </a:lnTo>
                <a:lnTo>
                  <a:pt x="105884" y="66173"/>
                </a:lnTo>
                <a:cubicBezTo>
                  <a:pt x="108357" y="62216"/>
                  <a:pt x="113586" y="60980"/>
                  <a:pt x="117579" y="63488"/>
                </a:cubicBezTo>
                <a:cubicBezTo>
                  <a:pt x="121571" y="65997"/>
                  <a:pt x="122772" y="71190"/>
                  <a:pt x="120264" y="7518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7" name="Text 15"/>
          <p:cNvSpPr/>
          <p:nvPr/>
        </p:nvSpPr>
        <p:spPr>
          <a:xfrm>
            <a:off x="3707232" y="3790555"/>
            <a:ext cx="165514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Всеобуч технологий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65398" y="4713096"/>
            <a:ext cx="5578654" cy="2141740"/>
          </a:xfrm>
          <a:custGeom>
            <a:avLst/>
            <a:gdLst/>
            <a:ahLst/>
            <a:cxnLst/>
            <a:rect l="l" t="t" r="r" b="b"/>
            <a:pathLst>
              <a:path w="5578654" h="2141740">
                <a:moveTo>
                  <a:pt x="144717" y="0"/>
                </a:moveTo>
                <a:lnTo>
                  <a:pt x="5433937" y="0"/>
                </a:lnTo>
                <a:cubicBezTo>
                  <a:pt x="5513862" y="0"/>
                  <a:pt x="5578654" y="64792"/>
                  <a:pt x="5578654" y="144717"/>
                </a:cubicBezTo>
                <a:lnTo>
                  <a:pt x="5578654" y="1997023"/>
                </a:lnTo>
                <a:cubicBezTo>
                  <a:pt x="5578654" y="2076948"/>
                  <a:pt x="5513862" y="2141740"/>
                  <a:pt x="5433937" y="2141740"/>
                </a:cubicBezTo>
                <a:lnTo>
                  <a:pt x="144717" y="2141740"/>
                </a:lnTo>
                <a:cubicBezTo>
                  <a:pt x="64846" y="2141740"/>
                  <a:pt x="0" y="2076894"/>
                  <a:pt x="0" y="1997023"/>
                </a:cubicBezTo>
                <a:lnTo>
                  <a:pt x="0" y="144717"/>
                </a:lnTo>
                <a:cubicBezTo>
                  <a:pt x="0" y="64846"/>
                  <a:pt x="64846" y="0"/>
                  <a:pt x="144717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3A86FF">
                <a:alpha val="2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9651" y="4969848"/>
            <a:ext cx="244202" cy="217068"/>
          </a:xfrm>
          <a:custGeom>
            <a:avLst/>
            <a:gdLst/>
            <a:ahLst/>
            <a:cxnLst/>
            <a:rect l="l" t="t" r="r" b="b"/>
            <a:pathLst>
              <a:path w="244202" h="217068">
                <a:moveTo>
                  <a:pt x="101412" y="-3392"/>
                </a:moveTo>
                <a:cubicBezTo>
                  <a:pt x="98825" y="-6020"/>
                  <a:pt x="95052" y="-7080"/>
                  <a:pt x="91491" y="-6105"/>
                </a:cubicBezTo>
                <a:cubicBezTo>
                  <a:pt x="87930" y="-5130"/>
                  <a:pt x="85174" y="-2374"/>
                  <a:pt x="84284" y="1187"/>
                </a:cubicBezTo>
                <a:lnTo>
                  <a:pt x="77797" y="26710"/>
                </a:lnTo>
                <a:cubicBezTo>
                  <a:pt x="77331" y="28575"/>
                  <a:pt x="75423" y="29677"/>
                  <a:pt x="73600" y="29126"/>
                </a:cubicBezTo>
                <a:lnTo>
                  <a:pt x="48247" y="22004"/>
                </a:lnTo>
                <a:cubicBezTo>
                  <a:pt x="44686" y="20986"/>
                  <a:pt x="40870" y="22004"/>
                  <a:pt x="38284" y="24590"/>
                </a:cubicBezTo>
                <a:cubicBezTo>
                  <a:pt x="35698" y="27176"/>
                  <a:pt x="34680" y="30992"/>
                  <a:pt x="35698" y="34553"/>
                </a:cubicBezTo>
                <a:lnTo>
                  <a:pt x="42863" y="59906"/>
                </a:lnTo>
                <a:cubicBezTo>
                  <a:pt x="43371" y="61729"/>
                  <a:pt x="42269" y="63637"/>
                  <a:pt x="40446" y="64103"/>
                </a:cubicBezTo>
                <a:lnTo>
                  <a:pt x="14881" y="70590"/>
                </a:lnTo>
                <a:cubicBezTo>
                  <a:pt x="11320" y="71480"/>
                  <a:pt x="8522" y="74278"/>
                  <a:pt x="7547" y="77839"/>
                </a:cubicBezTo>
                <a:cubicBezTo>
                  <a:pt x="6571" y="81401"/>
                  <a:pt x="7631" y="85174"/>
                  <a:pt x="10260" y="87760"/>
                </a:cubicBezTo>
                <a:lnTo>
                  <a:pt x="29126" y="106118"/>
                </a:lnTo>
                <a:cubicBezTo>
                  <a:pt x="30483" y="107432"/>
                  <a:pt x="30483" y="109636"/>
                  <a:pt x="29126" y="110993"/>
                </a:cubicBezTo>
                <a:lnTo>
                  <a:pt x="10302" y="129351"/>
                </a:lnTo>
                <a:cubicBezTo>
                  <a:pt x="7674" y="131937"/>
                  <a:pt x="6614" y="135710"/>
                  <a:pt x="7589" y="139271"/>
                </a:cubicBezTo>
                <a:cubicBezTo>
                  <a:pt x="8564" y="142833"/>
                  <a:pt x="11362" y="145588"/>
                  <a:pt x="14923" y="146521"/>
                </a:cubicBezTo>
                <a:lnTo>
                  <a:pt x="40446" y="153008"/>
                </a:lnTo>
                <a:cubicBezTo>
                  <a:pt x="42311" y="153474"/>
                  <a:pt x="43414" y="155382"/>
                  <a:pt x="42863" y="157205"/>
                </a:cubicBezTo>
                <a:lnTo>
                  <a:pt x="35698" y="182515"/>
                </a:lnTo>
                <a:cubicBezTo>
                  <a:pt x="34680" y="186077"/>
                  <a:pt x="35698" y="189892"/>
                  <a:pt x="38284" y="192478"/>
                </a:cubicBezTo>
                <a:cubicBezTo>
                  <a:pt x="40870" y="195065"/>
                  <a:pt x="44686" y="196082"/>
                  <a:pt x="48247" y="195065"/>
                </a:cubicBezTo>
                <a:lnTo>
                  <a:pt x="73600" y="187900"/>
                </a:lnTo>
                <a:cubicBezTo>
                  <a:pt x="75423" y="187391"/>
                  <a:pt x="77331" y="188493"/>
                  <a:pt x="77797" y="190316"/>
                </a:cubicBezTo>
                <a:lnTo>
                  <a:pt x="84284" y="215839"/>
                </a:lnTo>
                <a:cubicBezTo>
                  <a:pt x="85174" y="219400"/>
                  <a:pt x="87972" y="222198"/>
                  <a:pt x="91533" y="223173"/>
                </a:cubicBezTo>
                <a:cubicBezTo>
                  <a:pt x="95095" y="224148"/>
                  <a:pt x="98868" y="223089"/>
                  <a:pt x="101454" y="220460"/>
                </a:cubicBezTo>
                <a:lnTo>
                  <a:pt x="119811" y="201594"/>
                </a:lnTo>
                <a:cubicBezTo>
                  <a:pt x="121126" y="200237"/>
                  <a:pt x="123330" y="200237"/>
                  <a:pt x="124687" y="201594"/>
                </a:cubicBezTo>
                <a:lnTo>
                  <a:pt x="143002" y="220460"/>
                </a:lnTo>
                <a:cubicBezTo>
                  <a:pt x="145588" y="223089"/>
                  <a:pt x="149362" y="224148"/>
                  <a:pt x="152923" y="223173"/>
                </a:cubicBezTo>
                <a:cubicBezTo>
                  <a:pt x="156484" y="222198"/>
                  <a:pt x="159240" y="219400"/>
                  <a:pt x="160173" y="215839"/>
                </a:cubicBezTo>
                <a:lnTo>
                  <a:pt x="166659" y="190359"/>
                </a:lnTo>
                <a:cubicBezTo>
                  <a:pt x="167126" y="188493"/>
                  <a:pt x="169033" y="187391"/>
                  <a:pt x="170856" y="187942"/>
                </a:cubicBezTo>
                <a:lnTo>
                  <a:pt x="196209" y="195107"/>
                </a:lnTo>
                <a:cubicBezTo>
                  <a:pt x="199771" y="196125"/>
                  <a:pt x="203586" y="195107"/>
                  <a:pt x="206172" y="192521"/>
                </a:cubicBezTo>
                <a:cubicBezTo>
                  <a:pt x="208759" y="189935"/>
                  <a:pt x="209776" y="186119"/>
                  <a:pt x="208759" y="182558"/>
                </a:cubicBezTo>
                <a:lnTo>
                  <a:pt x="201594" y="157205"/>
                </a:lnTo>
                <a:cubicBezTo>
                  <a:pt x="201085" y="155382"/>
                  <a:pt x="202187" y="153474"/>
                  <a:pt x="204010" y="153008"/>
                </a:cubicBezTo>
                <a:lnTo>
                  <a:pt x="229533" y="146521"/>
                </a:lnTo>
                <a:cubicBezTo>
                  <a:pt x="233094" y="145631"/>
                  <a:pt x="235892" y="142833"/>
                  <a:pt x="236867" y="139271"/>
                </a:cubicBezTo>
                <a:cubicBezTo>
                  <a:pt x="237842" y="135710"/>
                  <a:pt x="236782" y="131894"/>
                  <a:pt x="234154" y="129351"/>
                </a:cubicBezTo>
                <a:lnTo>
                  <a:pt x="215288" y="110993"/>
                </a:lnTo>
                <a:cubicBezTo>
                  <a:pt x="213931" y="109679"/>
                  <a:pt x="213931" y="107474"/>
                  <a:pt x="215288" y="106118"/>
                </a:cubicBezTo>
                <a:lnTo>
                  <a:pt x="234154" y="87760"/>
                </a:lnTo>
                <a:cubicBezTo>
                  <a:pt x="236782" y="85174"/>
                  <a:pt x="237842" y="81401"/>
                  <a:pt x="236867" y="77839"/>
                </a:cubicBezTo>
                <a:cubicBezTo>
                  <a:pt x="235892" y="74278"/>
                  <a:pt x="233094" y="71522"/>
                  <a:pt x="229533" y="70590"/>
                </a:cubicBezTo>
                <a:lnTo>
                  <a:pt x="204010" y="64103"/>
                </a:lnTo>
                <a:cubicBezTo>
                  <a:pt x="202145" y="63637"/>
                  <a:pt x="201043" y="61729"/>
                  <a:pt x="201594" y="59906"/>
                </a:cubicBezTo>
                <a:lnTo>
                  <a:pt x="208759" y="34553"/>
                </a:lnTo>
                <a:cubicBezTo>
                  <a:pt x="209776" y="30992"/>
                  <a:pt x="208759" y="27176"/>
                  <a:pt x="206172" y="24590"/>
                </a:cubicBezTo>
                <a:cubicBezTo>
                  <a:pt x="203586" y="22004"/>
                  <a:pt x="199771" y="20986"/>
                  <a:pt x="196209" y="22004"/>
                </a:cubicBezTo>
                <a:lnTo>
                  <a:pt x="170856" y="29169"/>
                </a:lnTo>
                <a:cubicBezTo>
                  <a:pt x="169033" y="29677"/>
                  <a:pt x="167126" y="28575"/>
                  <a:pt x="166659" y="26752"/>
                </a:cubicBezTo>
                <a:lnTo>
                  <a:pt x="160173" y="1187"/>
                </a:lnTo>
                <a:cubicBezTo>
                  <a:pt x="159282" y="-2374"/>
                  <a:pt x="156484" y="-5172"/>
                  <a:pt x="152923" y="-6147"/>
                </a:cubicBezTo>
                <a:cubicBezTo>
                  <a:pt x="149362" y="-7123"/>
                  <a:pt x="145588" y="-6063"/>
                  <a:pt x="143002" y="-3434"/>
                </a:cubicBezTo>
                <a:lnTo>
                  <a:pt x="124645" y="15475"/>
                </a:lnTo>
                <a:cubicBezTo>
                  <a:pt x="123330" y="16831"/>
                  <a:pt x="121126" y="16831"/>
                  <a:pt x="119769" y="15475"/>
                </a:cubicBezTo>
                <a:lnTo>
                  <a:pt x="101412" y="-3392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0" name="Text 18"/>
          <p:cNvSpPr/>
          <p:nvPr/>
        </p:nvSpPr>
        <p:spPr>
          <a:xfrm>
            <a:off x="965954" y="4933780"/>
            <a:ext cx="3201757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Дополнительные достижения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86084" y="5367807"/>
            <a:ext cx="5137282" cy="578849"/>
          </a:xfrm>
          <a:custGeom>
            <a:avLst/>
            <a:gdLst/>
            <a:ahLst/>
            <a:cxnLst/>
            <a:rect l="l" t="t" r="r" b="b"/>
            <a:pathLst>
              <a:path w="5137282" h="578849">
                <a:moveTo>
                  <a:pt x="108534" y="0"/>
                </a:moveTo>
                <a:lnTo>
                  <a:pt x="5028748" y="0"/>
                </a:lnTo>
                <a:cubicBezTo>
                  <a:pt x="5088690" y="0"/>
                  <a:pt x="5137282" y="48592"/>
                  <a:pt x="5137282" y="108534"/>
                </a:cubicBezTo>
                <a:lnTo>
                  <a:pt x="5137282" y="470315"/>
                </a:lnTo>
                <a:cubicBezTo>
                  <a:pt x="5137282" y="530256"/>
                  <a:pt x="5088690" y="578849"/>
                  <a:pt x="5028748" y="578849"/>
                </a:cubicBezTo>
                <a:lnTo>
                  <a:pt x="108534" y="578849"/>
                </a:lnTo>
                <a:cubicBezTo>
                  <a:pt x="48592" y="578849"/>
                  <a:pt x="0" y="530256"/>
                  <a:pt x="0" y="470315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94618" y="5476341"/>
            <a:ext cx="361780" cy="361780"/>
          </a:xfrm>
          <a:custGeom>
            <a:avLst/>
            <a:gdLst/>
            <a:ahLst/>
            <a:cxnLst/>
            <a:rect l="l" t="t" r="r" b="b"/>
            <a:pathLst>
              <a:path w="361780" h="361780">
                <a:moveTo>
                  <a:pt x="72356" y="0"/>
                </a:moveTo>
                <a:lnTo>
                  <a:pt x="289424" y="0"/>
                </a:lnTo>
                <a:cubicBezTo>
                  <a:pt x="329385" y="0"/>
                  <a:pt x="361780" y="32395"/>
                  <a:pt x="361780" y="72356"/>
                </a:cubicBezTo>
                <a:lnTo>
                  <a:pt x="361780" y="289424"/>
                </a:lnTo>
                <a:cubicBezTo>
                  <a:pt x="361780" y="329385"/>
                  <a:pt x="329385" y="361780"/>
                  <a:pt x="289424" y="361780"/>
                </a:cubicBezTo>
                <a:lnTo>
                  <a:pt x="72356" y="361780"/>
                </a:lnTo>
                <a:cubicBezTo>
                  <a:pt x="32395" y="361780"/>
                  <a:pt x="0" y="329385"/>
                  <a:pt x="0" y="28942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803153" y="5584875"/>
            <a:ext cx="144712" cy="144712"/>
          </a:xfrm>
          <a:custGeom>
            <a:avLst/>
            <a:gdLst/>
            <a:ahLst/>
            <a:cxnLst/>
            <a:rect l="l" t="t" r="r" b="b"/>
            <a:pathLst>
              <a:path w="144712" h="144712">
                <a:moveTo>
                  <a:pt x="40785" y="0"/>
                </a:moveTo>
                <a:lnTo>
                  <a:pt x="104097" y="0"/>
                </a:lnTo>
                <a:cubicBezTo>
                  <a:pt x="111587" y="0"/>
                  <a:pt x="117692" y="6162"/>
                  <a:pt x="117409" y="13623"/>
                </a:cubicBezTo>
                <a:cubicBezTo>
                  <a:pt x="117353" y="15121"/>
                  <a:pt x="117296" y="16619"/>
                  <a:pt x="117211" y="18089"/>
                </a:cubicBezTo>
                <a:lnTo>
                  <a:pt x="131230" y="18089"/>
                </a:lnTo>
                <a:cubicBezTo>
                  <a:pt x="138607" y="18089"/>
                  <a:pt x="145108" y="24194"/>
                  <a:pt x="144543" y="32165"/>
                </a:cubicBezTo>
                <a:cubicBezTo>
                  <a:pt x="142423" y="61474"/>
                  <a:pt x="127443" y="77585"/>
                  <a:pt x="111191" y="86008"/>
                </a:cubicBezTo>
                <a:cubicBezTo>
                  <a:pt x="106725" y="88325"/>
                  <a:pt x="102175" y="90049"/>
                  <a:pt x="97850" y="91321"/>
                </a:cubicBezTo>
                <a:cubicBezTo>
                  <a:pt x="92141" y="99405"/>
                  <a:pt x="86205" y="103673"/>
                  <a:pt x="81485" y="105962"/>
                </a:cubicBezTo>
                <a:lnTo>
                  <a:pt x="81485" y="126623"/>
                </a:lnTo>
                <a:lnTo>
                  <a:pt x="99574" y="126623"/>
                </a:lnTo>
                <a:cubicBezTo>
                  <a:pt x="104577" y="126623"/>
                  <a:pt x="108619" y="130665"/>
                  <a:pt x="108619" y="135668"/>
                </a:cubicBezTo>
                <a:cubicBezTo>
                  <a:pt x="108619" y="140670"/>
                  <a:pt x="104577" y="144712"/>
                  <a:pt x="99574" y="144712"/>
                </a:cubicBezTo>
                <a:lnTo>
                  <a:pt x="45307" y="144712"/>
                </a:lnTo>
                <a:cubicBezTo>
                  <a:pt x="40305" y="144712"/>
                  <a:pt x="36263" y="140670"/>
                  <a:pt x="36263" y="135668"/>
                </a:cubicBezTo>
                <a:cubicBezTo>
                  <a:pt x="36263" y="130665"/>
                  <a:pt x="40305" y="126623"/>
                  <a:pt x="45307" y="126623"/>
                </a:cubicBezTo>
                <a:lnTo>
                  <a:pt x="63396" y="126623"/>
                </a:lnTo>
                <a:lnTo>
                  <a:pt x="63396" y="105962"/>
                </a:lnTo>
                <a:cubicBezTo>
                  <a:pt x="58874" y="103786"/>
                  <a:pt x="53250" y="99744"/>
                  <a:pt x="47766" y="92311"/>
                </a:cubicBezTo>
                <a:cubicBezTo>
                  <a:pt x="42566" y="90954"/>
                  <a:pt x="36913" y="88891"/>
                  <a:pt x="31401" y="85782"/>
                </a:cubicBezTo>
                <a:cubicBezTo>
                  <a:pt x="16111" y="77218"/>
                  <a:pt x="2318" y="61079"/>
                  <a:pt x="339" y="32108"/>
                </a:cubicBezTo>
                <a:cubicBezTo>
                  <a:pt x="-198" y="24166"/>
                  <a:pt x="6275" y="18061"/>
                  <a:pt x="13652" y="18061"/>
                </a:cubicBezTo>
                <a:lnTo>
                  <a:pt x="27671" y="18061"/>
                </a:lnTo>
                <a:cubicBezTo>
                  <a:pt x="27586" y="16591"/>
                  <a:pt x="27529" y="15121"/>
                  <a:pt x="27473" y="13595"/>
                </a:cubicBezTo>
                <a:cubicBezTo>
                  <a:pt x="27190" y="6105"/>
                  <a:pt x="33295" y="-28"/>
                  <a:pt x="40785" y="-28"/>
                </a:cubicBezTo>
                <a:close/>
                <a:moveTo>
                  <a:pt x="28688" y="31656"/>
                </a:moveTo>
                <a:lnTo>
                  <a:pt x="13878" y="31656"/>
                </a:lnTo>
                <a:cubicBezTo>
                  <a:pt x="15630" y="55595"/>
                  <a:pt x="26625" y="67579"/>
                  <a:pt x="37959" y="73939"/>
                </a:cubicBezTo>
                <a:cubicBezTo>
                  <a:pt x="33889" y="63396"/>
                  <a:pt x="30525" y="49632"/>
                  <a:pt x="28688" y="31656"/>
                </a:cubicBezTo>
                <a:close/>
                <a:moveTo>
                  <a:pt x="107404" y="72582"/>
                </a:moveTo>
                <a:cubicBezTo>
                  <a:pt x="118851" y="65855"/>
                  <a:pt x="129195" y="53900"/>
                  <a:pt x="130948" y="31656"/>
                </a:cubicBezTo>
                <a:lnTo>
                  <a:pt x="116165" y="31656"/>
                </a:lnTo>
                <a:cubicBezTo>
                  <a:pt x="114413" y="48869"/>
                  <a:pt x="111247" y="62238"/>
                  <a:pt x="107404" y="7258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4" name="Text 22"/>
          <p:cNvSpPr/>
          <p:nvPr/>
        </p:nvSpPr>
        <p:spPr>
          <a:xfrm>
            <a:off x="1164933" y="5530608"/>
            <a:ext cx="362684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технических конкурсах и хакатонах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86084" y="6055189"/>
            <a:ext cx="5137282" cy="578849"/>
          </a:xfrm>
          <a:custGeom>
            <a:avLst/>
            <a:gdLst/>
            <a:ahLst/>
            <a:cxnLst/>
            <a:rect l="l" t="t" r="r" b="b"/>
            <a:pathLst>
              <a:path w="5137282" h="578849">
                <a:moveTo>
                  <a:pt x="108534" y="0"/>
                </a:moveTo>
                <a:lnTo>
                  <a:pt x="5028748" y="0"/>
                </a:lnTo>
                <a:cubicBezTo>
                  <a:pt x="5088690" y="0"/>
                  <a:pt x="5137282" y="48592"/>
                  <a:pt x="5137282" y="108534"/>
                </a:cubicBezTo>
                <a:lnTo>
                  <a:pt x="5137282" y="470315"/>
                </a:lnTo>
                <a:cubicBezTo>
                  <a:pt x="5137282" y="530256"/>
                  <a:pt x="5088690" y="578849"/>
                  <a:pt x="5028748" y="578849"/>
                </a:cubicBezTo>
                <a:lnTo>
                  <a:pt x="108534" y="578849"/>
                </a:lnTo>
                <a:cubicBezTo>
                  <a:pt x="48592" y="578849"/>
                  <a:pt x="0" y="530256"/>
                  <a:pt x="0" y="470315"/>
                </a:cubicBezTo>
                <a:lnTo>
                  <a:pt x="0" y="108534"/>
                </a:lnTo>
                <a:cubicBezTo>
                  <a:pt x="0" y="48633"/>
                  <a:pt x="48633" y="0"/>
                  <a:pt x="108534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694618" y="6163723"/>
            <a:ext cx="361780" cy="361780"/>
          </a:xfrm>
          <a:custGeom>
            <a:avLst/>
            <a:gdLst/>
            <a:ahLst/>
            <a:cxnLst/>
            <a:rect l="l" t="t" r="r" b="b"/>
            <a:pathLst>
              <a:path w="361780" h="361780">
                <a:moveTo>
                  <a:pt x="72356" y="0"/>
                </a:moveTo>
                <a:lnTo>
                  <a:pt x="289424" y="0"/>
                </a:lnTo>
                <a:cubicBezTo>
                  <a:pt x="329385" y="0"/>
                  <a:pt x="361780" y="32395"/>
                  <a:pt x="361780" y="72356"/>
                </a:cubicBezTo>
                <a:lnTo>
                  <a:pt x="361780" y="289424"/>
                </a:lnTo>
                <a:cubicBezTo>
                  <a:pt x="361780" y="329385"/>
                  <a:pt x="329385" y="361780"/>
                  <a:pt x="289424" y="361780"/>
                </a:cubicBezTo>
                <a:lnTo>
                  <a:pt x="72356" y="361780"/>
                </a:lnTo>
                <a:cubicBezTo>
                  <a:pt x="32395" y="361780"/>
                  <a:pt x="0" y="329385"/>
                  <a:pt x="0" y="289424"/>
                </a:cubicBezTo>
                <a:lnTo>
                  <a:pt x="0" y="72356"/>
                </a:lnTo>
                <a:cubicBezTo>
                  <a:pt x="0" y="32422"/>
                  <a:pt x="32422" y="0"/>
                  <a:pt x="72356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12197" y="6272258"/>
            <a:ext cx="126623" cy="144712"/>
          </a:xfrm>
          <a:custGeom>
            <a:avLst/>
            <a:gdLst/>
            <a:ahLst/>
            <a:cxnLst/>
            <a:rect l="l" t="t" r="r" b="b"/>
            <a:pathLst>
              <a:path w="126623" h="144712">
                <a:moveTo>
                  <a:pt x="81401" y="0"/>
                </a:moveTo>
                <a:lnTo>
                  <a:pt x="36178" y="0"/>
                </a:lnTo>
                <a:cubicBezTo>
                  <a:pt x="31175" y="0"/>
                  <a:pt x="27134" y="4042"/>
                  <a:pt x="27134" y="9045"/>
                </a:cubicBezTo>
                <a:cubicBezTo>
                  <a:pt x="27134" y="14047"/>
                  <a:pt x="31175" y="18089"/>
                  <a:pt x="36178" y="18089"/>
                </a:cubicBezTo>
                <a:lnTo>
                  <a:pt x="36178" y="60909"/>
                </a:lnTo>
                <a:lnTo>
                  <a:pt x="2120" y="120490"/>
                </a:lnTo>
                <a:cubicBezTo>
                  <a:pt x="735" y="122949"/>
                  <a:pt x="0" y="125690"/>
                  <a:pt x="0" y="128517"/>
                </a:cubicBezTo>
                <a:cubicBezTo>
                  <a:pt x="0" y="137477"/>
                  <a:pt x="7236" y="144712"/>
                  <a:pt x="16195" y="144712"/>
                </a:cubicBezTo>
                <a:lnTo>
                  <a:pt x="110428" y="144712"/>
                </a:lnTo>
                <a:cubicBezTo>
                  <a:pt x="119359" y="144712"/>
                  <a:pt x="126623" y="137477"/>
                  <a:pt x="126623" y="128517"/>
                </a:cubicBezTo>
                <a:cubicBezTo>
                  <a:pt x="126623" y="125690"/>
                  <a:pt x="125888" y="122921"/>
                  <a:pt x="124503" y="120490"/>
                </a:cubicBezTo>
                <a:lnTo>
                  <a:pt x="90445" y="60909"/>
                </a:lnTo>
                <a:lnTo>
                  <a:pt x="90445" y="18089"/>
                </a:lnTo>
                <a:cubicBezTo>
                  <a:pt x="95448" y="18089"/>
                  <a:pt x="99490" y="14047"/>
                  <a:pt x="99490" y="9045"/>
                </a:cubicBezTo>
                <a:cubicBezTo>
                  <a:pt x="99490" y="4042"/>
                  <a:pt x="95448" y="0"/>
                  <a:pt x="90445" y="0"/>
                </a:cubicBezTo>
                <a:lnTo>
                  <a:pt x="81401" y="0"/>
                </a:lnTo>
                <a:close/>
                <a:moveTo>
                  <a:pt x="54267" y="60909"/>
                </a:moveTo>
                <a:lnTo>
                  <a:pt x="54267" y="18089"/>
                </a:lnTo>
                <a:lnTo>
                  <a:pt x="72356" y="18089"/>
                </a:lnTo>
                <a:lnTo>
                  <a:pt x="72356" y="60909"/>
                </a:lnTo>
                <a:cubicBezTo>
                  <a:pt x="72356" y="64046"/>
                  <a:pt x="73176" y="67155"/>
                  <a:pt x="74730" y="69897"/>
                </a:cubicBezTo>
                <a:lnTo>
                  <a:pt x="86488" y="90445"/>
                </a:lnTo>
                <a:lnTo>
                  <a:pt x="40135" y="90445"/>
                </a:lnTo>
                <a:lnTo>
                  <a:pt x="51893" y="69897"/>
                </a:lnTo>
                <a:cubicBezTo>
                  <a:pt x="53447" y="67155"/>
                  <a:pt x="54267" y="64075"/>
                  <a:pt x="54267" y="60909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8" name="Text 26"/>
          <p:cNvSpPr/>
          <p:nvPr/>
        </p:nvSpPr>
        <p:spPr>
          <a:xfrm>
            <a:off x="1164933" y="6217990"/>
            <a:ext cx="332838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Научно-исследовательская деятельность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6242295" y="1161315"/>
            <a:ext cx="5578654" cy="4592802"/>
          </a:xfrm>
          <a:custGeom>
            <a:avLst/>
            <a:gdLst/>
            <a:ahLst/>
            <a:cxnLst/>
            <a:rect l="l" t="t" r="r" b="b"/>
            <a:pathLst>
              <a:path w="5578654" h="4592802">
                <a:moveTo>
                  <a:pt x="144719" y="0"/>
                </a:moveTo>
                <a:lnTo>
                  <a:pt x="5433935" y="0"/>
                </a:lnTo>
                <a:cubicBezTo>
                  <a:pt x="5513861" y="0"/>
                  <a:pt x="5578654" y="64793"/>
                  <a:pt x="5578654" y="144719"/>
                </a:cubicBezTo>
                <a:lnTo>
                  <a:pt x="5578654" y="4448083"/>
                </a:lnTo>
                <a:cubicBezTo>
                  <a:pt x="5578654" y="4528009"/>
                  <a:pt x="5513861" y="4592802"/>
                  <a:pt x="5433935" y="4592802"/>
                </a:cubicBezTo>
                <a:lnTo>
                  <a:pt x="144719" y="4592802"/>
                </a:lnTo>
                <a:cubicBezTo>
                  <a:pt x="64793" y="4592802"/>
                  <a:pt x="0" y="4528009"/>
                  <a:pt x="0" y="4448083"/>
                </a:cubicBezTo>
                <a:lnTo>
                  <a:pt x="0" y="144719"/>
                </a:lnTo>
                <a:cubicBezTo>
                  <a:pt x="0" y="64847"/>
                  <a:pt x="64847" y="0"/>
                  <a:pt x="144719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3A86FF">
                <a:alpha val="2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490115" y="1418067"/>
            <a:ext cx="217068" cy="217068"/>
          </a:xfrm>
          <a:custGeom>
            <a:avLst/>
            <a:gdLst/>
            <a:ahLst/>
            <a:cxnLst/>
            <a:rect l="l" t="t" r="r" b="b"/>
            <a:pathLst>
              <a:path w="217068" h="217068">
                <a:moveTo>
                  <a:pt x="50875" y="23742"/>
                </a:moveTo>
                <a:cubicBezTo>
                  <a:pt x="50875" y="10641"/>
                  <a:pt x="61517" y="0"/>
                  <a:pt x="74617" y="0"/>
                </a:cubicBezTo>
                <a:lnTo>
                  <a:pt x="84792" y="0"/>
                </a:lnTo>
                <a:cubicBezTo>
                  <a:pt x="92296" y="0"/>
                  <a:pt x="98359" y="6063"/>
                  <a:pt x="98359" y="13567"/>
                </a:cubicBezTo>
                <a:lnTo>
                  <a:pt x="98359" y="203501"/>
                </a:lnTo>
                <a:cubicBezTo>
                  <a:pt x="98359" y="211006"/>
                  <a:pt x="92296" y="217068"/>
                  <a:pt x="84792" y="217068"/>
                </a:cubicBezTo>
                <a:lnTo>
                  <a:pt x="71226" y="217068"/>
                </a:lnTo>
                <a:cubicBezTo>
                  <a:pt x="58591" y="217068"/>
                  <a:pt x="47950" y="208419"/>
                  <a:pt x="44940" y="196718"/>
                </a:cubicBezTo>
                <a:cubicBezTo>
                  <a:pt x="44643" y="196718"/>
                  <a:pt x="44389" y="196718"/>
                  <a:pt x="44092" y="196718"/>
                </a:cubicBezTo>
                <a:cubicBezTo>
                  <a:pt x="25353" y="196718"/>
                  <a:pt x="10175" y="181540"/>
                  <a:pt x="10175" y="162801"/>
                </a:cubicBezTo>
                <a:cubicBezTo>
                  <a:pt x="10175" y="155170"/>
                  <a:pt x="12719" y="148132"/>
                  <a:pt x="16958" y="142451"/>
                </a:cubicBezTo>
                <a:cubicBezTo>
                  <a:pt x="8734" y="136261"/>
                  <a:pt x="3392" y="126425"/>
                  <a:pt x="3392" y="115318"/>
                </a:cubicBezTo>
                <a:cubicBezTo>
                  <a:pt x="3392" y="102217"/>
                  <a:pt x="10853" y="90813"/>
                  <a:pt x="21707" y="85174"/>
                </a:cubicBezTo>
                <a:cubicBezTo>
                  <a:pt x="18697" y="80086"/>
                  <a:pt x="16958" y="74151"/>
                  <a:pt x="16958" y="67834"/>
                </a:cubicBezTo>
                <a:cubicBezTo>
                  <a:pt x="16958" y="49095"/>
                  <a:pt x="32136" y="33917"/>
                  <a:pt x="50875" y="33917"/>
                </a:cubicBezTo>
                <a:lnTo>
                  <a:pt x="50875" y="23742"/>
                </a:lnTo>
                <a:close/>
                <a:moveTo>
                  <a:pt x="166193" y="23742"/>
                </a:moveTo>
                <a:lnTo>
                  <a:pt x="166193" y="33917"/>
                </a:lnTo>
                <a:cubicBezTo>
                  <a:pt x="184932" y="33917"/>
                  <a:pt x="200110" y="49095"/>
                  <a:pt x="200110" y="67834"/>
                </a:cubicBezTo>
                <a:cubicBezTo>
                  <a:pt x="200110" y="74193"/>
                  <a:pt x="198372" y="80129"/>
                  <a:pt x="195361" y="85174"/>
                </a:cubicBezTo>
                <a:cubicBezTo>
                  <a:pt x="206257" y="90813"/>
                  <a:pt x="213677" y="102175"/>
                  <a:pt x="213677" y="115318"/>
                </a:cubicBezTo>
                <a:cubicBezTo>
                  <a:pt x="213677" y="126425"/>
                  <a:pt x="208335" y="136261"/>
                  <a:pt x="200110" y="142451"/>
                </a:cubicBezTo>
                <a:cubicBezTo>
                  <a:pt x="204349" y="148132"/>
                  <a:pt x="206893" y="155170"/>
                  <a:pt x="206893" y="162801"/>
                </a:cubicBezTo>
                <a:cubicBezTo>
                  <a:pt x="206893" y="181540"/>
                  <a:pt x="191715" y="196718"/>
                  <a:pt x="172976" y="196718"/>
                </a:cubicBezTo>
                <a:cubicBezTo>
                  <a:pt x="172679" y="196718"/>
                  <a:pt x="172425" y="196718"/>
                  <a:pt x="172128" y="196718"/>
                </a:cubicBezTo>
                <a:cubicBezTo>
                  <a:pt x="169118" y="208419"/>
                  <a:pt x="158477" y="217068"/>
                  <a:pt x="145843" y="217068"/>
                </a:cubicBezTo>
                <a:lnTo>
                  <a:pt x="132276" y="217068"/>
                </a:lnTo>
                <a:cubicBezTo>
                  <a:pt x="124772" y="217068"/>
                  <a:pt x="118709" y="211006"/>
                  <a:pt x="118709" y="203501"/>
                </a:cubicBezTo>
                <a:lnTo>
                  <a:pt x="118709" y="13567"/>
                </a:lnTo>
                <a:cubicBezTo>
                  <a:pt x="118709" y="6063"/>
                  <a:pt x="124772" y="0"/>
                  <a:pt x="132276" y="0"/>
                </a:cubicBezTo>
                <a:lnTo>
                  <a:pt x="142451" y="0"/>
                </a:lnTo>
                <a:cubicBezTo>
                  <a:pt x="155551" y="0"/>
                  <a:pt x="166193" y="10641"/>
                  <a:pt x="166193" y="23742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1" name="Text 29"/>
          <p:cNvSpPr/>
          <p:nvPr/>
        </p:nvSpPr>
        <p:spPr>
          <a:xfrm>
            <a:off x="6842851" y="1382004"/>
            <a:ext cx="2604819" cy="2894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709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Ключевые компетенции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462981" y="1852204"/>
            <a:ext cx="660249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11306317" y="1870293"/>
            <a:ext cx="37082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90%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62981" y="2177806"/>
            <a:ext cx="5137282" cy="108534"/>
          </a:xfrm>
          <a:custGeom>
            <a:avLst/>
            <a:gdLst/>
            <a:ahLst/>
            <a:cxnLst/>
            <a:rect l="l" t="t" r="r" b="b"/>
            <a:pathLst>
              <a:path w="5137282" h="108534">
                <a:moveTo>
                  <a:pt x="54267" y="0"/>
                </a:moveTo>
                <a:lnTo>
                  <a:pt x="5083015" y="0"/>
                </a:lnTo>
                <a:cubicBezTo>
                  <a:pt x="5112986" y="0"/>
                  <a:pt x="5137282" y="24296"/>
                  <a:pt x="5137282" y="54267"/>
                </a:cubicBezTo>
                <a:lnTo>
                  <a:pt x="5137282" y="54267"/>
                </a:lnTo>
                <a:cubicBezTo>
                  <a:pt x="5137282" y="84238"/>
                  <a:pt x="5112986" y="108534"/>
                  <a:pt x="5083015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5" name="Shape 33"/>
          <p:cNvSpPr/>
          <p:nvPr/>
        </p:nvSpPr>
        <p:spPr>
          <a:xfrm>
            <a:off x="6462981" y="2177806"/>
            <a:ext cx="4621745" cy="108534"/>
          </a:xfrm>
          <a:custGeom>
            <a:avLst/>
            <a:gdLst/>
            <a:ahLst/>
            <a:cxnLst/>
            <a:rect l="l" t="t" r="r" b="b"/>
            <a:pathLst>
              <a:path w="4621745" h="108534">
                <a:moveTo>
                  <a:pt x="54267" y="0"/>
                </a:moveTo>
                <a:lnTo>
                  <a:pt x="4567478" y="0"/>
                </a:lnTo>
                <a:cubicBezTo>
                  <a:pt x="4597449" y="0"/>
                  <a:pt x="4621745" y="24296"/>
                  <a:pt x="4621745" y="54267"/>
                </a:cubicBezTo>
                <a:lnTo>
                  <a:pt x="4621745" y="54267"/>
                </a:lnTo>
                <a:cubicBezTo>
                  <a:pt x="4621745" y="84238"/>
                  <a:pt x="4597449" y="108534"/>
                  <a:pt x="4567478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/>
              </a:gs>
              <a:gs pos="100000">
                <a:srgbClr val="3A86FF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36" name="Text 34"/>
          <p:cNvSpPr/>
          <p:nvPr/>
        </p:nvSpPr>
        <p:spPr>
          <a:xfrm>
            <a:off x="6462981" y="2431052"/>
            <a:ext cx="1022030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Математика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11306542" y="2449141"/>
            <a:ext cx="37082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6462981" y="2756655"/>
            <a:ext cx="5137282" cy="108534"/>
          </a:xfrm>
          <a:custGeom>
            <a:avLst/>
            <a:gdLst/>
            <a:ahLst/>
            <a:cxnLst/>
            <a:rect l="l" t="t" r="r" b="b"/>
            <a:pathLst>
              <a:path w="5137282" h="108534">
                <a:moveTo>
                  <a:pt x="54267" y="0"/>
                </a:moveTo>
                <a:lnTo>
                  <a:pt x="5083015" y="0"/>
                </a:lnTo>
                <a:cubicBezTo>
                  <a:pt x="5112986" y="0"/>
                  <a:pt x="5137282" y="24296"/>
                  <a:pt x="5137282" y="54267"/>
                </a:cubicBezTo>
                <a:lnTo>
                  <a:pt x="5137282" y="54267"/>
                </a:lnTo>
                <a:cubicBezTo>
                  <a:pt x="5137282" y="84238"/>
                  <a:pt x="5112986" y="108534"/>
                  <a:pt x="5083015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39" name="Shape 37"/>
          <p:cNvSpPr/>
          <p:nvPr/>
        </p:nvSpPr>
        <p:spPr>
          <a:xfrm>
            <a:off x="6462981" y="2756655"/>
            <a:ext cx="4368499" cy="108534"/>
          </a:xfrm>
          <a:custGeom>
            <a:avLst/>
            <a:gdLst/>
            <a:ahLst/>
            <a:cxnLst/>
            <a:rect l="l" t="t" r="r" b="b"/>
            <a:pathLst>
              <a:path w="4368499" h="108534">
                <a:moveTo>
                  <a:pt x="54267" y="0"/>
                </a:moveTo>
                <a:lnTo>
                  <a:pt x="4314231" y="0"/>
                </a:lnTo>
                <a:cubicBezTo>
                  <a:pt x="4344202" y="0"/>
                  <a:pt x="4368499" y="24296"/>
                  <a:pt x="4368499" y="54267"/>
                </a:cubicBezTo>
                <a:lnTo>
                  <a:pt x="4368499" y="54267"/>
                </a:lnTo>
                <a:cubicBezTo>
                  <a:pt x="4368499" y="84238"/>
                  <a:pt x="4344202" y="108534"/>
                  <a:pt x="4314231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/>
              </a:gs>
              <a:gs pos="100000">
                <a:srgbClr val="3A86FF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0" name="Text 38"/>
          <p:cNvSpPr/>
          <p:nvPr/>
        </p:nvSpPr>
        <p:spPr>
          <a:xfrm>
            <a:off x="6462981" y="3009901"/>
            <a:ext cx="1600878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Программирование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1302246" y="3027990"/>
            <a:ext cx="37082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80%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6462981" y="3335503"/>
            <a:ext cx="5137282" cy="108534"/>
          </a:xfrm>
          <a:custGeom>
            <a:avLst/>
            <a:gdLst/>
            <a:ahLst/>
            <a:cxnLst/>
            <a:rect l="l" t="t" r="r" b="b"/>
            <a:pathLst>
              <a:path w="5137282" h="108534">
                <a:moveTo>
                  <a:pt x="54267" y="0"/>
                </a:moveTo>
                <a:lnTo>
                  <a:pt x="5083015" y="0"/>
                </a:lnTo>
                <a:cubicBezTo>
                  <a:pt x="5112986" y="0"/>
                  <a:pt x="5137282" y="24296"/>
                  <a:pt x="5137282" y="54267"/>
                </a:cubicBezTo>
                <a:lnTo>
                  <a:pt x="5137282" y="54267"/>
                </a:lnTo>
                <a:cubicBezTo>
                  <a:pt x="5137282" y="84238"/>
                  <a:pt x="5112986" y="108534"/>
                  <a:pt x="5083015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3" name="Shape 41"/>
          <p:cNvSpPr/>
          <p:nvPr/>
        </p:nvSpPr>
        <p:spPr>
          <a:xfrm>
            <a:off x="6462981" y="3335503"/>
            <a:ext cx="4115252" cy="108534"/>
          </a:xfrm>
          <a:custGeom>
            <a:avLst/>
            <a:gdLst/>
            <a:ahLst/>
            <a:cxnLst/>
            <a:rect l="l" t="t" r="r" b="b"/>
            <a:pathLst>
              <a:path w="4115252" h="108534">
                <a:moveTo>
                  <a:pt x="54267" y="0"/>
                </a:moveTo>
                <a:lnTo>
                  <a:pt x="4060985" y="0"/>
                </a:lnTo>
                <a:cubicBezTo>
                  <a:pt x="4090956" y="0"/>
                  <a:pt x="4115252" y="24296"/>
                  <a:pt x="4115252" y="54267"/>
                </a:cubicBezTo>
                <a:lnTo>
                  <a:pt x="4115252" y="54267"/>
                </a:lnTo>
                <a:cubicBezTo>
                  <a:pt x="4115252" y="84238"/>
                  <a:pt x="4090956" y="108534"/>
                  <a:pt x="4060985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/>
              </a:gs>
              <a:gs pos="100000">
                <a:srgbClr val="3A86FF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4" name="Text 42"/>
          <p:cNvSpPr/>
          <p:nvPr/>
        </p:nvSpPr>
        <p:spPr>
          <a:xfrm>
            <a:off x="6462981" y="3588750"/>
            <a:ext cx="967763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Инженерия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11306542" y="3606839"/>
            <a:ext cx="37082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85%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6462981" y="3914352"/>
            <a:ext cx="5137282" cy="108534"/>
          </a:xfrm>
          <a:custGeom>
            <a:avLst/>
            <a:gdLst/>
            <a:ahLst/>
            <a:cxnLst/>
            <a:rect l="l" t="t" r="r" b="b"/>
            <a:pathLst>
              <a:path w="5137282" h="108534">
                <a:moveTo>
                  <a:pt x="54267" y="0"/>
                </a:moveTo>
                <a:lnTo>
                  <a:pt x="5083015" y="0"/>
                </a:lnTo>
                <a:cubicBezTo>
                  <a:pt x="5112986" y="0"/>
                  <a:pt x="5137282" y="24296"/>
                  <a:pt x="5137282" y="54267"/>
                </a:cubicBezTo>
                <a:lnTo>
                  <a:pt x="5137282" y="54267"/>
                </a:lnTo>
                <a:cubicBezTo>
                  <a:pt x="5137282" y="84238"/>
                  <a:pt x="5112986" y="108534"/>
                  <a:pt x="5083015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47" name="Shape 45"/>
          <p:cNvSpPr/>
          <p:nvPr/>
        </p:nvSpPr>
        <p:spPr>
          <a:xfrm>
            <a:off x="6462981" y="3914352"/>
            <a:ext cx="4368499" cy="108534"/>
          </a:xfrm>
          <a:custGeom>
            <a:avLst/>
            <a:gdLst/>
            <a:ahLst/>
            <a:cxnLst/>
            <a:rect l="l" t="t" r="r" b="b"/>
            <a:pathLst>
              <a:path w="4368499" h="108534">
                <a:moveTo>
                  <a:pt x="54267" y="0"/>
                </a:moveTo>
                <a:lnTo>
                  <a:pt x="4314231" y="0"/>
                </a:lnTo>
                <a:cubicBezTo>
                  <a:pt x="4344202" y="0"/>
                  <a:pt x="4368499" y="24296"/>
                  <a:pt x="4368499" y="54267"/>
                </a:cubicBezTo>
                <a:lnTo>
                  <a:pt x="4368499" y="54267"/>
                </a:lnTo>
                <a:cubicBezTo>
                  <a:pt x="4368499" y="84238"/>
                  <a:pt x="4344202" y="108534"/>
                  <a:pt x="4314231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/>
              </a:gs>
              <a:gs pos="100000">
                <a:srgbClr val="3A86FF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48" name="Text 46"/>
          <p:cNvSpPr/>
          <p:nvPr/>
        </p:nvSpPr>
        <p:spPr>
          <a:xfrm>
            <a:off x="6462981" y="4167598"/>
            <a:ext cx="1474255" cy="25324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Работа с дронами</a:t>
            </a:r>
            <a:endParaRPr lang="en-US" sz="1600" dirty="0"/>
          </a:p>
        </p:txBody>
      </p:sp>
      <p:sp>
        <p:nvSpPr>
          <p:cNvPr id="49" name="Text 47"/>
          <p:cNvSpPr/>
          <p:nvPr/>
        </p:nvSpPr>
        <p:spPr>
          <a:xfrm>
            <a:off x="11302812" y="4185687"/>
            <a:ext cx="370825" cy="217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39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88%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6462981" y="4493201"/>
            <a:ext cx="5137282" cy="108534"/>
          </a:xfrm>
          <a:custGeom>
            <a:avLst/>
            <a:gdLst/>
            <a:ahLst/>
            <a:cxnLst/>
            <a:rect l="l" t="t" r="r" b="b"/>
            <a:pathLst>
              <a:path w="5137282" h="108534">
                <a:moveTo>
                  <a:pt x="54267" y="0"/>
                </a:moveTo>
                <a:lnTo>
                  <a:pt x="5083015" y="0"/>
                </a:lnTo>
                <a:cubicBezTo>
                  <a:pt x="5112986" y="0"/>
                  <a:pt x="5137282" y="24296"/>
                  <a:pt x="5137282" y="54267"/>
                </a:cubicBezTo>
                <a:lnTo>
                  <a:pt x="5137282" y="54267"/>
                </a:lnTo>
                <a:cubicBezTo>
                  <a:pt x="5137282" y="84238"/>
                  <a:pt x="5112986" y="108534"/>
                  <a:pt x="5083015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solidFill>
            <a:srgbClr val="1A1D21"/>
          </a:solidFill>
          <a:ln/>
        </p:spPr>
      </p:sp>
      <p:sp>
        <p:nvSpPr>
          <p:cNvPr id="51" name="Shape 49"/>
          <p:cNvSpPr/>
          <p:nvPr/>
        </p:nvSpPr>
        <p:spPr>
          <a:xfrm>
            <a:off x="6462981" y="4493201"/>
            <a:ext cx="4522255" cy="108534"/>
          </a:xfrm>
          <a:custGeom>
            <a:avLst/>
            <a:gdLst/>
            <a:ahLst/>
            <a:cxnLst/>
            <a:rect l="l" t="t" r="r" b="b"/>
            <a:pathLst>
              <a:path w="4522255" h="108534">
                <a:moveTo>
                  <a:pt x="54267" y="0"/>
                </a:moveTo>
                <a:lnTo>
                  <a:pt x="4467988" y="0"/>
                </a:lnTo>
                <a:cubicBezTo>
                  <a:pt x="4497959" y="0"/>
                  <a:pt x="4522255" y="24296"/>
                  <a:pt x="4522255" y="54267"/>
                </a:cubicBezTo>
                <a:lnTo>
                  <a:pt x="4522255" y="54267"/>
                </a:lnTo>
                <a:cubicBezTo>
                  <a:pt x="4522255" y="84238"/>
                  <a:pt x="4497959" y="108534"/>
                  <a:pt x="4467988" y="108534"/>
                </a:cubicBezTo>
                <a:lnTo>
                  <a:pt x="54267" y="108534"/>
                </a:lnTo>
                <a:cubicBezTo>
                  <a:pt x="24316" y="108534"/>
                  <a:pt x="0" y="84218"/>
                  <a:pt x="0" y="54267"/>
                </a:cubicBezTo>
                <a:lnTo>
                  <a:pt x="0" y="54267"/>
                </a:lnTo>
                <a:cubicBezTo>
                  <a:pt x="0" y="24316"/>
                  <a:pt x="24316" y="0"/>
                  <a:pt x="5426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/>
              </a:gs>
              <a:gs pos="100000">
                <a:srgbClr val="3A86FF">
                  <a:alpha val="70000"/>
                </a:srgbClr>
              </a:gs>
            </a:gsLst>
            <a:lin ang="0" scaled="1"/>
          </a:gradFill>
          <a:ln/>
        </p:spPr>
      </p:sp>
      <p:sp>
        <p:nvSpPr>
          <p:cNvPr id="52" name="Shape 50"/>
          <p:cNvSpPr/>
          <p:nvPr/>
        </p:nvSpPr>
        <p:spPr>
          <a:xfrm>
            <a:off x="6242295" y="5979213"/>
            <a:ext cx="5578654" cy="875509"/>
          </a:xfrm>
          <a:custGeom>
            <a:avLst/>
            <a:gdLst/>
            <a:ahLst/>
            <a:cxnLst/>
            <a:rect l="l" t="t" r="r" b="b"/>
            <a:pathLst>
              <a:path w="5578654" h="875509">
                <a:moveTo>
                  <a:pt x="108537" y="0"/>
                </a:moveTo>
                <a:lnTo>
                  <a:pt x="5470117" y="0"/>
                </a:lnTo>
                <a:cubicBezTo>
                  <a:pt x="5530060" y="0"/>
                  <a:pt x="5578654" y="48594"/>
                  <a:pt x="5578654" y="108537"/>
                </a:cubicBezTo>
                <a:lnTo>
                  <a:pt x="5578654" y="766972"/>
                </a:lnTo>
                <a:cubicBezTo>
                  <a:pt x="5578654" y="826915"/>
                  <a:pt x="5530060" y="875509"/>
                  <a:pt x="5470117" y="875509"/>
                </a:cubicBezTo>
                <a:lnTo>
                  <a:pt x="108537" y="875509"/>
                </a:lnTo>
                <a:cubicBezTo>
                  <a:pt x="48594" y="875509"/>
                  <a:pt x="0" y="826915"/>
                  <a:pt x="0" y="766972"/>
                </a:cubicBezTo>
                <a:lnTo>
                  <a:pt x="0" y="108537"/>
                </a:lnTo>
                <a:cubicBezTo>
                  <a:pt x="0" y="48594"/>
                  <a:pt x="48594" y="0"/>
                  <a:pt x="10853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431325" y="6308436"/>
            <a:ext cx="162801" cy="217068"/>
          </a:xfrm>
          <a:custGeom>
            <a:avLst/>
            <a:gdLst/>
            <a:ahLst/>
            <a:cxnLst/>
            <a:rect l="l" t="t" r="r" b="b"/>
            <a:pathLst>
              <a:path w="162801" h="217068">
                <a:moveTo>
                  <a:pt x="124178" y="162801"/>
                </a:moveTo>
                <a:cubicBezTo>
                  <a:pt x="127273" y="153347"/>
                  <a:pt x="133463" y="144783"/>
                  <a:pt x="140458" y="137406"/>
                </a:cubicBezTo>
                <a:cubicBezTo>
                  <a:pt x="154322" y="122822"/>
                  <a:pt x="162801" y="103107"/>
                  <a:pt x="162801" y="81401"/>
                </a:cubicBezTo>
                <a:cubicBezTo>
                  <a:pt x="162801" y="36461"/>
                  <a:pt x="126341" y="0"/>
                  <a:pt x="81401" y="0"/>
                </a:cubicBezTo>
                <a:cubicBezTo>
                  <a:pt x="36461" y="0"/>
                  <a:pt x="0" y="36461"/>
                  <a:pt x="0" y="81401"/>
                </a:cubicBezTo>
                <a:cubicBezTo>
                  <a:pt x="0" y="103107"/>
                  <a:pt x="8479" y="122822"/>
                  <a:pt x="22343" y="137406"/>
                </a:cubicBezTo>
                <a:cubicBezTo>
                  <a:pt x="29338" y="144783"/>
                  <a:pt x="35570" y="153347"/>
                  <a:pt x="38623" y="162801"/>
                </a:cubicBezTo>
                <a:lnTo>
                  <a:pt x="124136" y="162801"/>
                </a:lnTo>
                <a:close/>
                <a:moveTo>
                  <a:pt x="122101" y="183151"/>
                </a:moveTo>
                <a:lnTo>
                  <a:pt x="40700" y="183151"/>
                </a:lnTo>
                <a:lnTo>
                  <a:pt x="40700" y="189935"/>
                </a:lnTo>
                <a:cubicBezTo>
                  <a:pt x="40700" y="208674"/>
                  <a:pt x="55878" y="223852"/>
                  <a:pt x="74617" y="223852"/>
                </a:cubicBezTo>
                <a:lnTo>
                  <a:pt x="88184" y="223852"/>
                </a:lnTo>
                <a:cubicBezTo>
                  <a:pt x="106923" y="223852"/>
                  <a:pt x="122101" y="208674"/>
                  <a:pt x="122101" y="189935"/>
                </a:cubicBezTo>
                <a:lnTo>
                  <a:pt x="122101" y="183151"/>
                </a:lnTo>
                <a:close/>
                <a:moveTo>
                  <a:pt x="78009" y="47484"/>
                </a:moveTo>
                <a:cubicBezTo>
                  <a:pt x="61135" y="47484"/>
                  <a:pt x="47484" y="61135"/>
                  <a:pt x="47484" y="78009"/>
                </a:cubicBezTo>
                <a:cubicBezTo>
                  <a:pt x="47484" y="83648"/>
                  <a:pt x="42947" y="88184"/>
                  <a:pt x="37309" y="88184"/>
                </a:cubicBezTo>
                <a:cubicBezTo>
                  <a:pt x="31670" y="88184"/>
                  <a:pt x="27134" y="83648"/>
                  <a:pt x="27134" y="78009"/>
                </a:cubicBezTo>
                <a:cubicBezTo>
                  <a:pt x="27134" y="49900"/>
                  <a:pt x="49900" y="27134"/>
                  <a:pt x="78009" y="27134"/>
                </a:cubicBezTo>
                <a:cubicBezTo>
                  <a:pt x="83648" y="27134"/>
                  <a:pt x="88184" y="31670"/>
                  <a:pt x="88184" y="37309"/>
                </a:cubicBezTo>
                <a:cubicBezTo>
                  <a:pt x="88184" y="42947"/>
                  <a:pt x="83648" y="47484"/>
                  <a:pt x="78009" y="47484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4" name="Text 52"/>
          <p:cNvSpPr/>
          <p:nvPr/>
        </p:nvSpPr>
        <p:spPr>
          <a:xfrm>
            <a:off x="6708652" y="6163723"/>
            <a:ext cx="5010659" cy="5064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8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Soft skills:</a:t>
            </a:r>
            <a:pPr>
              <a:lnSpc>
                <a:spcPct val="130000"/>
              </a:lnSpc>
            </a:pPr>
            <a:r>
              <a:rPr lang="en-US" sz="1282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Командная работа, критическое мышление, самоорганизация, презентационные навыки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blog.shi.com/cfe0a6a735abb54e05b5c43dc1db8aaa2c53ebbe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3935" b="393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3A86FF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0675" y="320675"/>
            <a:ext cx="498475" cy="498475"/>
          </a:xfrm>
          <a:custGeom>
            <a:avLst/>
            <a:gdLst/>
            <a:ahLst/>
            <a:cxnLst/>
            <a:rect l="l" t="t" r="r" b="b"/>
            <a:pathLst>
              <a:path w="498475" h="498475">
                <a:moveTo>
                  <a:pt x="127001" y="0"/>
                </a:moveTo>
                <a:lnTo>
                  <a:pt x="371474" y="0"/>
                </a:lnTo>
                <a:cubicBezTo>
                  <a:pt x="441615" y="0"/>
                  <a:pt x="498475" y="56860"/>
                  <a:pt x="498475" y="127001"/>
                </a:cubicBezTo>
                <a:lnTo>
                  <a:pt x="498475" y="371474"/>
                </a:lnTo>
                <a:cubicBezTo>
                  <a:pt x="498475" y="441615"/>
                  <a:pt x="441615" y="498475"/>
                  <a:pt x="371474" y="498475"/>
                </a:cubicBezTo>
                <a:lnTo>
                  <a:pt x="127001" y="498475"/>
                </a:lnTo>
                <a:cubicBezTo>
                  <a:pt x="56860" y="498475"/>
                  <a:pt x="0" y="441615"/>
                  <a:pt x="0" y="371474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4422" y="452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26457" y="9395"/>
                </a:moveTo>
                <a:cubicBezTo>
                  <a:pt x="121900" y="6790"/>
                  <a:pt x="116272" y="6790"/>
                  <a:pt x="111668" y="9395"/>
                </a:cubicBezTo>
                <a:lnTo>
                  <a:pt x="7488" y="68926"/>
                </a:lnTo>
                <a:cubicBezTo>
                  <a:pt x="1628" y="72275"/>
                  <a:pt x="-1256" y="79158"/>
                  <a:pt x="465" y="85669"/>
                </a:cubicBezTo>
                <a:cubicBezTo>
                  <a:pt x="2186" y="92180"/>
                  <a:pt x="8139" y="96738"/>
                  <a:pt x="14883" y="96738"/>
                </a:cubicBezTo>
                <a:lnTo>
                  <a:pt x="29766" y="96738"/>
                </a:lnTo>
                <a:lnTo>
                  <a:pt x="29766" y="193477"/>
                </a:lnTo>
                <a:lnTo>
                  <a:pt x="29766" y="193477"/>
                </a:lnTo>
                <a:lnTo>
                  <a:pt x="5953" y="211336"/>
                </a:lnTo>
                <a:cubicBezTo>
                  <a:pt x="2186" y="214126"/>
                  <a:pt x="0" y="218545"/>
                  <a:pt x="0" y="223242"/>
                </a:cubicBezTo>
                <a:cubicBezTo>
                  <a:pt x="0" y="231474"/>
                  <a:pt x="6651" y="238125"/>
                  <a:pt x="14883" y="238125"/>
                </a:cubicBezTo>
                <a:lnTo>
                  <a:pt x="223242" y="238125"/>
                </a:lnTo>
                <a:cubicBezTo>
                  <a:pt x="231474" y="238125"/>
                  <a:pt x="238125" y="231474"/>
                  <a:pt x="238125" y="223242"/>
                </a:cubicBezTo>
                <a:cubicBezTo>
                  <a:pt x="238125" y="218545"/>
                  <a:pt x="235939" y="214126"/>
                  <a:pt x="232172" y="211336"/>
                </a:cubicBezTo>
                <a:lnTo>
                  <a:pt x="208359" y="193477"/>
                </a:lnTo>
                <a:lnTo>
                  <a:pt x="208359" y="96738"/>
                </a:lnTo>
                <a:lnTo>
                  <a:pt x="223242" y="96738"/>
                </a:lnTo>
                <a:cubicBezTo>
                  <a:pt x="229986" y="96738"/>
                  <a:pt x="235893" y="92180"/>
                  <a:pt x="237613" y="85669"/>
                </a:cubicBezTo>
                <a:cubicBezTo>
                  <a:pt x="239334" y="79158"/>
                  <a:pt x="236451" y="72275"/>
                  <a:pt x="230591" y="68926"/>
                </a:cubicBezTo>
                <a:lnTo>
                  <a:pt x="126411" y="9395"/>
                </a:lnTo>
                <a:close/>
                <a:moveTo>
                  <a:pt x="186035" y="96738"/>
                </a:moveTo>
                <a:lnTo>
                  <a:pt x="186035" y="193477"/>
                </a:lnTo>
                <a:lnTo>
                  <a:pt x="156270" y="193477"/>
                </a:lnTo>
                <a:lnTo>
                  <a:pt x="156270" y="96738"/>
                </a:lnTo>
                <a:lnTo>
                  <a:pt x="186035" y="96738"/>
                </a:lnTo>
                <a:close/>
                <a:moveTo>
                  <a:pt x="133945" y="96738"/>
                </a:moveTo>
                <a:lnTo>
                  <a:pt x="133945" y="193477"/>
                </a:lnTo>
                <a:lnTo>
                  <a:pt x="104180" y="193477"/>
                </a:lnTo>
                <a:lnTo>
                  <a:pt x="104180" y="96738"/>
                </a:lnTo>
                <a:lnTo>
                  <a:pt x="133945" y="96738"/>
                </a:lnTo>
                <a:close/>
                <a:moveTo>
                  <a:pt x="81855" y="96738"/>
                </a:moveTo>
                <a:lnTo>
                  <a:pt x="81855" y="193477"/>
                </a:lnTo>
                <a:lnTo>
                  <a:pt x="52090" y="193477"/>
                </a:lnTo>
                <a:lnTo>
                  <a:pt x="52090" y="96738"/>
                </a:lnTo>
                <a:lnTo>
                  <a:pt x="81855" y="96738"/>
                </a:lnTo>
                <a:close/>
                <a:moveTo>
                  <a:pt x="119062" y="44648"/>
                </a:moveTo>
                <a:cubicBezTo>
                  <a:pt x="127277" y="44648"/>
                  <a:pt x="133945" y="51317"/>
                  <a:pt x="133945" y="59531"/>
                </a:cubicBezTo>
                <a:cubicBezTo>
                  <a:pt x="133945" y="67745"/>
                  <a:pt x="127277" y="74414"/>
                  <a:pt x="119062" y="74414"/>
                </a:cubicBezTo>
                <a:cubicBezTo>
                  <a:pt x="110848" y="74414"/>
                  <a:pt x="104180" y="67745"/>
                  <a:pt x="104180" y="59531"/>
                </a:cubicBezTo>
                <a:cubicBezTo>
                  <a:pt x="104180" y="51317"/>
                  <a:pt x="110848" y="44648"/>
                  <a:pt x="119062" y="44648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333375"/>
            <a:ext cx="49847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Образовательная цель: ТГУ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52500" y="7778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Shape 5"/>
          <p:cNvSpPr/>
          <p:nvPr/>
        </p:nvSpPr>
        <p:spPr>
          <a:xfrm>
            <a:off x="320675" y="1019175"/>
            <a:ext cx="11547475" cy="1490663"/>
          </a:xfrm>
          <a:custGeom>
            <a:avLst/>
            <a:gdLst/>
            <a:ahLst/>
            <a:cxnLst/>
            <a:rect l="l" t="t" r="r" b="b"/>
            <a:pathLst>
              <a:path w="11547475" h="1490663">
                <a:moveTo>
                  <a:pt x="127004" y="0"/>
                </a:moveTo>
                <a:lnTo>
                  <a:pt x="11420471" y="0"/>
                </a:lnTo>
                <a:cubicBezTo>
                  <a:pt x="11490613" y="0"/>
                  <a:pt x="11547475" y="56862"/>
                  <a:pt x="11547475" y="127004"/>
                </a:cubicBezTo>
                <a:lnTo>
                  <a:pt x="11547475" y="1363658"/>
                </a:lnTo>
                <a:cubicBezTo>
                  <a:pt x="11547475" y="1433801"/>
                  <a:pt x="11490613" y="1490663"/>
                  <a:pt x="11420471" y="1490663"/>
                </a:cubicBezTo>
                <a:lnTo>
                  <a:pt x="127004" y="1490663"/>
                </a:lnTo>
                <a:cubicBezTo>
                  <a:pt x="56862" y="1490663"/>
                  <a:pt x="0" y="1433801"/>
                  <a:pt x="0" y="1363658"/>
                </a:cubicBezTo>
                <a:lnTo>
                  <a:pt x="0" y="127004"/>
                </a:lnTo>
                <a:cubicBezTo>
                  <a:pt x="0" y="56909"/>
                  <a:pt x="56909" y="0"/>
                  <a:pt x="127004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4350" y="121285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127000" y="0"/>
                </a:moveTo>
                <a:lnTo>
                  <a:pt x="381000" y="0"/>
                </a:lnTo>
                <a:cubicBezTo>
                  <a:pt x="451093" y="0"/>
                  <a:pt x="508000" y="56907"/>
                  <a:pt x="508000" y="127000"/>
                </a:cubicBezTo>
                <a:lnTo>
                  <a:pt x="508000" y="381000"/>
                </a:lnTo>
                <a:cubicBezTo>
                  <a:pt x="508000" y="451093"/>
                  <a:pt x="451093" y="508000"/>
                  <a:pt x="381000" y="508000"/>
                </a:cubicBezTo>
                <a:lnTo>
                  <a:pt x="127000" y="508000"/>
                </a:lnTo>
                <a:cubicBezTo>
                  <a:pt x="56907" y="508000"/>
                  <a:pt x="0" y="451093"/>
                  <a:pt x="0" y="381000"/>
                </a:cubicBezTo>
                <a:lnTo>
                  <a:pt x="0" y="127000"/>
                </a:lnTo>
                <a:cubicBezTo>
                  <a:pt x="0" y="56907"/>
                  <a:pt x="56907" y="0"/>
                  <a:pt x="12700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36389" y="1347790"/>
            <a:ext cx="267891" cy="238125"/>
          </a:xfrm>
          <a:custGeom>
            <a:avLst/>
            <a:gdLst/>
            <a:ahLst/>
            <a:cxnLst/>
            <a:rect l="l" t="t" r="r" b="b"/>
            <a:pathLst>
              <a:path w="267891" h="238125">
                <a:moveTo>
                  <a:pt x="22324" y="91064"/>
                </a:moveTo>
                <a:lnTo>
                  <a:pt x="119621" y="131108"/>
                </a:lnTo>
                <a:cubicBezTo>
                  <a:pt x="124178" y="132969"/>
                  <a:pt x="129015" y="133945"/>
                  <a:pt x="133945" y="133945"/>
                </a:cubicBezTo>
                <a:cubicBezTo>
                  <a:pt x="138875" y="133945"/>
                  <a:pt x="143712" y="132969"/>
                  <a:pt x="148270" y="131108"/>
                </a:cubicBezTo>
                <a:lnTo>
                  <a:pt x="261007" y="84693"/>
                </a:lnTo>
                <a:cubicBezTo>
                  <a:pt x="265193" y="82972"/>
                  <a:pt x="267891" y="78925"/>
                  <a:pt x="267891" y="74414"/>
                </a:cubicBezTo>
                <a:cubicBezTo>
                  <a:pt x="267891" y="69903"/>
                  <a:pt x="265193" y="65856"/>
                  <a:pt x="261007" y="64136"/>
                </a:cubicBezTo>
                <a:lnTo>
                  <a:pt x="148270" y="17720"/>
                </a:lnTo>
                <a:cubicBezTo>
                  <a:pt x="143712" y="15859"/>
                  <a:pt x="138875" y="14883"/>
                  <a:pt x="133945" y="14883"/>
                </a:cubicBezTo>
                <a:cubicBezTo>
                  <a:pt x="129015" y="14883"/>
                  <a:pt x="124178" y="15859"/>
                  <a:pt x="119621" y="17720"/>
                </a:cubicBezTo>
                <a:lnTo>
                  <a:pt x="6883" y="64136"/>
                </a:lnTo>
                <a:cubicBezTo>
                  <a:pt x="2698" y="65856"/>
                  <a:pt x="0" y="69903"/>
                  <a:pt x="0" y="74414"/>
                </a:cubicBezTo>
                <a:lnTo>
                  <a:pt x="0" y="212080"/>
                </a:lnTo>
                <a:cubicBezTo>
                  <a:pt x="0" y="218266"/>
                  <a:pt x="4976" y="223242"/>
                  <a:pt x="11162" y="223242"/>
                </a:cubicBezTo>
                <a:cubicBezTo>
                  <a:pt x="17348" y="223242"/>
                  <a:pt x="22324" y="218266"/>
                  <a:pt x="22324" y="212080"/>
                </a:cubicBezTo>
                <a:lnTo>
                  <a:pt x="22324" y="91064"/>
                </a:lnTo>
                <a:close/>
                <a:moveTo>
                  <a:pt x="44648" y="124411"/>
                </a:moveTo>
                <a:lnTo>
                  <a:pt x="44648" y="178594"/>
                </a:lnTo>
                <a:cubicBezTo>
                  <a:pt x="44648" y="203243"/>
                  <a:pt x="84646" y="223242"/>
                  <a:pt x="133945" y="223242"/>
                </a:cubicBezTo>
                <a:cubicBezTo>
                  <a:pt x="183245" y="223242"/>
                  <a:pt x="223242" y="203243"/>
                  <a:pt x="223242" y="178594"/>
                </a:cubicBezTo>
                <a:lnTo>
                  <a:pt x="223242" y="124365"/>
                </a:lnTo>
                <a:lnTo>
                  <a:pt x="156781" y="151758"/>
                </a:lnTo>
                <a:cubicBezTo>
                  <a:pt x="149526" y="154735"/>
                  <a:pt x="141805" y="156270"/>
                  <a:pt x="133945" y="156270"/>
                </a:cubicBezTo>
                <a:cubicBezTo>
                  <a:pt x="126085" y="156270"/>
                  <a:pt x="118365" y="154735"/>
                  <a:pt x="111109" y="151758"/>
                </a:cubicBezTo>
                <a:lnTo>
                  <a:pt x="44648" y="124365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1" name="Text 8"/>
          <p:cNvSpPr/>
          <p:nvPr/>
        </p:nvSpPr>
        <p:spPr>
          <a:xfrm>
            <a:off x="1149350" y="1212852"/>
            <a:ext cx="4746625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187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Томский государственный университет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149350" y="1498602"/>
            <a:ext cx="47069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Ведущий вуз России в области физико-математических наук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14350" y="1847852"/>
            <a:ext cx="11231563" cy="4683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ТГУ — один из старейших и престижнейших университетов России, известный сильной школой физико-математических наук и исследовательской базой. Университет предоставляет уникальные возможности для развития в научной сфере.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320675" y="2702720"/>
            <a:ext cx="5673725" cy="2109787"/>
          </a:xfrm>
          <a:custGeom>
            <a:avLst/>
            <a:gdLst/>
            <a:ahLst/>
            <a:cxnLst/>
            <a:rect l="l" t="t" r="r" b="b"/>
            <a:pathLst>
              <a:path w="5673725" h="2109787">
                <a:moveTo>
                  <a:pt x="127009" y="0"/>
                </a:moveTo>
                <a:lnTo>
                  <a:pt x="5546716" y="0"/>
                </a:lnTo>
                <a:cubicBezTo>
                  <a:pt x="5616861" y="0"/>
                  <a:pt x="5673725" y="56864"/>
                  <a:pt x="5673725" y="127009"/>
                </a:cubicBezTo>
                <a:lnTo>
                  <a:pt x="5673725" y="1982778"/>
                </a:lnTo>
                <a:cubicBezTo>
                  <a:pt x="5673725" y="2052924"/>
                  <a:pt x="5616861" y="2109787"/>
                  <a:pt x="5546716" y="2109787"/>
                </a:cubicBezTo>
                <a:lnTo>
                  <a:pt x="127009" y="2109787"/>
                </a:lnTo>
                <a:cubicBezTo>
                  <a:pt x="56864" y="2109787"/>
                  <a:pt x="0" y="2052924"/>
                  <a:pt x="0" y="1982778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14350" y="289639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653256" y="3023393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148382"/>
                </a:moveTo>
                <a:cubicBezTo>
                  <a:pt x="78953" y="150279"/>
                  <a:pt x="74637" y="151991"/>
                  <a:pt x="70358" y="153405"/>
                </a:cubicBezTo>
                <a:cubicBezTo>
                  <a:pt x="76572" y="165981"/>
                  <a:pt x="81893" y="166688"/>
                  <a:pt x="83344" y="166688"/>
                </a:cubicBezTo>
                <a:cubicBezTo>
                  <a:pt x="84795" y="166688"/>
                  <a:pt x="90078" y="165981"/>
                  <a:pt x="96329" y="153405"/>
                </a:cubicBezTo>
                <a:cubicBezTo>
                  <a:pt x="92087" y="151954"/>
                  <a:pt x="87734" y="150279"/>
                  <a:pt x="83344" y="148382"/>
                </a:cubicBezTo>
                <a:close/>
                <a:moveTo>
                  <a:pt x="154037" y="95250"/>
                </a:moveTo>
                <a:cubicBezTo>
                  <a:pt x="166315" y="112068"/>
                  <a:pt x="170520" y="129071"/>
                  <a:pt x="162818" y="142875"/>
                </a:cubicBezTo>
                <a:cubicBezTo>
                  <a:pt x="155302" y="156381"/>
                  <a:pt x="139564" y="161218"/>
                  <a:pt x="119955" y="158948"/>
                </a:cubicBezTo>
                <a:cubicBezTo>
                  <a:pt x="111770" y="178333"/>
                  <a:pt x="99231" y="190500"/>
                  <a:pt x="83344" y="190500"/>
                </a:cubicBezTo>
                <a:cubicBezTo>
                  <a:pt x="67456" y="190500"/>
                  <a:pt x="54918" y="178333"/>
                  <a:pt x="46732" y="158948"/>
                </a:cubicBezTo>
                <a:cubicBezTo>
                  <a:pt x="27124" y="161218"/>
                  <a:pt x="11385" y="156381"/>
                  <a:pt x="3870" y="142875"/>
                </a:cubicBezTo>
                <a:cubicBezTo>
                  <a:pt x="-3832" y="129071"/>
                  <a:pt x="372" y="112068"/>
                  <a:pt x="12650" y="95250"/>
                </a:cubicBezTo>
                <a:cubicBezTo>
                  <a:pt x="372" y="78432"/>
                  <a:pt x="-3832" y="61429"/>
                  <a:pt x="3870" y="47625"/>
                </a:cubicBezTo>
                <a:cubicBezTo>
                  <a:pt x="11385" y="34119"/>
                  <a:pt x="27124" y="29282"/>
                  <a:pt x="46732" y="31552"/>
                </a:cubicBezTo>
                <a:cubicBezTo>
                  <a:pt x="54918" y="12167"/>
                  <a:pt x="67419" y="0"/>
                  <a:pt x="83344" y="0"/>
                </a:cubicBezTo>
                <a:cubicBezTo>
                  <a:pt x="99268" y="0"/>
                  <a:pt x="111770" y="12167"/>
                  <a:pt x="119955" y="31552"/>
                </a:cubicBezTo>
                <a:cubicBezTo>
                  <a:pt x="139564" y="29282"/>
                  <a:pt x="155302" y="34082"/>
                  <a:pt x="162818" y="47625"/>
                </a:cubicBezTo>
                <a:cubicBezTo>
                  <a:pt x="170520" y="61429"/>
                  <a:pt x="166315" y="78432"/>
                  <a:pt x="154037" y="95250"/>
                </a:cubicBezTo>
                <a:close/>
                <a:moveTo>
                  <a:pt x="129555" y="120328"/>
                </a:moveTo>
                <a:cubicBezTo>
                  <a:pt x="128922" y="125611"/>
                  <a:pt x="128104" y="130746"/>
                  <a:pt x="127062" y="135657"/>
                </a:cubicBezTo>
                <a:cubicBezTo>
                  <a:pt x="138894" y="136178"/>
                  <a:pt x="141424" y="132420"/>
                  <a:pt x="142019" y="131304"/>
                </a:cubicBezTo>
                <a:cubicBezTo>
                  <a:pt x="142875" y="129741"/>
                  <a:pt x="144624" y="124644"/>
                  <a:pt x="137592" y="113407"/>
                </a:cubicBezTo>
                <a:cubicBezTo>
                  <a:pt x="135062" y="115751"/>
                  <a:pt x="132383" y="118058"/>
                  <a:pt x="129555" y="120328"/>
                </a:cubicBezTo>
                <a:close/>
                <a:moveTo>
                  <a:pt x="127062" y="54880"/>
                </a:moveTo>
                <a:cubicBezTo>
                  <a:pt x="128104" y="59754"/>
                  <a:pt x="128922" y="64889"/>
                  <a:pt x="129555" y="70210"/>
                </a:cubicBezTo>
                <a:cubicBezTo>
                  <a:pt x="132383" y="72479"/>
                  <a:pt x="135062" y="74786"/>
                  <a:pt x="137592" y="77130"/>
                </a:cubicBezTo>
                <a:cubicBezTo>
                  <a:pt x="144624" y="65894"/>
                  <a:pt x="142875" y="60759"/>
                  <a:pt x="142019" y="59234"/>
                </a:cubicBezTo>
                <a:cubicBezTo>
                  <a:pt x="141424" y="58155"/>
                  <a:pt x="138894" y="54397"/>
                  <a:pt x="127062" y="54880"/>
                </a:cubicBezTo>
                <a:close/>
                <a:moveTo>
                  <a:pt x="96329" y="37095"/>
                </a:moveTo>
                <a:cubicBezTo>
                  <a:pt x="90078" y="24519"/>
                  <a:pt x="84795" y="23812"/>
                  <a:pt x="83344" y="23812"/>
                </a:cubicBezTo>
                <a:cubicBezTo>
                  <a:pt x="81893" y="23812"/>
                  <a:pt x="76609" y="24519"/>
                  <a:pt x="70358" y="37095"/>
                </a:cubicBezTo>
                <a:cubicBezTo>
                  <a:pt x="74600" y="38546"/>
                  <a:pt x="78953" y="40221"/>
                  <a:pt x="83344" y="42118"/>
                </a:cubicBezTo>
                <a:cubicBezTo>
                  <a:pt x="87734" y="40221"/>
                  <a:pt x="92050" y="38509"/>
                  <a:pt x="96329" y="37095"/>
                </a:cubicBezTo>
                <a:close/>
                <a:moveTo>
                  <a:pt x="37170" y="70172"/>
                </a:moveTo>
                <a:cubicBezTo>
                  <a:pt x="37802" y="64852"/>
                  <a:pt x="38621" y="59754"/>
                  <a:pt x="39663" y="54843"/>
                </a:cubicBezTo>
                <a:cubicBezTo>
                  <a:pt x="27831" y="54322"/>
                  <a:pt x="25301" y="58080"/>
                  <a:pt x="24705" y="59196"/>
                </a:cubicBezTo>
                <a:cubicBezTo>
                  <a:pt x="23850" y="60759"/>
                  <a:pt x="22101" y="65856"/>
                  <a:pt x="29133" y="77093"/>
                </a:cubicBezTo>
                <a:cubicBezTo>
                  <a:pt x="31663" y="74749"/>
                  <a:pt x="34342" y="72442"/>
                  <a:pt x="37170" y="70172"/>
                </a:cubicBezTo>
                <a:close/>
                <a:moveTo>
                  <a:pt x="29096" y="113407"/>
                </a:moveTo>
                <a:cubicBezTo>
                  <a:pt x="22064" y="124644"/>
                  <a:pt x="23812" y="129778"/>
                  <a:pt x="24668" y="131304"/>
                </a:cubicBezTo>
                <a:cubicBezTo>
                  <a:pt x="25264" y="132383"/>
                  <a:pt x="27794" y="136141"/>
                  <a:pt x="39625" y="135657"/>
                </a:cubicBezTo>
                <a:cubicBezTo>
                  <a:pt x="38584" y="130783"/>
                  <a:pt x="37765" y="125648"/>
                  <a:pt x="37133" y="120328"/>
                </a:cubicBezTo>
                <a:cubicBezTo>
                  <a:pt x="34305" y="118058"/>
                  <a:pt x="31626" y="115751"/>
                  <a:pt x="29096" y="113407"/>
                </a:cubicBezTo>
                <a:close/>
                <a:moveTo>
                  <a:pt x="113109" y="95250"/>
                </a:moveTo>
                <a:cubicBezTo>
                  <a:pt x="113109" y="78822"/>
                  <a:pt x="99772" y="65484"/>
                  <a:pt x="83344" y="65484"/>
                </a:cubicBezTo>
                <a:cubicBezTo>
                  <a:pt x="66916" y="65484"/>
                  <a:pt x="53578" y="78822"/>
                  <a:pt x="53578" y="95250"/>
                </a:cubicBezTo>
                <a:cubicBezTo>
                  <a:pt x="53578" y="111678"/>
                  <a:pt x="66916" y="125016"/>
                  <a:pt x="83344" y="125016"/>
                </a:cubicBezTo>
                <a:cubicBezTo>
                  <a:pt x="99772" y="125016"/>
                  <a:pt x="113109" y="111678"/>
                  <a:pt x="113109" y="95250"/>
                </a:cubicBezTo>
                <a:close/>
                <a:moveTo>
                  <a:pt x="83344" y="83344"/>
                </a:moveTo>
                <a:cubicBezTo>
                  <a:pt x="89915" y="83344"/>
                  <a:pt x="95250" y="88679"/>
                  <a:pt x="95250" y="95250"/>
                </a:cubicBezTo>
                <a:cubicBezTo>
                  <a:pt x="95250" y="101821"/>
                  <a:pt x="89915" y="107156"/>
                  <a:pt x="83344" y="107156"/>
                </a:cubicBezTo>
                <a:cubicBezTo>
                  <a:pt x="76773" y="107156"/>
                  <a:pt x="71438" y="101821"/>
                  <a:pt x="71438" y="95250"/>
                </a:cubicBezTo>
                <a:cubicBezTo>
                  <a:pt x="71438" y="88679"/>
                  <a:pt x="76773" y="83344"/>
                  <a:pt x="83344" y="83344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7" name="Text 14"/>
          <p:cNvSpPr/>
          <p:nvPr/>
        </p:nvSpPr>
        <p:spPr>
          <a:xfrm>
            <a:off x="1054100" y="2896393"/>
            <a:ext cx="1365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ФТФ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1054100" y="3150296"/>
            <a:ext cx="1333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Физико-технический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14350" y="3467893"/>
            <a:ext cx="53578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Факультет готовит специалистов в области прикладной физики, электроники и нанотехнологий. Современная лабораторная база и тесная связь с технологическими компаниями.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14350" y="4294584"/>
            <a:ext cx="5286375" cy="6350"/>
          </a:xfrm>
          <a:custGeom>
            <a:avLst/>
            <a:gdLst/>
            <a:ahLst/>
            <a:cxnLst/>
            <a:rect l="l" t="t" r="r" b="b"/>
            <a:pathLst>
              <a:path w="5286375" h="6350">
                <a:moveTo>
                  <a:pt x="0" y="0"/>
                </a:moveTo>
                <a:lnTo>
                  <a:pt x="5286375" y="0"/>
                </a:lnTo>
                <a:lnTo>
                  <a:pt x="52863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1" name="Shape 18"/>
          <p:cNvSpPr/>
          <p:nvPr/>
        </p:nvSpPr>
        <p:spPr>
          <a:xfrm>
            <a:off x="522288" y="4456511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2" name="Text 19"/>
          <p:cNvSpPr/>
          <p:nvPr/>
        </p:nvSpPr>
        <p:spPr>
          <a:xfrm>
            <a:off x="736600" y="4424761"/>
            <a:ext cx="17700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Инновационные технологии</a:t>
            </a: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6194425" y="2702720"/>
            <a:ext cx="5673725" cy="2109787"/>
          </a:xfrm>
          <a:custGeom>
            <a:avLst/>
            <a:gdLst/>
            <a:ahLst/>
            <a:cxnLst/>
            <a:rect l="l" t="t" r="r" b="b"/>
            <a:pathLst>
              <a:path w="5673725" h="2109787">
                <a:moveTo>
                  <a:pt x="127009" y="0"/>
                </a:moveTo>
                <a:lnTo>
                  <a:pt x="5546716" y="0"/>
                </a:lnTo>
                <a:cubicBezTo>
                  <a:pt x="5616861" y="0"/>
                  <a:pt x="5673725" y="56864"/>
                  <a:pt x="5673725" y="127009"/>
                </a:cubicBezTo>
                <a:lnTo>
                  <a:pt x="5673725" y="1982778"/>
                </a:lnTo>
                <a:cubicBezTo>
                  <a:pt x="5673725" y="2052924"/>
                  <a:pt x="5616861" y="2109787"/>
                  <a:pt x="5546716" y="2109787"/>
                </a:cubicBezTo>
                <a:lnTo>
                  <a:pt x="127009" y="2109787"/>
                </a:lnTo>
                <a:cubicBezTo>
                  <a:pt x="56864" y="2109787"/>
                  <a:pt x="0" y="2052924"/>
                  <a:pt x="0" y="1982778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88100" y="2896393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503194" y="302339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5147" y="29059"/>
                </a:moveTo>
                <a:cubicBezTo>
                  <a:pt x="108124" y="18901"/>
                  <a:pt x="117425" y="11906"/>
                  <a:pt x="127992" y="11906"/>
                </a:cubicBezTo>
                <a:lnTo>
                  <a:pt x="202406" y="11906"/>
                </a:lnTo>
                <a:cubicBezTo>
                  <a:pt x="208992" y="11906"/>
                  <a:pt x="214313" y="17227"/>
                  <a:pt x="214313" y="23812"/>
                </a:cubicBezTo>
                <a:cubicBezTo>
                  <a:pt x="214313" y="30398"/>
                  <a:pt x="208992" y="35719"/>
                  <a:pt x="202406" y="35719"/>
                </a:cubicBezTo>
                <a:lnTo>
                  <a:pt x="127992" y="35719"/>
                </a:lnTo>
                <a:lnTo>
                  <a:pt x="88813" y="170036"/>
                </a:lnTo>
                <a:cubicBezTo>
                  <a:pt x="87474" y="174613"/>
                  <a:pt x="83567" y="177924"/>
                  <a:pt x="78842" y="178519"/>
                </a:cubicBezTo>
                <a:cubicBezTo>
                  <a:pt x="74116" y="179115"/>
                  <a:pt x="69503" y="176808"/>
                  <a:pt x="67121" y="172715"/>
                </a:cubicBezTo>
                <a:lnTo>
                  <a:pt x="28873" y="107156"/>
                </a:ln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8873" y="83344"/>
                </a:lnTo>
                <a:cubicBezTo>
                  <a:pt x="37356" y="83344"/>
                  <a:pt x="45169" y="87846"/>
                  <a:pt x="49448" y="95176"/>
                </a:cubicBezTo>
                <a:lnTo>
                  <a:pt x="73707" y="136773"/>
                </a:lnTo>
                <a:lnTo>
                  <a:pt x="105110" y="29059"/>
                </a:lnTo>
                <a:close/>
                <a:moveTo>
                  <a:pt x="146372" y="86841"/>
                </a:moveTo>
                <a:cubicBezTo>
                  <a:pt x="151023" y="82190"/>
                  <a:pt x="158576" y="82190"/>
                  <a:pt x="163227" y="86841"/>
                </a:cubicBezTo>
                <a:lnTo>
                  <a:pt x="178631" y="102245"/>
                </a:lnTo>
                <a:lnTo>
                  <a:pt x="194035" y="86841"/>
                </a:lnTo>
                <a:cubicBezTo>
                  <a:pt x="198686" y="82190"/>
                  <a:pt x="206239" y="82190"/>
                  <a:pt x="210889" y="86841"/>
                </a:cubicBezTo>
                <a:cubicBezTo>
                  <a:pt x="215540" y="91492"/>
                  <a:pt x="215540" y="99045"/>
                  <a:pt x="210889" y="103696"/>
                </a:cubicBezTo>
                <a:lnTo>
                  <a:pt x="195486" y="119100"/>
                </a:lnTo>
                <a:lnTo>
                  <a:pt x="210889" y="134503"/>
                </a:lnTo>
                <a:cubicBezTo>
                  <a:pt x="215540" y="139154"/>
                  <a:pt x="215540" y="146707"/>
                  <a:pt x="210889" y="151358"/>
                </a:cubicBezTo>
                <a:cubicBezTo>
                  <a:pt x="206239" y="156009"/>
                  <a:pt x="198686" y="156009"/>
                  <a:pt x="194035" y="151358"/>
                </a:cubicBezTo>
                <a:lnTo>
                  <a:pt x="178631" y="135954"/>
                </a:lnTo>
                <a:lnTo>
                  <a:pt x="163227" y="151358"/>
                </a:lnTo>
                <a:cubicBezTo>
                  <a:pt x="158576" y="156009"/>
                  <a:pt x="151023" y="156009"/>
                  <a:pt x="146372" y="151358"/>
                </a:cubicBezTo>
                <a:cubicBezTo>
                  <a:pt x="141722" y="146707"/>
                  <a:pt x="141722" y="139154"/>
                  <a:pt x="146372" y="134503"/>
                </a:cubicBezTo>
                <a:lnTo>
                  <a:pt x="161776" y="119100"/>
                </a:lnTo>
                <a:lnTo>
                  <a:pt x="146372" y="103696"/>
                </a:lnTo>
                <a:cubicBezTo>
                  <a:pt x="141722" y="99045"/>
                  <a:pt x="141722" y="91492"/>
                  <a:pt x="146372" y="8684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6" name="Text 23"/>
          <p:cNvSpPr/>
          <p:nvPr/>
        </p:nvSpPr>
        <p:spPr>
          <a:xfrm>
            <a:off x="6927850" y="2896393"/>
            <a:ext cx="1738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ММФ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927850" y="3150296"/>
            <a:ext cx="170656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Механико-математический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388100" y="3467893"/>
            <a:ext cx="53578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Сильнейшая математическая школа Сибири. Подготовка специалистов в области математического моделирования, механики и прикладной математики.</a:t>
            </a: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6388100" y="4294584"/>
            <a:ext cx="5286375" cy="6350"/>
          </a:xfrm>
          <a:custGeom>
            <a:avLst/>
            <a:gdLst/>
            <a:ahLst/>
            <a:cxnLst/>
            <a:rect l="l" t="t" r="r" b="b"/>
            <a:pathLst>
              <a:path w="5286375" h="6350">
                <a:moveTo>
                  <a:pt x="0" y="0"/>
                </a:moveTo>
                <a:lnTo>
                  <a:pt x="5286375" y="0"/>
                </a:lnTo>
                <a:lnTo>
                  <a:pt x="52863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0" name="Shape 27"/>
          <p:cNvSpPr/>
          <p:nvPr/>
        </p:nvSpPr>
        <p:spPr>
          <a:xfrm>
            <a:off x="6396037" y="4456511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1" name="Text 28"/>
          <p:cNvSpPr/>
          <p:nvPr/>
        </p:nvSpPr>
        <p:spPr>
          <a:xfrm>
            <a:off x="6610350" y="4424761"/>
            <a:ext cx="135731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Глубокая математика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20675" y="5005784"/>
            <a:ext cx="5673725" cy="2109787"/>
          </a:xfrm>
          <a:custGeom>
            <a:avLst/>
            <a:gdLst/>
            <a:ahLst/>
            <a:cxnLst/>
            <a:rect l="l" t="t" r="r" b="b"/>
            <a:pathLst>
              <a:path w="5673725" h="2109787">
                <a:moveTo>
                  <a:pt x="127009" y="0"/>
                </a:moveTo>
                <a:lnTo>
                  <a:pt x="5546716" y="0"/>
                </a:lnTo>
                <a:cubicBezTo>
                  <a:pt x="5616861" y="0"/>
                  <a:pt x="5673725" y="56864"/>
                  <a:pt x="5673725" y="127009"/>
                </a:cubicBezTo>
                <a:lnTo>
                  <a:pt x="5673725" y="1982778"/>
                </a:lnTo>
                <a:cubicBezTo>
                  <a:pt x="5673725" y="2052924"/>
                  <a:pt x="5616861" y="2109787"/>
                  <a:pt x="5546716" y="2109787"/>
                </a:cubicBezTo>
                <a:lnTo>
                  <a:pt x="127009" y="2109787"/>
                </a:lnTo>
                <a:cubicBezTo>
                  <a:pt x="56864" y="2109787"/>
                  <a:pt x="0" y="2052924"/>
                  <a:pt x="0" y="1982778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14350" y="519946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41350" y="532646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35719"/>
                </a:moveTo>
                <a:cubicBezTo>
                  <a:pt x="23812" y="29133"/>
                  <a:pt x="29133" y="23812"/>
                  <a:pt x="35719" y="23812"/>
                </a:cubicBezTo>
                <a:lnTo>
                  <a:pt x="95250" y="23812"/>
                </a:lnTo>
                <a:cubicBezTo>
                  <a:pt x="101836" y="23812"/>
                  <a:pt x="107156" y="29133"/>
                  <a:pt x="107156" y="35719"/>
                </a:cubicBezTo>
                <a:lnTo>
                  <a:pt x="107156" y="142875"/>
                </a:lnTo>
                <a:lnTo>
                  <a:pt x="142875" y="142875"/>
                </a:lnTo>
                <a:lnTo>
                  <a:pt x="142875" y="95250"/>
                </a:lnTo>
                <a:cubicBezTo>
                  <a:pt x="142875" y="88664"/>
                  <a:pt x="148196" y="83344"/>
                  <a:pt x="154781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166688" y="107156"/>
                </a:lnTo>
                <a:lnTo>
                  <a:pt x="166688" y="154781"/>
                </a:lnTo>
                <a:cubicBezTo>
                  <a:pt x="166688" y="161367"/>
                  <a:pt x="161367" y="166688"/>
                  <a:pt x="154781" y="166688"/>
                </a:cubicBezTo>
                <a:lnTo>
                  <a:pt x="95250" y="166688"/>
                </a:lnTo>
                <a:cubicBezTo>
                  <a:pt x="88664" y="166688"/>
                  <a:pt x="83344" y="161367"/>
                  <a:pt x="83344" y="154781"/>
                </a:cubicBezTo>
                <a:lnTo>
                  <a:pt x="83344" y="47625"/>
                </a:lnTo>
                <a:lnTo>
                  <a:pt x="47625" y="47625"/>
                </a:lnTo>
                <a:lnTo>
                  <a:pt x="47625" y="95250"/>
                </a:lnTo>
                <a:cubicBezTo>
                  <a:pt x="47625" y="101836"/>
                  <a:pt x="42304" y="107156"/>
                  <a:pt x="35719" y="10715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3812" y="83344"/>
                </a:lnTo>
                <a:lnTo>
                  <a:pt x="23812" y="35719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5" name="Text 32"/>
          <p:cNvSpPr/>
          <p:nvPr/>
        </p:nvSpPr>
        <p:spPr>
          <a:xfrm>
            <a:off x="1054100" y="5199462"/>
            <a:ext cx="12065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ФФ</a:t>
            </a:r>
            <a:endParaRPr lang="en-US" sz="1600" dirty="0"/>
          </a:p>
        </p:txBody>
      </p:sp>
      <p:sp>
        <p:nvSpPr>
          <p:cNvPr id="36" name="Text 33"/>
          <p:cNvSpPr/>
          <p:nvPr/>
        </p:nvSpPr>
        <p:spPr>
          <a:xfrm>
            <a:off x="1054100" y="5453361"/>
            <a:ext cx="11747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Факультет физики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514350" y="5770962"/>
            <a:ext cx="53578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Классическая физическая подготовка с акцентом на фундаментальные исследования. Работа в области квантовой физики, оптики и физики твердого тела.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514350" y="6597652"/>
            <a:ext cx="5286375" cy="6350"/>
          </a:xfrm>
          <a:custGeom>
            <a:avLst/>
            <a:gdLst/>
            <a:ahLst/>
            <a:cxnLst/>
            <a:rect l="l" t="t" r="r" b="b"/>
            <a:pathLst>
              <a:path w="5286375" h="6350">
                <a:moveTo>
                  <a:pt x="0" y="0"/>
                </a:moveTo>
                <a:lnTo>
                  <a:pt x="5286375" y="0"/>
                </a:lnTo>
                <a:lnTo>
                  <a:pt x="52863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9" name="Shape 36"/>
          <p:cNvSpPr/>
          <p:nvPr/>
        </p:nvSpPr>
        <p:spPr>
          <a:xfrm>
            <a:off x="522288" y="6759576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0" name="Text 37"/>
          <p:cNvSpPr/>
          <p:nvPr/>
        </p:nvSpPr>
        <p:spPr>
          <a:xfrm>
            <a:off x="736600" y="6727826"/>
            <a:ext cx="15398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Фундаментальная наука</a:t>
            </a:r>
            <a:endParaRPr lang="en-US" sz="1600" dirty="0"/>
          </a:p>
        </p:txBody>
      </p:sp>
      <p:sp>
        <p:nvSpPr>
          <p:cNvPr id="41" name="Shape 38"/>
          <p:cNvSpPr/>
          <p:nvPr/>
        </p:nvSpPr>
        <p:spPr>
          <a:xfrm>
            <a:off x="6194425" y="5005784"/>
            <a:ext cx="5673725" cy="2109787"/>
          </a:xfrm>
          <a:custGeom>
            <a:avLst/>
            <a:gdLst/>
            <a:ahLst/>
            <a:cxnLst/>
            <a:rect l="l" t="t" r="r" b="b"/>
            <a:pathLst>
              <a:path w="5673725" h="2109787">
                <a:moveTo>
                  <a:pt x="127009" y="0"/>
                </a:moveTo>
                <a:lnTo>
                  <a:pt x="5546716" y="0"/>
                </a:lnTo>
                <a:cubicBezTo>
                  <a:pt x="5616861" y="0"/>
                  <a:pt x="5673725" y="56864"/>
                  <a:pt x="5673725" y="127009"/>
                </a:cubicBezTo>
                <a:lnTo>
                  <a:pt x="5673725" y="1982778"/>
                </a:lnTo>
                <a:cubicBezTo>
                  <a:pt x="5673725" y="2052924"/>
                  <a:pt x="5616861" y="2109787"/>
                  <a:pt x="5546716" y="2109787"/>
                </a:cubicBezTo>
                <a:lnTo>
                  <a:pt x="127009" y="2109787"/>
                </a:lnTo>
                <a:cubicBezTo>
                  <a:pt x="56864" y="2109787"/>
                  <a:pt x="0" y="2052924"/>
                  <a:pt x="0" y="1982778"/>
                </a:cubicBezTo>
                <a:lnTo>
                  <a:pt x="0" y="127009"/>
                </a:lnTo>
                <a:cubicBezTo>
                  <a:pt x="0" y="56911"/>
                  <a:pt x="56911" y="0"/>
                  <a:pt x="127009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6388100" y="519946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3" name="Shape 40"/>
          <p:cNvSpPr/>
          <p:nvPr/>
        </p:nvSpPr>
        <p:spPr>
          <a:xfrm>
            <a:off x="6503194" y="532646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32705" y="4279"/>
                </a:moveTo>
                <a:cubicBezTo>
                  <a:pt x="28501" y="1712"/>
                  <a:pt x="22994" y="3088"/>
                  <a:pt x="20427" y="7293"/>
                </a:cubicBezTo>
                <a:cubicBezTo>
                  <a:pt x="11199" y="22547"/>
                  <a:pt x="5916" y="40444"/>
                  <a:pt x="5916" y="59531"/>
                </a:cubicBezTo>
                <a:cubicBezTo>
                  <a:pt x="5916" y="78618"/>
                  <a:pt x="11199" y="96515"/>
                  <a:pt x="20427" y="111770"/>
                </a:cubicBezTo>
                <a:cubicBezTo>
                  <a:pt x="22994" y="115974"/>
                  <a:pt x="28463" y="117351"/>
                  <a:pt x="32705" y="114784"/>
                </a:cubicBezTo>
                <a:cubicBezTo>
                  <a:pt x="36947" y="112216"/>
                  <a:pt x="38286" y="106747"/>
                  <a:pt x="35719" y="102505"/>
                </a:cubicBezTo>
                <a:cubicBezTo>
                  <a:pt x="28166" y="90004"/>
                  <a:pt x="23812" y="75270"/>
                  <a:pt x="23812" y="59531"/>
                </a:cubicBezTo>
                <a:cubicBezTo>
                  <a:pt x="23812" y="43793"/>
                  <a:pt x="28166" y="29059"/>
                  <a:pt x="35756" y="16520"/>
                </a:cubicBezTo>
                <a:cubicBezTo>
                  <a:pt x="38323" y="12316"/>
                  <a:pt x="36947" y="6809"/>
                  <a:pt x="32742" y="4242"/>
                </a:cubicBezTo>
                <a:close/>
                <a:moveTo>
                  <a:pt x="181570" y="4279"/>
                </a:moveTo>
                <a:cubicBezTo>
                  <a:pt x="177366" y="6846"/>
                  <a:pt x="175989" y="12316"/>
                  <a:pt x="178557" y="16557"/>
                </a:cubicBezTo>
                <a:cubicBezTo>
                  <a:pt x="186147" y="29096"/>
                  <a:pt x="190500" y="43830"/>
                  <a:pt x="190500" y="59568"/>
                </a:cubicBezTo>
                <a:cubicBezTo>
                  <a:pt x="190500" y="75307"/>
                  <a:pt x="186147" y="90041"/>
                  <a:pt x="178557" y="102580"/>
                </a:cubicBezTo>
                <a:cubicBezTo>
                  <a:pt x="175989" y="106784"/>
                  <a:pt x="177366" y="112291"/>
                  <a:pt x="181570" y="114858"/>
                </a:cubicBezTo>
                <a:cubicBezTo>
                  <a:pt x="185775" y="117425"/>
                  <a:pt x="191281" y="116049"/>
                  <a:pt x="193849" y="111844"/>
                </a:cubicBezTo>
                <a:cubicBezTo>
                  <a:pt x="203076" y="96589"/>
                  <a:pt x="208359" y="78693"/>
                  <a:pt x="208359" y="59606"/>
                </a:cubicBezTo>
                <a:cubicBezTo>
                  <a:pt x="208359" y="40518"/>
                  <a:pt x="203076" y="22547"/>
                  <a:pt x="193849" y="7293"/>
                </a:cubicBezTo>
                <a:cubicBezTo>
                  <a:pt x="191281" y="3088"/>
                  <a:pt x="185812" y="1712"/>
                  <a:pt x="181570" y="4279"/>
                </a:cubicBezTo>
                <a:close/>
                <a:moveTo>
                  <a:pt x="119063" y="80144"/>
                </a:moveTo>
                <a:cubicBezTo>
                  <a:pt x="126169" y="76014"/>
                  <a:pt x="130969" y="68349"/>
                  <a:pt x="130969" y="59531"/>
                </a:cubicBezTo>
                <a:cubicBezTo>
                  <a:pt x="130969" y="46397"/>
                  <a:pt x="120290" y="35719"/>
                  <a:pt x="107156" y="35719"/>
                </a:cubicBezTo>
                <a:cubicBezTo>
                  <a:pt x="94022" y="35719"/>
                  <a:pt x="83344" y="46397"/>
                  <a:pt x="83344" y="59531"/>
                </a:cubicBezTo>
                <a:cubicBezTo>
                  <a:pt x="83344" y="68349"/>
                  <a:pt x="88143" y="76051"/>
                  <a:pt x="95250" y="80144"/>
                </a:cubicBezTo>
                <a:lnTo>
                  <a:pt x="95250" y="178594"/>
                </a:lnTo>
                <a:cubicBezTo>
                  <a:pt x="95250" y="185179"/>
                  <a:pt x="100571" y="190500"/>
                  <a:pt x="107156" y="190500"/>
                </a:cubicBezTo>
                <a:cubicBezTo>
                  <a:pt x="113742" y="190500"/>
                  <a:pt x="119063" y="185179"/>
                  <a:pt x="119063" y="178594"/>
                </a:cubicBezTo>
                <a:lnTo>
                  <a:pt x="119063" y="80144"/>
                </a:lnTo>
                <a:close/>
                <a:moveTo>
                  <a:pt x="67047" y="33858"/>
                </a:moveTo>
                <a:cubicBezTo>
                  <a:pt x="69726" y="29691"/>
                  <a:pt x="68498" y="24185"/>
                  <a:pt x="64368" y="21506"/>
                </a:cubicBezTo>
                <a:cubicBezTo>
                  <a:pt x="60238" y="18827"/>
                  <a:pt x="54694" y="20055"/>
                  <a:pt x="52015" y="24185"/>
                </a:cubicBezTo>
                <a:cubicBezTo>
                  <a:pt x="45467" y="34379"/>
                  <a:pt x="41672" y="46509"/>
                  <a:pt x="41672" y="59531"/>
                </a:cubicBezTo>
                <a:cubicBezTo>
                  <a:pt x="41672" y="72554"/>
                  <a:pt x="45467" y="84683"/>
                  <a:pt x="52015" y="94878"/>
                </a:cubicBezTo>
                <a:cubicBezTo>
                  <a:pt x="54694" y="99045"/>
                  <a:pt x="60201" y="100236"/>
                  <a:pt x="64368" y="97557"/>
                </a:cubicBezTo>
                <a:cubicBezTo>
                  <a:pt x="68535" y="94878"/>
                  <a:pt x="69726" y="89371"/>
                  <a:pt x="67047" y="85204"/>
                </a:cubicBezTo>
                <a:cubicBezTo>
                  <a:pt x="62285" y="77800"/>
                  <a:pt x="59531" y="68982"/>
                  <a:pt x="59531" y="59531"/>
                </a:cubicBezTo>
                <a:cubicBezTo>
                  <a:pt x="59531" y="50081"/>
                  <a:pt x="62285" y="41263"/>
                  <a:pt x="67047" y="33858"/>
                </a:cubicBezTo>
                <a:close/>
                <a:moveTo>
                  <a:pt x="162297" y="24185"/>
                </a:moveTo>
                <a:cubicBezTo>
                  <a:pt x="159618" y="20017"/>
                  <a:pt x="154112" y="18827"/>
                  <a:pt x="149944" y="21506"/>
                </a:cubicBezTo>
                <a:cubicBezTo>
                  <a:pt x="145777" y="24185"/>
                  <a:pt x="144587" y="29691"/>
                  <a:pt x="147265" y="33858"/>
                </a:cubicBezTo>
                <a:cubicBezTo>
                  <a:pt x="152028" y="41263"/>
                  <a:pt x="154781" y="50081"/>
                  <a:pt x="154781" y="59531"/>
                </a:cubicBezTo>
                <a:cubicBezTo>
                  <a:pt x="154781" y="68982"/>
                  <a:pt x="152028" y="77800"/>
                  <a:pt x="147265" y="85204"/>
                </a:cubicBezTo>
                <a:cubicBezTo>
                  <a:pt x="144587" y="89371"/>
                  <a:pt x="145814" y="94878"/>
                  <a:pt x="149944" y="97557"/>
                </a:cubicBezTo>
                <a:cubicBezTo>
                  <a:pt x="154074" y="100236"/>
                  <a:pt x="159618" y="99008"/>
                  <a:pt x="162297" y="94878"/>
                </a:cubicBezTo>
                <a:cubicBezTo>
                  <a:pt x="168846" y="84683"/>
                  <a:pt x="172641" y="72554"/>
                  <a:pt x="172641" y="59531"/>
                </a:cubicBezTo>
                <a:cubicBezTo>
                  <a:pt x="172641" y="46509"/>
                  <a:pt x="168846" y="34379"/>
                  <a:pt x="162297" y="24185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4" name="Text 41"/>
          <p:cNvSpPr/>
          <p:nvPr/>
        </p:nvSpPr>
        <p:spPr>
          <a:xfrm>
            <a:off x="6927850" y="5199462"/>
            <a:ext cx="118268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РФФ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6927850" y="5453361"/>
            <a:ext cx="115093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Радиофизический</a:t>
            </a:r>
            <a:endParaRPr lang="en-US" sz="1600" dirty="0"/>
          </a:p>
        </p:txBody>
      </p:sp>
      <p:sp>
        <p:nvSpPr>
          <p:cNvPr id="46" name="Text 43"/>
          <p:cNvSpPr/>
          <p:nvPr/>
        </p:nvSpPr>
        <p:spPr>
          <a:xfrm>
            <a:off x="6388100" y="5770962"/>
            <a:ext cx="5357813" cy="698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25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Подготовка специалистов в области радиотехники, электроники, информационных технологий и телекоммуникаций. Современное оборудование и практико-ориентированное обучение.</a:t>
            </a:r>
            <a:endParaRPr lang="en-US" sz="1600" dirty="0"/>
          </a:p>
        </p:txBody>
      </p:sp>
      <p:sp>
        <p:nvSpPr>
          <p:cNvPr id="47" name="Shape 44"/>
          <p:cNvSpPr/>
          <p:nvPr/>
        </p:nvSpPr>
        <p:spPr>
          <a:xfrm>
            <a:off x="6388100" y="6597652"/>
            <a:ext cx="5286375" cy="6350"/>
          </a:xfrm>
          <a:custGeom>
            <a:avLst/>
            <a:gdLst/>
            <a:ahLst/>
            <a:cxnLst/>
            <a:rect l="l" t="t" r="r" b="b"/>
            <a:pathLst>
              <a:path w="5286375" h="6350">
                <a:moveTo>
                  <a:pt x="0" y="0"/>
                </a:moveTo>
                <a:lnTo>
                  <a:pt x="5286375" y="0"/>
                </a:lnTo>
                <a:lnTo>
                  <a:pt x="5286375" y="6350"/>
                </a:lnTo>
                <a:lnTo>
                  <a:pt x="0" y="6350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8" name="Shape 45"/>
          <p:cNvSpPr/>
          <p:nvPr/>
        </p:nvSpPr>
        <p:spPr>
          <a:xfrm>
            <a:off x="6396037" y="6759576"/>
            <a:ext cx="142875" cy="127000"/>
          </a:xfrm>
          <a:custGeom>
            <a:avLst/>
            <a:gdLst/>
            <a:ahLst/>
            <a:cxnLst/>
            <a:rect l="l" t="t" r="r" b="b"/>
            <a:pathLst>
              <a:path w="142875" h="127000">
                <a:moveTo>
                  <a:pt x="76771" y="-4688"/>
                </a:moveTo>
                <a:cubicBezTo>
                  <a:pt x="75754" y="-6672"/>
                  <a:pt x="73695" y="-7937"/>
                  <a:pt x="71462" y="-7937"/>
                </a:cubicBezTo>
                <a:cubicBezTo>
                  <a:pt x="69230" y="-7937"/>
                  <a:pt x="67171" y="-6672"/>
                  <a:pt x="66154" y="-4688"/>
                </a:cubicBezTo>
                <a:lnTo>
                  <a:pt x="47898" y="31080"/>
                </a:lnTo>
                <a:lnTo>
                  <a:pt x="8235" y="37381"/>
                </a:lnTo>
                <a:cubicBezTo>
                  <a:pt x="6028" y="37728"/>
                  <a:pt x="4192" y="39291"/>
                  <a:pt x="3497" y="41424"/>
                </a:cubicBezTo>
                <a:cubicBezTo>
                  <a:pt x="2803" y="43557"/>
                  <a:pt x="3373" y="45889"/>
                  <a:pt x="4936" y="47476"/>
                </a:cubicBezTo>
                <a:lnTo>
                  <a:pt x="33313" y="75878"/>
                </a:lnTo>
                <a:lnTo>
                  <a:pt x="27062" y="115540"/>
                </a:lnTo>
                <a:cubicBezTo>
                  <a:pt x="26715" y="117748"/>
                  <a:pt x="27632" y="119980"/>
                  <a:pt x="29443" y="121295"/>
                </a:cubicBezTo>
                <a:cubicBezTo>
                  <a:pt x="31254" y="122610"/>
                  <a:pt x="33635" y="122808"/>
                  <a:pt x="35644" y="121791"/>
                </a:cubicBezTo>
                <a:lnTo>
                  <a:pt x="71462" y="103584"/>
                </a:lnTo>
                <a:lnTo>
                  <a:pt x="107255" y="121791"/>
                </a:lnTo>
                <a:cubicBezTo>
                  <a:pt x="109240" y="122808"/>
                  <a:pt x="111646" y="122610"/>
                  <a:pt x="113457" y="121295"/>
                </a:cubicBezTo>
                <a:cubicBezTo>
                  <a:pt x="115267" y="119980"/>
                  <a:pt x="116185" y="117773"/>
                  <a:pt x="115838" y="115540"/>
                </a:cubicBezTo>
                <a:lnTo>
                  <a:pt x="109562" y="75878"/>
                </a:lnTo>
                <a:lnTo>
                  <a:pt x="137939" y="47476"/>
                </a:lnTo>
                <a:cubicBezTo>
                  <a:pt x="139526" y="45889"/>
                  <a:pt x="140072" y="43557"/>
                  <a:pt x="139378" y="41424"/>
                </a:cubicBezTo>
                <a:cubicBezTo>
                  <a:pt x="138683" y="39291"/>
                  <a:pt x="136872" y="37728"/>
                  <a:pt x="134640" y="37381"/>
                </a:cubicBezTo>
                <a:lnTo>
                  <a:pt x="95002" y="31080"/>
                </a:lnTo>
                <a:lnTo>
                  <a:pt x="76771" y="-468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9" name="Text 46"/>
          <p:cNvSpPr/>
          <p:nvPr/>
        </p:nvSpPr>
        <p:spPr>
          <a:xfrm>
            <a:off x="6610350" y="6727826"/>
            <a:ext cx="1119188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Радиотехнологии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0847" y="360847"/>
            <a:ext cx="560921" cy="560921"/>
          </a:xfrm>
          <a:custGeom>
            <a:avLst/>
            <a:gdLst/>
            <a:ahLst/>
            <a:cxnLst/>
            <a:rect l="l" t="t" r="r" b="b"/>
            <a:pathLst>
              <a:path w="560921" h="560921">
                <a:moveTo>
                  <a:pt x="142912" y="0"/>
                </a:moveTo>
                <a:lnTo>
                  <a:pt x="418010" y="0"/>
                </a:lnTo>
                <a:cubicBezTo>
                  <a:pt x="496885" y="0"/>
                  <a:pt x="560921" y="64037"/>
                  <a:pt x="560921" y="142912"/>
                </a:cubicBezTo>
                <a:lnTo>
                  <a:pt x="560921" y="418010"/>
                </a:lnTo>
                <a:cubicBezTo>
                  <a:pt x="560921" y="496885"/>
                  <a:pt x="496885" y="560921"/>
                  <a:pt x="418010" y="560921"/>
                </a:cubicBezTo>
                <a:lnTo>
                  <a:pt x="142912" y="560921"/>
                </a:lnTo>
                <a:cubicBezTo>
                  <a:pt x="64037" y="560921"/>
                  <a:pt x="0" y="496885"/>
                  <a:pt x="0" y="418010"/>
                </a:cubicBezTo>
                <a:lnTo>
                  <a:pt x="0" y="142912"/>
                </a:lnTo>
                <a:cubicBezTo>
                  <a:pt x="0" y="64037"/>
                  <a:pt x="64037" y="0"/>
                  <a:pt x="14291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7855" y="509116"/>
            <a:ext cx="334945" cy="267956"/>
          </a:xfrm>
          <a:custGeom>
            <a:avLst/>
            <a:gdLst/>
            <a:ahLst/>
            <a:cxnLst/>
            <a:rect l="l" t="t" r="r" b="b"/>
            <a:pathLst>
              <a:path w="334945" h="267956">
                <a:moveTo>
                  <a:pt x="71176" y="66989"/>
                </a:moveTo>
                <a:cubicBezTo>
                  <a:pt x="71176" y="32328"/>
                  <a:pt x="99317" y="4187"/>
                  <a:pt x="133978" y="4187"/>
                </a:cubicBezTo>
                <a:cubicBezTo>
                  <a:pt x="168639" y="4187"/>
                  <a:pt x="196780" y="32328"/>
                  <a:pt x="196780" y="66989"/>
                </a:cubicBezTo>
                <a:cubicBezTo>
                  <a:pt x="196780" y="101650"/>
                  <a:pt x="168639" y="129791"/>
                  <a:pt x="133978" y="129791"/>
                </a:cubicBezTo>
                <a:cubicBezTo>
                  <a:pt x="99317" y="129791"/>
                  <a:pt x="71176" y="101650"/>
                  <a:pt x="71176" y="66989"/>
                </a:cubicBezTo>
                <a:close/>
                <a:moveTo>
                  <a:pt x="25121" y="252413"/>
                </a:moveTo>
                <a:cubicBezTo>
                  <a:pt x="25121" y="200862"/>
                  <a:pt x="66884" y="159099"/>
                  <a:pt x="118434" y="159099"/>
                </a:cubicBezTo>
                <a:lnTo>
                  <a:pt x="149522" y="159099"/>
                </a:lnTo>
                <a:cubicBezTo>
                  <a:pt x="201072" y="159099"/>
                  <a:pt x="242835" y="200862"/>
                  <a:pt x="242835" y="252413"/>
                </a:cubicBezTo>
                <a:cubicBezTo>
                  <a:pt x="242835" y="260995"/>
                  <a:pt x="235875" y="267956"/>
                  <a:pt x="227292" y="267956"/>
                </a:cubicBezTo>
                <a:lnTo>
                  <a:pt x="40664" y="267956"/>
                </a:lnTo>
                <a:cubicBezTo>
                  <a:pt x="32081" y="267956"/>
                  <a:pt x="25121" y="260995"/>
                  <a:pt x="25121" y="252413"/>
                </a:cubicBezTo>
                <a:close/>
                <a:moveTo>
                  <a:pt x="320501" y="69449"/>
                </a:moveTo>
                <a:lnTo>
                  <a:pt x="278632" y="136438"/>
                </a:lnTo>
                <a:cubicBezTo>
                  <a:pt x="276434" y="139944"/>
                  <a:pt x="272666" y="142142"/>
                  <a:pt x="268532" y="142352"/>
                </a:cubicBezTo>
                <a:cubicBezTo>
                  <a:pt x="264397" y="142561"/>
                  <a:pt x="260420" y="140677"/>
                  <a:pt x="257960" y="137327"/>
                </a:cubicBezTo>
                <a:lnTo>
                  <a:pt x="232839" y="103833"/>
                </a:lnTo>
                <a:cubicBezTo>
                  <a:pt x="228652" y="98285"/>
                  <a:pt x="229804" y="90435"/>
                  <a:pt x="235351" y="86248"/>
                </a:cubicBezTo>
                <a:cubicBezTo>
                  <a:pt x="240899" y="82062"/>
                  <a:pt x="248749" y="83213"/>
                  <a:pt x="252936" y="88760"/>
                </a:cubicBezTo>
                <a:lnTo>
                  <a:pt x="267066" y="107601"/>
                </a:lnTo>
                <a:lnTo>
                  <a:pt x="299200" y="56156"/>
                </a:lnTo>
                <a:cubicBezTo>
                  <a:pt x="302864" y="50294"/>
                  <a:pt x="310609" y="48462"/>
                  <a:pt x="316523" y="52178"/>
                </a:cubicBezTo>
                <a:cubicBezTo>
                  <a:pt x="322437" y="55894"/>
                  <a:pt x="324216" y="63587"/>
                  <a:pt x="320501" y="6950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1071824" y="375138"/>
            <a:ext cx="3813908" cy="4287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76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Почему именно я?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1824" y="875323"/>
            <a:ext cx="857459" cy="35727"/>
          </a:xfrm>
          <a:custGeom>
            <a:avLst/>
            <a:gdLst/>
            <a:ahLst/>
            <a:cxnLst/>
            <a:rect l="l" t="t" r="r" b="b"/>
            <a:pathLst>
              <a:path w="857459" h="35727">
                <a:moveTo>
                  <a:pt x="0" y="0"/>
                </a:moveTo>
                <a:lnTo>
                  <a:pt x="857459" y="0"/>
                </a:lnTo>
                <a:lnTo>
                  <a:pt x="857459" y="35727"/>
                </a:lnTo>
                <a:lnTo>
                  <a:pt x="0" y="35727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Shape 4"/>
          <p:cNvSpPr/>
          <p:nvPr/>
        </p:nvSpPr>
        <p:spPr>
          <a:xfrm>
            <a:off x="360847" y="1146852"/>
            <a:ext cx="5625291" cy="2123998"/>
          </a:xfrm>
          <a:custGeom>
            <a:avLst/>
            <a:gdLst/>
            <a:ahLst/>
            <a:cxnLst/>
            <a:rect l="l" t="t" r="r" b="b"/>
            <a:pathLst>
              <a:path w="5625291" h="2123998">
                <a:moveTo>
                  <a:pt x="142903" y="0"/>
                </a:moveTo>
                <a:lnTo>
                  <a:pt x="5482388" y="0"/>
                </a:lnTo>
                <a:cubicBezTo>
                  <a:pt x="5561311" y="0"/>
                  <a:pt x="5625291" y="63980"/>
                  <a:pt x="5625291" y="142903"/>
                </a:cubicBezTo>
                <a:lnTo>
                  <a:pt x="5625291" y="1981096"/>
                </a:lnTo>
                <a:cubicBezTo>
                  <a:pt x="5625291" y="2060019"/>
                  <a:pt x="5561311" y="2123998"/>
                  <a:pt x="5482388" y="2123998"/>
                </a:cubicBezTo>
                <a:lnTo>
                  <a:pt x="142903" y="2123998"/>
                </a:lnTo>
                <a:cubicBezTo>
                  <a:pt x="63980" y="2123998"/>
                  <a:pt x="0" y="2060019"/>
                  <a:pt x="0" y="1981096"/>
                </a:cubicBezTo>
                <a:lnTo>
                  <a:pt x="0" y="142903"/>
                </a:lnTo>
                <a:cubicBezTo>
                  <a:pt x="0" y="63980"/>
                  <a:pt x="63980" y="0"/>
                  <a:pt x="142903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5931" y="1371938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80" h="487680">
                <a:moveTo>
                  <a:pt x="107182" y="0"/>
                </a:moveTo>
                <a:lnTo>
                  <a:pt x="380498" y="0"/>
                </a:lnTo>
                <a:cubicBezTo>
                  <a:pt x="439653" y="0"/>
                  <a:pt x="487680" y="48027"/>
                  <a:pt x="487680" y="107182"/>
                </a:cubicBezTo>
                <a:lnTo>
                  <a:pt x="487680" y="380498"/>
                </a:lnTo>
                <a:cubicBezTo>
                  <a:pt x="487680" y="439653"/>
                  <a:pt x="439653" y="487680"/>
                  <a:pt x="380498" y="487680"/>
                </a:cubicBezTo>
                <a:lnTo>
                  <a:pt x="107182" y="487680"/>
                </a:lnTo>
                <a:cubicBezTo>
                  <a:pt x="48027" y="487680"/>
                  <a:pt x="0" y="439653"/>
                  <a:pt x="0" y="380498"/>
                </a:cubicBezTo>
                <a:lnTo>
                  <a:pt x="0" y="107182"/>
                </a:lnTo>
                <a:cubicBezTo>
                  <a:pt x="0" y="48027"/>
                  <a:pt x="48027" y="0"/>
                  <a:pt x="107182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1695" y="1507702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60416" y="0"/>
                </a:moveTo>
                <a:lnTo>
                  <a:pt x="154200" y="0"/>
                </a:lnTo>
                <a:cubicBezTo>
                  <a:pt x="165295" y="0"/>
                  <a:pt x="174339" y="9127"/>
                  <a:pt x="173920" y="20180"/>
                </a:cubicBezTo>
                <a:cubicBezTo>
                  <a:pt x="173836" y="22399"/>
                  <a:pt x="173753" y="24618"/>
                  <a:pt x="173627" y="26796"/>
                </a:cubicBezTo>
                <a:lnTo>
                  <a:pt x="194394" y="26796"/>
                </a:lnTo>
                <a:cubicBezTo>
                  <a:pt x="205321" y="26796"/>
                  <a:pt x="214951" y="35839"/>
                  <a:pt x="214114" y="47646"/>
                </a:cubicBezTo>
                <a:cubicBezTo>
                  <a:pt x="210974" y="91063"/>
                  <a:pt x="188783" y="114928"/>
                  <a:pt x="164709" y="127405"/>
                </a:cubicBezTo>
                <a:cubicBezTo>
                  <a:pt x="158094" y="130838"/>
                  <a:pt x="151353" y="133392"/>
                  <a:pt x="144947" y="135276"/>
                </a:cubicBezTo>
                <a:cubicBezTo>
                  <a:pt x="136490" y="147250"/>
                  <a:pt x="127698" y="153572"/>
                  <a:pt x="120706" y="156964"/>
                </a:cubicBezTo>
                <a:lnTo>
                  <a:pt x="120706" y="187569"/>
                </a:lnTo>
                <a:lnTo>
                  <a:pt x="147501" y="187569"/>
                </a:lnTo>
                <a:cubicBezTo>
                  <a:pt x="154912" y="187569"/>
                  <a:pt x="160899" y="193556"/>
                  <a:pt x="160899" y="200967"/>
                </a:cubicBezTo>
                <a:cubicBezTo>
                  <a:pt x="160899" y="208378"/>
                  <a:pt x="154912" y="214365"/>
                  <a:pt x="147501" y="214365"/>
                </a:cubicBezTo>
                <a:lnTo>
                  <a:pt x="67115" y="214365"/>
                </a:lnTo>
                <a:cubicBezTo>
                  <a:pt x="59704" y="214365"/>
                  <a:pt x="53717" y="208378"/>
                  <a:pt x="53717" y="200967"/>
                </a:cubicBezTo>
                <a:cubicBezTo>
                  <a:pt x="53717" y="193556"/>
                  <a:pt x="59704" y="187569"/>
                  <a:pt x="67115" y="187569"/>
                </a:cubicBezTo>
                <a:lnTo>
                  <a:pt x="93910" y="187569"/>
                </a:lnTo>
                <a:lnTo>
                  <a:pt x="93910" y="156964"/>
                </a:lnTo>
                <a:cubicBezTo>
                  <a:pt x="87211" y="153740"/>
                  <a:pt x="78880" y="147753"/>
                  <a:pt x="70757" y="136741"/>
                </a:cubicBezTo>
                <a:cubicBezTo>
                  <a:pt x="63053" y="134732"/>
                  <a:pt x="54680" y="131675"/>
                  <a:pt x="46515" y="127070"/>
                </a:cubicBezTo>
                <a:cubicBezTo>
                  <a:pt x="23865" y="114384"/>
                  <a:pt x="3433" y="90477"/>
                  <a:pt x="502" y="47562"/>
                </a:cubicBezTo>
                <a:cubicBezTo>
                  <a:pt x="-293" y="35797"/>
                  <a:pt x="9295" y="26754"/>
                  <a:pt x="20222" y="26754"/>
                </a:cubicBezTo>
                <a:lnTo>
                  <a:pt x="40989" y="26754"/>
                </a:lnTo>
                <a:cubicBezTo>
                  <a:pt x="40863" y="24577"/>
                  <a:pt x="40780" y="22399"/>
                  <a:pt x="40696" y="20139"/>
                </a:cubicBezTo>
                <a:cubicBezTo>
                  <a:pt x="40277" y="9044"/>
                  <a:pt x="49321" y="-42"/>
                  <a:pt x="60416" y="-42"/>
                </a:cubicBezTo>
                <a:close/>
                <a:moveTo>
                  <a:pt x="42496" y="46892"/>
                </a:moveTo>
                <a:lnTo>
                  <a:pt x="20557" y="46892"/>
                </a:lnTo>
                <a:cubicBezTo>
                  <a:pt x="23153" y="82355"/>
                  <a:pt x="39440" y="100107"/>
                  <a:pt x="56229" y="109527"/>
                </a:cubicBezTo>
                <a:cubicBezTo>
                  <a:pt x="50200" y="93910"/>
                  <a:pt x="45218" y="73520"/>
                  <a:pt x="42496" y="46892"/>
                </a:cubicBezTo>
                <a:close/>
                <a:moveTo>
                  <a:pt x="159099" y="107517"/>
                </a:moveTo>
                <a:cubicBezTo>
                  <a:pt x="176055" y="97553"/>
                  <a:pt x="191379" y="79843"/>
                  <a:pt x="193975" y="46892"/>
                </a:cubicBezTo>
                <a:lnTo>
                  <a:pt x="172078" y="46892"/>
                </a:lnTo>
                <a:cubicBezTo>
                  <a:pt x="169482" y="72390"/>
                  <a:pt x="164793" y="92194"/>
                  <a:pt x="159099" y="107517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1221880" y="1471974"/>
            <a:ext cx="273315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Олимпиадная подготовка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78785" y="2007887"/>
            <a:ext cx="5269802" cy="1045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престижных олимпиадах ОРМО, БИНН, САММАТ и «Будущее Сибири» демонстрирует глубокие знания в физико-математических дисциплинах и способность решать сложные задачи.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0847" y="3456634"/>
            <a:ext cx="5625291" cy="1864974"/>
          </a:xfrm>
          <a:custGeom>
            <a:avLst/>
            <a:gdLst/>
            <a:ahLst/>
            <a:cxnLst/>
            <a:rect l="l" t="t" r="r" b="b"/>
            <a:pathLst>
              <a:path w="5625291" h="1864974">
                <a:moveTo>
                  <a:pt x="142913" y="0"/>
                </a:moveTo>
                <a:lnTo>
                  <a:pt x="5482378" y="0"/>
                </a:lnTo>
                <a:cubicBezTo>
                  <a:pt x="5561306" y="0"/>
                  <a:pt x="5625291" y="63984"/>
                  <a:pt x="5625291" y="142913"/>
                </a:cubicBezTo>
                <a:lnTo>
                  <a:pt x="5625291" y="1722061"/>
                </a:lnTo>
                <a:cubicBezTo>
                  <a:pt x="5625291" y="1800990"/>
                  <a:pt x="5561306" y="1864974"/>
                  <a:pt x="5482378" y="1864974"/>
                </a:cubicBezTo>
                <a:lnTo>
                  <a:pt x="142913" y="1864974"/>
                </a:lnTo>
                <a:cubicBezTo>
                  <a:pt x="63984" y="1864974"/>
                  <a:pt x="0" y="1800990"/>
                  <a:pt x="0" y="1722061"/>
                </a:cubicBezTo>
                <a:lnTo>
                  <a:pt x="0" y="142913"/>
                </a:lnTo>
                <a:cubicBezTo>
                  <a:pt x="0" y="64037"/>
                  <a:pt x="64037" y="0"/>
                  <a:pt x="142913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85931" y="3681715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80" h="487680">
                <a:moveTo>
                  <a:pt x="107182" y="0"/>
                </a:moveTo>
                <a:lnTo>
                  <a:pt x="380498" y="0"/>
                </a:lnTo>
                <a:cubicBezTo>
                  <a:pt x="439653" y="0"/>
                  <a:pt x="487680" y="48027"/>
                  <a:pt x="487680" y="107182"/>
                </a:cubicBezTo>
                <a:lnTo>
                  <a:pt x="487680" y="380498"/>
                </a:lnTo>
                <a:cubicBezTo>
                  <a:pt x="487680" y="439653"/>
                  <a:pt x="439653" y="487680"/>
                  <a:pt x="380498" y="487680"/>
                </a:cubicBezTo>
                <a:lnTo>
                  <a:pt x="107182" y="487680"/>
                </a:lnTo>
                <a:cubicBezTo>
                  <a:pt x="48027" y="487680"/>
                  <a:pt x="0" y="439653"/>
                  <a:pt x="0" y="380498"/>
                </a:cubicBezTo>
                <a:lnTo>
                  <a:pt x="0" y="107182"/>
                </a:lnTo>
                <a:cubicBezTo>
                  <a:pt x="0" y="48027"/>
                  <a:pt x="48027" y="0"/>
                  <a:pt x="107182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21695" y="3817480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0" y="33495"/>
                </a:moveTo>
                <a:cubicBezTo>
                  <a:pt x="0" y="22399"/>
                  <a:pt x="9002" y="13398"/>
                  <a:pt x="20097" y="13398"/>
                </a:cubicBezTo>
                <a:lnTo>
                  <a:pt x="60290" y="13398"/>
                </a:lnTo>
                <a:cubicBezTo>
                  <a:pt x="71385" y="13398"/>
                  <a:pt x="80387" y="22399"/>
                  <a:pt x="80387" y="33495"/>
                </a:cubicBezTo>
                <a:lnTo>
                  <a:pt x="80387" y="40193"/>
                </a:lnTo>
                <a:lnTo>
                  <a:pt x="133978" y="40193"/>
                </a:lnTo>
                <a:lnTo>
                  <a:pt x="133978" y="33495"/>
                </a:lnTo>
                <a:cubicBezTo>
                  <a:pt x="133978" y="22399"/>
                  <a:pt x="142980" y="13398"/>
                  <a:pt x="154075" y="13398"/>
                </a:cubicBezTo>
                <a:lnTo>
                  <a:pt x="194268" y="13398"/>
                </a:lnTo>
                <a:cubicBezTo>
                  <a:pt x="205363" y="13398"/>
                  <a:pt x="214365" y="22399"/>
                  <a:pt x="214365" y="33495"/>
                </a:cubicBezTo>
                <a:lnTo>
                  <a:pt x="214365" y="73688"/>
                </a:lnTo>
                <a:cubicBezTo>
                  <a:pt x="214365" y="84783"/>
                  <a:pt x="205363" y="93785"/>
                  <a:pt x="194268" y="93785"/>
                </a:cubicBezTo>
                <a:lnTo>
                  <a:pt x="154075" y="93785"/>
                </a:lnTo>
                <a:cubicBezTo>
                  <a:pt x="142980" y="93785"/>
                  <a:pt x="133978" y="84783"/>
                  <a:pt x="133978" y="73688"/>
                </a:cubicBezTo>
                <a:lnTo>
                  <a:pt x="133978" y="66989"/>
                </a:lnTo>
                <a:lnTo>
                  <a:pt x="80387" y="66989"/>
                </a:lnTo>
                <a:lnTo>
                  <a:pt x="80387" y="73688"/>
                </a:lnTo>
                <a:cubicBezTo>
                  <a:pt x="80387" y="76744"/>
                  <a:pt x="79675" y="79675"/>
                  <a:pt x="78461" y="82271"/>
                </a:cubicBezTo>
                <a:lnTo>
                  <a:pt x="107182" y="120580"/>
                </a:lnTo>
                <a:lnTo>
                  <a:pt x="140677" y="120580"/>
                </a:lnTo>
                <a:cubicBezTo>
                  <a:pt x="151772" y="120580"/>
                  <a:pt x="160774" y="129582"/>
                  <a:pt x="160774" y="140677"/>
                </a:cubicBezTo>
                <a:lnTo>
                  <a:pt x="160774" y="180870"/>
                </a:lnTo>
                <a:cubicBezTo>
                  <a:pt x="160774" y="191965"/>
                  <a:pt x="151772" y="200967"/>
                  <a:pt x="140677" y="200967"/>
                </a:cubicBezTo>
                <a:lnTo>
                  <a:pt x="100484" y="200967"/>
                </a:lnTo>
                <a:cubicBezTo>
                  <a:pt x="89388" y="200967"/>
                  <a:pt x="80387" y="191965"/>
                  <a:pt x="80387" y="180870"/>
                </a:cubicBezTo>
                <a:lnTo>
                  <a:pt x="80387" y="140677"/>
                </a:lnTo>
                <a:cubicBezTo>
                  <a:pt x="80387" y="137621"/>
                  <a:pt x="81099" y="134690"/>
                  <a:pt x="82313" y="132094"/>
                </a:cubicBezTo>
                <a:lnTo>
                  <a:pt x="53591" y="93785"/>
                </a:lnTo>
                <a:lnTo>
                  <a:pt x="20097" y="93785"/>
                </a:lnTo>
                <a:cubicBezTo>
                  <a:pt x="9002" y="93785"/>
                  <a:pt x="0" y="84783"/>
                  <a:pt x="0" y="73688"/>
                </a:cubicBezTo>
                <a:lnTo>
                  <a:pt x="0" y="33495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4" name="Text 12"/>
          <p:cNvSpPr/>
          <p:nvPr/>
        </p:nvSpPr>
        <p:spPr>
          <a:xfrm>
            <a:off x="1221880" y="3781752"/>
            <a:ext cx="2107921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Практический опыт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8785" y="4317664"/>
            <a:ext cx="5269802" cy="7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Реальные проекты с беспилотниками, участие в инженерных конкурсах и научных конференциях показывают умение применять теорию на практике.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208207" y="1146852"/>
            <a:ext cx="5625291" cy="1864974"/>
          </a:xfrm>
          <a:custGeom>
            <a:avLst/>
            <a:gdLst/>
            <a:ahLst/>
            <a:cxnLst/>
            <a:rect l="l" t="t" r="r" b="b"/>
            <a:pathLst>
              <a:path w="5625291" h="1864974">
                <a:moveTo>
                  <a:pt x="142913" y="0"/>
                </a:moveTo>
                <a:lnTo>
                  <a:pt x="5482378" y="0"/>
                </a:lnTo>
                <a:cubicBezTo>
                  <a:pt x="5561306" y="0"/>
                  <a:pt x="5625291" y="63984"/>
                  <a:pt x="5625291" y="142913"/>
                </a:cubicBezTo>
                <a:lnTo>
                  <a:pt x="5625291" y="1722061"/>
                </a:lnTo>
                <a:cubicBezTo>
                  <a:pt x="5625291" y="1800990"/>
                  <a:pt x="5561306" y="1864974"/>
                  <a:pt x="5482378" y="1864974"/>
                </a:cubicBezTo>
                <a:lnTo>
                  <a:pt x="142913" y="1864974"/>
                </a:lnTo>
                <a:cubicBezTo>
                  <a:pt x="63984" y="1864974"/>
                  <a:pt x="0" y="1800990"/>
                  <a:pt x="0" y="1722061"/>
                </a:cubicBezTo>
                <a:lnTo>
                  <a:pt x="0" y="142913"/>
                </a:lnTo>
                <a:cubicBezTo>
                  <a:pt x="0" y="64037"/>
                  <a:pt x="64037" y="0"/>
                  <a:pt x="142913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33290" y="1371938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80" h="487680">
                <a:moveTo>
                  <a:pt x="107182" y="0"/>
                </a:moveTo>
                <a:lnTo>
                  <a:pt x="380498" y="0"/>
                </a:lnTo>
                <a:cubicBezTo>
                  <a:pt x="439653" y="0"/>
                  <a:pt x="487680" y="48027"/>
                  <a:pt x="487680" y="107182"/>
                </a:cubicBezTo>
                <a:lnTo>
                  <a:pt x="487680" y="380498"/>
                </a:lnTo>
                <a:cubicBezTo>
                  <a:pt x="487680" y="439653"/>
                  <a:pt x="439653" y="487680"/>
                  <a:pt x="380498" y="487680"/>
                </a:cubicBezTo>
                <a:lnTo>
                  <a:pt x="107182" y="487680"/>
                </a:lnTo>
                <a:cubicBezTo>
                  <a:pt x="48027" y="487680"/>
                  <a:pt x="0" y="439653"/>
                  <a:pt x="0" y="380498"/>
                </a:cubicBezTo>
                <a:lnTo>
                  <a:pt x="0" y="107182"/>
                </a:lnTo>
                <a:cubicBezTo>
                  <a:pt x="0" y="48027"/>
                  <a:pt x="48027" y="0"/>
                  <a:pt x="107182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555656" y="1507702"/>
            <a:ext cx="241160" cy="214365"/>
          </a:xfrm>
          <a:custGeom>
            <a:avLst/>
            <a:gdLst/>
            <a:ahLst/>
            <a:cxnLst/>
            <a:rect l="l" t="t" r="r" b="b"/>
            <a:pathLst>
              <a:path w="241160" h="214365">
                <a:moveTo>
                  <a:pt x="100149" y="-3349"/>
                </a:moveTo>
                <a:cubicBezTo>
                  <a:pt x="97595" y="-5945"/>
                  <a:pt x="93868" y="-6992"/>
                  <a:pt x="90351" y="-6029"/>
                </a:cubicBezTo>
                <a:cubicBezTo>
                  <a:pt x="86835" y="-5066"/>
                  <a:pt x="84113" y="-2345"/>
                  <a:pt x="83234" y="1172"/>
                </a:cubicBezTo>
                <a:lnTo>
                  <a:pt x="76828" y="26377"/>
                </a:lnTo>
                <a:cubicBezTo>
                  <a:pt x="76367" y="28219"/>
                  <a:pt x="74483" y="29308"/>
                  <a:pt x="72683" y="28763"/>
                </a:cubicBezTo>
                <a:lnTo>
                  <a:pt x="47646" y="21730"/>
                </a:lnTo>
                <a:cubicBezTo>
                  <a:pt x="44129" y="20725"/>
                  <a:pt x="40361" y="21730"/>
                  <a:pt x="37807" y="24284"/>
                </a:cubicBezTo>
                <a:cubicBezTo>
                  <a:pt x="35253" y="26837"/>
                  <a:pt x="34248" y="30606"/>
                  <a:pt x="35253" y="34123"/>
                </a:cubicBezTo>
                <a:lnTo>
                  <a:pt x="42329" y="59160"/>
                </a:lnTo>
                <a:cubicBezTo>
                  <a:pt x="42831" y="60960"/>
                  <a:pt x="41743" y="62844"/>
                  <a:pt x="39942" y="63305"/>
                </a:cubicBezTo>
                <a:lnTo>
                  <a:pt x="14696" y="69710"/>
                </a:lnTo>
                <a:cubicBezTo>
                  <a:pt x="11179" y="70590"/>
                  <a:pt x="8415" y="73353"/>
                  <a:pt x="7453" y="76870"/>
                </a:cubicBezTo>
                <a:cubicBezTo>
                  <a:pt x="6490" y="80387"/>
                  <a:pt x="7536" y="84113"/>
                  <a:pt x="10132" y="86667"/>
                </a:cubicBezTo>
                <a:lnTo>
                  <a:pt x="28763" y="104796"/>
                </a:lnTo>
                <a:cubicBezTo>
                  <a:pt x="30103" y="106094"/>
                  <a:pt x="30103" y="108271"/>
                  <a:pt x="28763" y="109611"/>
                </a:cubicBezTo>
                <a:lnTo>
                  <a:pt x="10174" y="127740"/>
                </a:lnTo>
                <a:cubicBezTo>
                  <a:pt x="7578" y="130294"/>
                  <a:pt x="6531" y="134020"/>
                  <a:pt x="7494" y="137537"/>
                </a:cubicBezTo>
                <a:cubicBezTo>
                  <a:pt x="8457" y="141054"/>
                  <a:pt x="11221" y="143775"/>
                  <a:pt x="14738" y="144696"/>
                </a:cubicBezTo>
                <a:lnTo>
                  <a:pt x="39942" y="151102"/>
                </a:lnTo>
                <a:cubicBezTo>
                  <a:pt x="41784" y="151563"/>
                  <a:pt x="42873" y="153447"/>
                  <a:pt x="42329" y="155247"/>
                </a:cubicBezTo>
                <a:lnTo>
                  <a:pt x="35253" y="180242"/>
                </a:lnTo>
                <a:cubicBezTo>
                  <a:pt x="34248" y="183759"/>
                  <a:pt x="35253" y="187527"/>
                  <a:pt x="37807" y="190081"/>
                </a:cubicBezTo>
                <a:cubicBezTo>
                  <a:pt x="40361" y="192635"/>
                  <a:pt x="44129" y="193640"/>
                  <a:pt x="47646" y="192635"/>
                </a:cubicBezTo>
                <a:lnTo>
                  <a:pt x="72683" y="185560"/>
                </a:lnTo>
                <a:cubicBezTo>
                  <a:pt x="74483" y="185057"/>
                  <a:pt x="76367" y="186146"/>
                  <a:pt x="76828" y="187946"/>
                </a:cubicBezTo>
                <a:lnTo>
                  <a:pt x="83234" y="213151"/>
                </a:lnTo>
                <a:cubicBezTo>
                  <a:pt x="84113" y="216668"/>
                  <a:pt x="86876" y="219431"/>
                  <a:pt x="90393" y="220394"/>
                </a:cubicBezTo>
                <a:cubicBezTo>
                  <a:pt x="93910" y="221357"/>
                  <a:pt x="97636" y="220310"/>
                  <a:pt x="100190" y="217714"/>
                </a:cubicBezTo>
                <a:lnTo>
                  <a:pt x="118319" y="199083"/>
                </a:lnTo>
                <a:cubicBezTo>
                  <a:pt x="119617" y="197743"/>
                  <a:pt x="121794" y="197743"/>
                  <a:pt x="123134" y="199083"/>
                </a:cubicBezTo>
                <a:lnTo>
                  <a:pt x="141221" y="217714"/>
                </a:lnTo>
                <a:cubicBezTo>
                  <a:pt x="143775" y="220310"/>
                  <a:pt x="147501" y="221357"/>
                  <a:pt x="151018" y="220394"/>
                </a:cubicBezTo>
                <a:cubicBezTo>
                  <a:pt x="154535" y="219431"/>
                  <a:pt x="157257" y="216668"/>
                  <a:pt x="158178" y="213151"/>
                </a:cubicBezTo>
                <a:lnTo>
                  <a:pt x="164584" y="187988"/>
                </a:lnTo>
                <a:cubicBezTo>
                  <a:pt x="165044" y="186146"/>
                  <a:pt x="166928" y="185057"/>
                  <a:pt x="168729" y="185601"/>
                </a:cubicBezTo>
                <a:lnTo>
                  <a:pt x="193766" y="192677"/>
                </a:lnTo>
                <a:cubicBezTo>
                  <a:pt x="197283" y="193682"/>
                  <a:pt x="201051" y="192677"/>
                  <a:pt x="203605" y="190123"/>
                </a:cubicBezTo>
                <a:cubicBezTo>
                  <a:pt x="206159" y="187569"/>
                  <a:pt x="207164" y="183801"/>
                  <a:pt x="206159" y="180284"/>
                </a:cubicBezTo>
                <a:lnTo>
                  <a:pt x="199083" y="155247"/>
                </a:lnTo>
                <a:cubicBezTo>
                  <a:pt x="198581" y="153447"/>
                  <a:pt x="199669" y="151563"/>
                  <a:pt x="201469" y="151102"/>
                </a:cubicBezTo>
                <a:lnTo>
                  <a:pt x="226674" y="144696"/>
                </a:lnTo>
                <a:cubicBezTo>
                  <a:pt x="230191" y="143817"/>
                  <a:pt x="232954" y="141054"/>
                  <a:pt x="233917" y="137537"/>
                </a:cubicBezTo>
                <a:cubicBezTo>
                  <a:pt x="234880" y="134020"/>
                  <a:pt x="233834" y="130252"/>
                  <a:pt x="231238" y="127740"/>
                </a:cubicBezTo>
                <a:lnTo>
                  <a:pt x="212606" y="109611"/>
                </a:lnTo>
                <a:cubicBezTo>
                  <a:pt x="211267" y="108313"/>
                  <a:pt x="211267" y="106136"/>
                  <a:pt x="212606" y="104796"/>
                </a:cubicBezTo>
                <a:lnTo>
                  <a:pt x="231238" y="86667"/>
                </a:lnTo>
                <a:cubicBezTo>
                  <a:pt x="233834" y="84113"/>
                  <a:pt x="234880" y="80387"/>
                  <a:pt x="233917" y="76870"/>
                </a:cubicBezTo>
                <a:cubicBezTo>
                  <a:pt x="232954" y="73353"/>
                  <a:pt x="230191" y="70632"/>
                  <a:pt x="226674" y="69710"/>
                </a:cubicBezTo>
                <a:lnTo>
                  <a:pt x="201469" y="63305"/>
                </a:lnTo>
                <a:cubicBezTo>
                  <a:pt x="199627" y="62844"/>
                  <a:pt x="198539" y="60960"/>
                  <a:pt x="199083" y="59160"/>
                </a:cubicBezTo>
                <a:lnTo>
                  <a:pt x="206159" y="34123"/>
                </a:lnTo>
                <a:cubicBezTo>
                  <a:pt x="207164" y="30606"/>
                  <a:pt x="206159" y="26837"/>
                  <a:pt x="203605" y="24284"/>
                </a:cubicBezTo>
                <a:cubicBezTo>
                  <a:pt x="201051" y="21730"/>
                  <a:pt x="197283" y="20725"/>
                  <a:pt x="193766" y="21730"/>
                </a:cubicBezTo>
                <a:lnTo>
                  <a:pt x="168729" y="28805"/>
                </a:lnTo>
                <a:cubicBezTo>
                  <a:pt x="166928" y="29308"/>
                  <a:pt x="165044" y="28219"/>
                  <a:pt x="164584" y="26419"/>
                </a:cubicBezTo>
                <a:lnTo>
                  <a:pt x="158178" y="1172"/>
                </a:lnTo>
                <a:cubicBezTo>
                  <a:pt x="157299" y="-2345"/>
                  <a:pt x="154535" y="-5108"/>
                  <a:pt x="151018" y="-6071"/>
                </a:cubicBezTo>
                <a:cubicBezTo>
                  <a:pt x="147501" y="-7034"/>
                  <a:pt x="143775" y="-5987"/>
                  <a:pt x="141221" y="-3391"/>
                </a:cubicBezTo>
                <a:lnTo>
                  <a:pt x="123092" y="15282"/>
                </a:lnTo>
                <a:cubicBezTo>
                  <a:pt x="121794" y="16622"/>
                  <a:pt x="119617" y="16622"/>
                  <a:pt x="118277" y="15282"/>
                </a:cubicBezTo>
                <a:lnTo>
                  <a:pt x="100149" y="-3349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9" name="Text 17"/>
          <p:cNvSpPr/>
          <p:nvPr/>
        </p:nvSpPr>
        <p:spPr>
          <a:xfrm>
            <a:off x="7069239" y="1471974"/>
            <a:ext cx="3313723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Подтвержденные компетенции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26144" y="2007887"/>
            <a:ext cx="5269802" cy="7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Серебряный значок ТехноГТО подтверждает высокий уровень технологических навыков и готовность к работе с современным оборудованием.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08207" y="3195377"/>
            <a:ext cx="5625291" cy="1864974"/>
          </a:xfrm>
          <a:custGeom>
            <a:avLst/>
            <a:gdLst/>
            <a:ahLst/>
            <a:cxnLst/>
            <a:rect l="l" t="t" r="r" b="b"/>
            <a:pathLst>
              <a:path w="5625291" h="1864974">
                <a:moveTo>
                  <a:pt x="142913" y="0"/>
                </a:moveTo>
                <a:lnTo>
                  <a:pt x="5482378" y="0"/>
                </a:lnTo>
                <a:cubicBezTo>
                  <a:pt x="5561306" y="0"/>
                  <a:pt x="5625291" y="63984"/>
                  <a:pt x="5625291" y="142913"/>
                </a:cubicBezTo>
                <a:lnTo>
                  <a:pt x="5625291" y="1722061"/>
                </a:lnTo>
                <a:cubicBezTo>
                  <a:pt x="5625291" y="1800990"/>
                  <a:pt x="5561306" y="1864974"/>
                  <a:pt x="5482378" y="1864974"/>
                </a:cubicBezTo>
                <a:lnTo>
                  <a:pt x="142913" y="1864974"/>
                </a:lnTo>
                <a:cubicBezTo>
                  <a:pt x="63984" y="1864974"/>
                  <a:pt x="0" y="1800990"/>
                  <a:pt x="0" y="1722061"/>
                </a:cubicBezTo>
                <a:lnTo>
                  <a:pt x="0" y="142913"/>
                </a:lnTo>
                <a:cubicBezTo>
                  <a:pt x="0" y="64037"/>
                  <a:pt x="64037" y="0"/>
                  <a:pt x="142913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33290" y="3420458"/>
            <a:ext cx="487680" cy="487680"/>
          </a:xfrm>
          <a:custGeom>
            <a:avLst/>
            <a:gdLst/>
            <a:ahLst/>
            <a:cxnLst/>
            <a:rect l="l" t="t" r="r" b="b"/>
            <a:pathLst>
              <a:path w="487680" h="487680">
                <a:moveTo>
                  <a:pt x="107182" y="0"/>
                </a:moveTo>
                <a:lnTo>
                  <a:pt x="380498" y="0"/>
                </a:lnTo>
                <a:cubicBezTo>
                  <a:pt x="439653" y="0"/>
                  <a:pt x="487680" y="48027"/>
                  <a:pt x="487680" y="107182"/>
                </a:cubicBezTo>
                <a:lnTo>
                  <a:pt x="487680" y="380498"/>
                </a:lnTo>
                <a:cubicBezTo>
                  <a:pt x="487680" y="439653"/>
                  <a:pt x="439653" y="487680"/>
                  <a:pt x="380498" y="487680"/>
                </a:cubicBezTo>
                <a:lnTo>
                  <a:pt x="107182" y="487680"/>
                </a:lnTo>
                <a:cubicBezTo>
                  <a:pt x="48027" y="487680"/>
                  <a:pt x="0" y="439653"/>
                  <a:pt x="0" y="380498"/>
                </a:cubicBezTo>
                <a:lnTo>
                  <a:pt x="0" y="107182"/>
                </a:lnTo>
                <a:cubicBezTo>
                  <a:pt x="0" y="48027"/>
                  <a:pt x="48027" y="0"/>
                  <a:pt x="107182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69054" y="3556222"/>
            <a:ext cx="214365" cy="214365"/>
          </a:xfrm>
          <a:custGeom>
            <a:avLst/>
            <a:gdLst/>
            <a:ahLst/>
            <a:cxnLst/>
            <a:rect l="l" t="t" r="r" b="b"/>
            <a:pathLst>
              <a:path w="214365" h="214365">
                <a:moveTo>
                  <a:pt x="53591" y="133978"/>
                </a:moveTo>
                <a:lnTo>
                  <a:pt x="10258" y="133978"/>
                </a:lnTo>
                <a:cubicBezTo>
                  <a:pt x="-167" y="133978"/>
                  <a:pt x="-6573" y="122632"/>
                  <a:pt x="-1214" y="113672"/>
                </a:cubicBezTo>
                <a:lnTo>
                  <a:pt x="20934" y="76744"/>
                </a:lnTo>
                <a:cubicBezTo>
                  <a:pt x="24577" y="70673"/>
                  <a:pt x="31108" y="66989"/>
                  <a:pt x="38184" y="66989"/>
                </a:cubicBezTo>
                <a:lnTo>
                  <a:pt x="77958" y="66989"/>
                </a:lnTo>
                <a:cubicBezTo>
                  <a:pt x="109820" y="13021"/>
                  <a:pt x="157340" y="10300"/>
                  <a:pt x="189118" y="14947"/>
                </a:cubicBezTo>
                <a:cubicBezTo>
                  <a:pt x="194477" y="15742"/>
                  <a:pt x="198664" y="19929"/>
                  <a:pt x="199418" y="25246"/>
                </a:cubicBezTo>
                <a:cubicBezTo>
                  <a:pt x="204065" y="57024"/>
                  <a:pt x="201344" y="104545"/>
                  <a:pt x="147376" y="136406"/>
                </a:cubicBezTo>
                <a:lnTo>
                  <a:pt x="147376" y="176181"/>
                </a:lnTo>
                <a:cubicBezTo>
                  <a:pt x="147376" y="183257"/>
                  <a:pt x="143691" y="189788"/>
                  <a:pt x="137621" y="193431"/>
                </a:cubicBezTo>
                <a:lnTo>
                  <a:pt x="100693" y="215579"/>
                </a:lnTo>
                <a:cubicBezTo>
                  <a:pt x="91775" y="220938"/>
                  <a:pt x="80387" y="214490"/>
                  <a:pt x="80387" y="204107"/>
                </a:cubicBezTo>
                <a:lnTo>
                  <a:pt x="80387" y="160774"/>
                </a:lnTo>
                <a:cubicBezTo>
                  <a:pt x="80387" y="145994"/>
                  <a:pt x="68371" y="133978"/>
                  <a:pt x="53591" y="133978"/>
                </a:cubicBezTo>
                <a:lnTo>
                  <a:pt x="53549" y="133978"/>
                </a:lnTo>
                <a:close/>
                <a:moveTo>
                  <a:pt x="167473" y="66989"/>
                </a:moveTo>
                <a:cubicBezTo>
                  <a:pt x="167473" y="55897"/>
                  <a:pt x="158467" y="46892"/>
                  <a:pt x="147376" y="46892"/>
                </a:cubicBezTo>
                <a:cubicBezTo>
                  <a:pt x="136284" y="46892"/>
                  <a:pt x="127279" y="55897"/>
                  <a:pt x="127279" y="66989"/>
                </a:cubicBezTo>
                <a:cubicBezTo>
                  <a:pt x="127279" y="78081"/>
                  <a:pt x="136284" y="87086"/>
                  <a:pt x="147376" y="87086"/>
                </a:cubicBezTo>
                <a:cubicBezTo>
                  <a:pt x="158467" y="87086"/>
                  <a:pt x="167473" y="78081"/>
                  <a:pt x="167473" y="66989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4" name="Text 22"/>
          <p:cNvSpPr/>
          <p:nvPr/>
        </p:nvSpPr>
        <p:spPr>
          <a:xfrm>
            <a:off x="7069239" y="3520495"/>
            <a:ext cx="2447332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Мотивация к развитию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26144" y="4056407"/>
            <a:ext cx="5269802" cy="7860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Четкие образовательные цели (поступление в ТГУ на физико-математические факультеты) и активная работа над собой демонстрируют серьезный настрой.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360847" y="5540886"/>
            <a:ext cx="11475664" cy="1311198"/>
          </a:xfrm>
          <a:custGeom>
            <a:avLst/>
            <a:gdLst/>
            <a:ahLst/>
            <a:cxnLst/>
            <a:rect l="l" t="t" r="r" b="b"/>
            <a:pathLst>
              <a:path w="11475664" h="1311198">
                <a:moveTo>
                  <a:pt x="142907" y="0"/>
                </a:moveTo>
                <a:lnTo>
                  <a:pt x="11332757" y="0"/>
                </a:lnTo>
                <a:cubicBezTo>
                  <a:pt x="11411682" y="0"/>
                  <a:pt x="11475664" y="63982"/>
                  <a:pt x="11475664" y="142907"/>
                </a:cubicBezTo>
                <a:lnTo>
                  <a:pt x="11475664" y="1168291"/>
                </a:lnTo>
                <a:cubicBezTo>
                  <a:pt x="11475664" y="1247216"/>
                  <a:pt x="11411682" y="1311198"/>
                  <a:pt x="11332757" y="1311198"/>
                </a:cubicBezTo>
                <a:lnTo>
                  <a:pt x="142907" y="1311198"/>
                </a:lnTo>
                <a:cubicBezTo>
                  <a:pt x="63982" y="1311198"/>
                  <a:pt x="0" y="1247216"/>
                  <a:pt x="0" y="1168291"/>
                </a:cubicBezTo>
                <a:lnTo>
                  <a:pt x="0" y="142907"/>
                </a:lnTo>
                <a:cubicBezTo>
                  <a:pt x="0" y="64035"/>
                  <a:pt x="64035" y="0"/>
                  <a:pt x="142907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30000"/>
                </a:srgbClr>
              </a:gs>
              <a:gs pos="50000">
                <a:srgbClr val="3A86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5931" y="5919933"/>
            <a:ext cx="559135" cy="559135"/>
          </a:xfrm>
          <a:custGeom>
            <a:avLst/>
            <a:gdLst/>
            <a:ahLst/>
            <a:cxnLst/>
            <a:rect l="l" t="t" r="r" b="b"/>
            <a:pathLst>
              <a:path w="559135" h="559135">
                <a:moveTo>
                  <a:pt x="142909" y="0"/>
                </a:moveTo>
                <a:lnTo>
                  <a:pt x="416226" y="0"/>
                </a:lnTo>
                <a:cubicBezTo>
                  <a:pt x="495152" y="0"/>
                  <a:pt x="559135" y="63983"/>
                  <a:pt x="559135" y="142909"/>
                </a:cubicBezTo>
                <a:lnTo>
                  <a:pt x="559135" y="416226"/>
                </a:lnTo>
                <a:cubicBezTo>
                  <a:pt x="559135" y="495152"/>
                  <a:pt x="495152" y="559135"/>
                  <a:pt x="416226" y="559135"/>
                </a:cubicBezTo>
                <a:lnTo>
                  <a:pt x="142909" y="559135"/>
                </a:lnTo>
                <a:cubicBezTo>
                  <a:pt x="63983" y="559135"/>
                  <a:pt x="0" y="495152"/>
                  <a:pt x="0" y="416226"/>
                </a:cubicBezTo>
                <a:lnTo>
                  <a:pt x="0" y="142909"/>
                </a:lnTo>
                <a:cubicBezTo>
                  <a:pt x="0" y="63983"/>
                  <a:pt x="63983" y="0"/>
                  <a:pt x="142909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9365" y="6064629"/>
            <a:ext cx="334945" cy="267956"/>
          </a:xfrm>
          <a:custGeom>
            <a:avLst/>
            <a:gdLst/>
            <a:ahLst/>
            <a:cxnLst/>
            <a:rect l="l" t="t" r="r" b="b"/>
            <a:pathLst>
              <a:path w="334945" h="267956">
                <a:moveTo>
                  <a:pt x="167473" y="8374"/>
                </a:moveTo>
                <a:cubicBezTo>
                  <a:pt x="197512" y="8374"/>
                  <a:pt x="221901" y="32762"/>
                  <a:pt x="221901" y="62802"/>
                </a:cubicBezTo>
                <a:cubicBezTo>
                  <a:pt x="221901" y="92842"/>
                  <a:pt x="197512" y="117231"/>
                  <a:pt x="167473" y="117231"/>
                </a:cubicBezTo>
                <a:cubicBezTo>
                  <a:pt x="137433" y="117231"/>
                  <a:pt x="113044" y="92842"/>
                  <a:pt x="113044" y="62802"/>
                </a:cubicBezTo>
                <a:cubicBezTo>
                  <a:pt x="113044" y="32762"/>
                  <a:pt x="137433" y="8374"/>
                  <a:pt x="167473" y="8374"/>
                </a:cubicBezTo>
                <a:close/>
                <a:moveTo>
                  <a:pt x="50242" y="46055"/>
                </a:moveTo>
                <a:cubicBezTo>
                  <a:pt x="71039" y="46055"/>
                  <a:pt x="87923" y="62939"/>
                  <a:pt x="87923" y="83736"/>
                </a:cubicBezTo>
                <a:cubicBezTo>
                  <a:pt x="87923" y="104533"/>
                  <a:pt x="71039" y="121418"/>
                  <a:pt x="50242" y="121418"/>
                </a:cubicBezTo>
                <a:cubicBezTo>
                  <a:pt x="29445" y="121418"/>
                  <a:pt x="12560" y="104533"/>
                  <a:pt x="12560" y="83736"/>
                </a:cubicBezTo>
                <a:cubicBezTo>
                  <a:pt x="12560" y="62939"/>
                  <a:pt x="29445" y="46055"/>
                  <a:pt x="50242" y="46055"/>
                </a:cubicBezTo>
                <a:close/>
                <a:moveTo>
                  <a:pt x="0" y="217714"/>
                </a:moveTo>
                <a:cubicBezTo>
                  <a:pt x="0" y="180713"/>
                  <a:pt x="29988" y="150725"/>
                  <a:pt x="66989" y="150725"/>
                </a:cubicBezTo>
                <a:cubicBezTo>
                  <a:pt x="73688" y="150725"/>
                  <a:pt x="80177" y="151720"/>
                  <a:pt x="86301" y="153551"/>
                </a:cubicBezTo>
                <a:cubicBezTo>
                  <a:pt x="69082" y="172811"/>
                  <a:pt x="58615" y="198246"/>
                  <a:pt x="58615" y="226088"/>
                </a:cubicBezTo>
                <a:lnTo>
                  <a:pt x="58615" y="234462"/>
                </a:lnTo>
                <a:cubicBezTo>
                  <a:pt x="58615" y="240428"/>
                  <a:pt x="59871" y="246080"/>
                  <a:pt x="62122" y="251209"/>
                </a:cubicBezTo>
                <a:lnTo>
                  <a:pt x="16747" y="251209"/>
                </a:lnTo>
                <a:cubicBezTo>
                  <a:pt x="7484" y="251209"/>
                  <a:pt x="0" y="243725"/>
                  <a:pt x="0" y="234462"/>
                </a:cubicBezTo>
                <a:lnTo>
                  <a:pt x="0" y="217714"/>
                </a:lnTo>
                <a:close/>
                <a:moveTo>
                  <a:pt x="272823" y="251209"/>
                </a:moveTo>
                <a:cubicBezTo>
                  <a:pt x="275074" y="246080"/>
                  <a:pt x="276330" y="240428"/>
                  <a:pt x="276330" y="234462"/>
                </a:cubicBezTo>
                <a:lnTo>
                  <a:pt x="276330" y="226088"/>
                </a:lnTo>
                <a:cubicBezTo>
                  <a:pt x="276330" y="198246"/>
                  <a:pt x="265863" y="172811"/>
                  <a:pt x="248644" y="153551"/>
                </a:cubicBezTo>
                <a:cubicBezTo>
                  <a:pt x="254768" y="151720"/>
                  <a:pt x="261257" y="150725"/>
                  <a:pt x="267956" y="150725"/>
                </a:cubicBezTo>
                <a:cubicBezTo>
                  <a:pt x="304957" y="150725"/>
                  <a:pt x="334945" y="180713"/>
                  <a:pt x="334945" y="217714"/>
                </a:cubicBezTo>
                <a:lnTo>
                  <a:pt x="334945" y="234462"/>
                </a:lnTo>
                <a:cubicBezTo>
                  <a:pt x="334945" y="243725"/>
                  <a:pt x="327461" y="251209"/>
                  <a:pt x="318198" y="251209"/>
                </a:cubicBezTo>
                <a:lnTo>
                  <a:pt x="272823" y="251209"/>
                </a:lnTo>
                <a:close/>
                <a:moveTo>
                  <a:pt x="247022" y="83736"/>
                </a:moveTo>
                <a:cubicBezTo>
                  <a:pt x="247022" y="62939"/>
                  <a:pt x="263906" y="46055"/>
                  <a:pt x="284703" y="46055"/>
                </a:cubicBezTo>
                <a:cubicBezTo>
                  <a:pt x="305500" y="46055"/>
                  <a:pt x="322385" y="62939"/>
                  <a:pt x="322385" y="83736"/>
                </a:cubicBezTo>
                <a:cubicBezTo>
                  <a:pt x="322385" y="104533"/>
                  <a:pt x="305500" y="121418"/>
                  <a:pt x="284703" y="121418"/>
                </a:cubicBezTo>
                <a:cubicBezTo>
                  <a:pt x="263906" y="121418"/>
                  <a:pt x="247022" y="104533"/>
                  <a:pt x="247022" y="83736"/>
                </a:cubicBezTo>
                <a:close/>
                <a:moveTo>
                  <a:pt x="83736" y="226088"/>
                </a:moveTo>
                <a:cubicBezTo>
                  <a:pt x="83736" y="179824"/>
                  <a:pt x="121208" y="142352"/>
                  <a:pt x="167473" y="142352"/>
                </a:cubicBezTo>
                <a:cubicBezTo>
                  <a:pt x="213737" y="142352"/>
                  <a:pt x="251209" y="179824"/>
                  <a:pt x="251209" y="226088"/>
                </a:cubicBezTo>
                <a:lnTo>
                  <a:pt x="251209" y="234462"/>
                </a:lnTo>
                <a:cubicBezTo>
                  <a:pt x="251209" y="243725"/>
                  <a:pt x="243725" y="251209"/>
                  <a:pt x="234462" y="251209"/>
                </a:cubicBezTo>
                <a:lnTo>
                  <a:pt x="100484" y="251209"/>
                </a:lnTo>
                <a:cubicBezTo>
                  <a:pt x="91220" y="251209"/>
                  <a:pt x="83736" y="243725"/>
                  <a:pt x="83736" y="234462"/>
                </a:cubicBezTo>
                <a:lnTo>
                  <a:pt x="83736" y="226088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9" name="Text 27"/>
          <p:cNvSpPr/>
          <p:nvPr/>
        </p:nvSpPr>
        <p:spPr>
          <a:xfrm>
            <a:off x="1329062" y="5758822"/>
            <a:ext cx="10396695" cy="28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88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Готовность к активному участию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329062" y="6115988"/>
            <a:ext cx="10369899" cy="526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66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Я готов вносить вклад в форум, делиться опытом, учиться у экспертов и применять полученные знания в своих проектах. Моя цель — не просто участвовать, но и создавать реальную ценность.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2708" y="362708"/>
            <a:ext cx="563813" cy="563813"/>
          </a:xfrm>
          <a:custGeom>
            <a:avLst/>
            <a:gdLst/>
            <a:ahLst/>
            <a:cxnLst/>
            <a:rect l="l" t="t" r="r" b="b"/>
            <a:pathLst>
              <a:path w="563813" h="563813">
                <a:moveTo>
                  <a:pt x="143648" y="0"/>
                </a:moveTo>
                <a:lnTo>
                  <a:pt x="420164" y="0"/>
                </a:lnTo>
                <a:cubicBezTo>
                  <a:pt x="499446" y="0"/>
                  <a:pt x="563813" y="64367"/>
                  <a:pt x="563813" y="143648"/>
                </a:cubicBezTo>
                <a:lnTo>
                  <a:pt x="563813" y="420164"/>
                </a:lnTo>
                <a:cubicBezTo>
                  <a:pt x="563813" y="499446"/>
                  <a:pt x="499446" y="563813"/>
                  <a:pt x="420164" y="563813"/>
                </a:cubicBezTo>
                <a:lnTo>
                  <a:pt x="143648" y="563813"/>
                </a:lnTo>
                <a:cubicBezTo>
                  <a:pt x="64367" y="563813"/>
                  <a:pt x="0" y="499446"/>
                  <a:pt x="0" y="420164"/>
                </a:cubicBezTo>
                <a:lnTo>
                  <a:pt x="0" y="143648"/>
                </a:lnTo>
                <a:cubicBezTo>
                  <a:pt x="0" y="64367"/>
                  <a:pt x="64367" y="0"/>
                  <a:pt x="143648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3985" y="511741"/>
            <a:ext cx="269337" cy="269337"/>
          </a:xfrm>
          <a:custGeom>
            <a:avLst/>
            <a:gdLst/>
            <a:ahLst/>
            <a:cxnLst/>
            <a:rect l="l" t="t" r="r" b="b"/>
            <a:pathLst>
              <a:path w="269337" h="269337">
                <a:moveTo>
                  <a:pt x="235670" y="134669"/>
                </a:moveTo>
                <a:cubicBezTo>
                  <a:pt x="235670" y="78924"/>
                  <a:pt x="190413" y="33667"/>
                  <a:pt x="134669" y="33667"/>
                </a:cubicBezTo>
                <a:cubicBezTo>
                  <a:pt x="78924" y="33667"/>
                  <a:pt x="33667" y="78924"/>
                  <a:pt x="33667" y="134669"/>
                </a:cubicBezTo>
                <a:cubicBezTo>
                  <a:pt x="33667" y="190413"/>
                  <a:pt x="78924" y="235670"/>
                  <a:pt x="134669" y="235670"/>
                </a:cubicBezTo>
                <a:cubicBezTo>
                  <a:pt x="190413" y="235670"/>
                  <a:pt x="235670" y="190413"/>
                  <a:pt x="235670" y="134669"/>
                </a:cubicBezTo>
                <a:close/>
                <a:moveTo>
                  <a:pt x="0" y="134669"/>
                </a:moveTo>
                <a:cubicBezTo>
                  <a:pt x="0" y="60343"/>
                  <a:pt x="60343" y="0"/>
                  <a:pt x="134669" y="0"/>
                </a:cubicBezTo>
                <a:cubicBezTo>
                  <a:pt x="208994" y="0"/>
                  <a:pt x="269337" y="60343"/>
                  <a:pt x="269337" y="134669"/>
                </a:cubicBezTo>
                <a:cubicBezTo>
                  <a:pt x="269337" y="208994"/>
                  <a:pt x="208994" y="269337"/>
                  <a:pt x="134669" y="269337"/>
                </a:cubicBezTo>
                <a:cubicBezTo>
                  <a:pt x="60343" y="269337"/>
                  <a:pt x="0" y="208994"/>
                  <a:pt x="0" y="134669"/>
                </a:cubicBezTo>
                <a:close/>
                <a:moveTo>
                  <a:pt x="134669" y="176753"/>
                </a:moveTo>
                <a:cubicBezTo>
                  <a:pt x="157895" y="176753"/>
                  <a:pt x="176753" y="157895"/>
                  <a:pt x="176753" y="134669"/>
                </a:cubicBezTo>
                <a:cubicBezTo>
                  <a:pt x="176753" y="111442"/>
                  <a:pt x="157895" y="92585"/>
                  <a:pt x="134669" y="92585"/>
                </a:cubicBezTo>
                <a:cubicBezTo>
                  <a:pt x="111442" y="92585"/>
                  <a:pt x="92585" y="111442"/>
                  <a:pt x="92585" y="134669"/>
                </a:cubicBezTo>
                <a:cubicBezTo>
                  <a:pt x="92585" y="157895"/>
                  <a:pt x="111442" y="176753"/>
                  <a:pt x="134669" y="176753"/>
                </a:cubicBezTo>
                <a:close/>
                <a:moveTo>
                  <a:pt x="134669" y="58918"/>
                </a:moveTo>
                <a:cubicBezTo>
                  <a:pt x="176477" y="58918"/>
                  <a:pt x="210420" y="92860"/>
                  <a:pt x="210420" y="134669"/>
                </a:cubicBezTo>
                <a:cubicBezTo>
                  <a:pt x="210420" y="176477"/>
                  <a:pt x="176477" y="210420"/>
                  <a:pt x="134669" y="210420"/>
                </a:cubicBezTo>
                <a:cubicBezTo>
                  <a:pt x="92860" y="210420"/>
                  <a:pt x="58918" y="176477"/>
                  <a:pt x="58918" y="134669"/>
                </a:cubicBezTo>
                <a:cubicBezTo>
                  <a:pt x="58918" y="92860"/>
                  <a:pt x="92860" y="58918"/>
                  <a:pt x="134669" y="58918"/>
                </a:cubicBezTo>
                <a:close/>
                <a:moveTo>
                  <a:pt x="117835" y="134669"/>
                </a:moveTo>
                <a:cubicBezTo>
                  <a:pt x="117835" y="125378"/>
                  <a:pt x="125378" y="117835"/>
                  <a:pt x="134669" y="117835"/>
                </a:cubicBezTo>
                <a:cubicBezTo>
                  <a:pt x="143959" y="117835"/>
                  <a:pt x="151502" y="125378"/>
                  <a:pt x="151502" y="134669"/>
                </a:cubicBezTo>
                <a:cubicBezTo>
                  <a:pt x="151502" y="143959"/>
                  <a:pt x="143959" y="151502"/>
                  <a:pt x="134669" y="151502"/>
                </a:cubicBezTo>
                <a:cubicBezTo>
                  <a:pt x="125378" y="151502"/>
                  <a:pt x="117835" y="143959"/>
                  <a:pt x="117835" y="134669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" name="Text 2"/>
          <p:cNvSpPr/>
          <p:nvPr/>
        </p:nvSpPr>
        <p:spPr>
          <a:xfrm>
            <a:off x="1077349" y="377072"/>
            <a:ext cx="5081496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393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Что я ожидаю от форума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77349" y="879835"/>
            <a:ext cx="861879" cy="35912"/>
          </a:xfrm>
          <a:custGeom>
            <a:avLst/>
            <a:gdLst/>
            <a:ahLst/>
            <a:cxnLst/>
            <a:rect l="l" t="t" r="r" b="b"/>
            <a:pathLst>
              <a:path w="861879" h="35912">
                <a:moveTo>
                  <a:pt x="0" y="0"/>
                </a:moveTo>
                <a:lnTo>
                  <a:pt x="861879" y="0"/>
                </a:lnTo>
                <a:lnTo>
                  <a:pt x="861879" y="35912"/>
                </a:lnTo>
                <a:lnTo>
                  <a:pt x="0" y="35912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Shape 4"/>
          <p:cNvSpPr/>
          <p:nvPr/>
        </p:nvSpPr>
        <p:spPr>
          <a:xfrm>
            <a:off x="362708" y="1152763"/>
            <a:ext cx="3670169" cy="4074175"/>
          </a:xfrm>
          <a:custGeom>
            <a:avLst/>
            <a:gdLst/>
            <a:ahLst/>
            <a:cxnLst/>
            <a:rect l="l" t="t" r="r" b="b"/>
            <a:pathLst>
              <a:path w="3670169" h="4074175">
                <a:moveTo>
                  <a:pt x="143650" y="0"/>
                </a:moveTo>
                <a:lnTo>
                  <a:pt x="3526519" y="0"/>
                </a:lnTo>
                <a:cubicBezTo>
                  <a:pt x="3605855" y="0"/>
                  <a:pt x="3670169" y="64314"/>
                  <a:pt x="3670169" y="143650"/>
                </a:cubicBezTo>
                <a:lnTo>
                  <a:pt x="3670169" y="3930525"/>
                </a:lnTo>
                <a:cubicBezTo>
                  <a:pt x="3670169" y="4009860"/>
                  <a:pt x="3605855" y="4074175"/>
                  <a:pt x="3526519" y="4074175"/>
                </a:cubicBezTo>
                <a:lnTo>
                  <a:pt x="143650" y="4074175"/>
                </a:lnTo>
                <a:cubicBezTo>
                  <a:pt x="64314" y="4074175"/>
                  <a:pt x="0" y="4009860"/>
                  <a:pt x="0" y="3930525"/>
                </a:cubicBezTo>
                <a:lnTo>
                  <a:pt x="0" y="143650"/>
                </a:lnTo>
                <a:cubicBezTo>
                  <a:pt x="0" y="64314"/>
                  <a:pt x="64314" y="0"/>
                  <a:pt x="1436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8951" y="1379009"/>
            <a:ext cx="490194" cy="490194"/>
          </a:xfrm>
          <a:custGeom>
            <a:avLst/>
            <a:gdLst/>
            <a:ahLst/>
            <a:cxnLst/>
            <a:rect l="l" t="t" r="r" b="b"/>
            <a:pathLst>
              <a:path w="490194" h="490194">
                <a:moveTo>
                  <a:pt x="107735" y="0"/>
                </a:moveTo>
                <a:lnTo>
                  <a:pt x="382459" y="0"/>
                </a:lnTo>
                <a:cubicBezTo>
                  <a:pt x="441959" y="0"/>
                  <a:pt x="490194" y="48235"/>
                  <a:pt x="490194" y="107735"/>
                </a:cubicBezTo>
                <a:lnTo>
                  <a:pt x="490194" y="382459"/>
                </a:lnTo>
                <a:cubicBezTo>
                  <a:pt x="490194" y="441959"/>
                  <a:pt x="441959" y="490194"/>
                  <a:pt x="382459" y="490194"/>
                </a:cubicBezTo>
                <a:lnTo>
                  <a:pt x="107735" y="490194"/>
                </a:lnTo>
                <a:cubicBezTo>
                  <a:pt x="48235" y="490194"/>
                  <a:pt x="0" y="441959"/>
                  <a:pt x="0" y="382459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5415" y="1515474"/>
            <a:ext cx="215470" cy="215470"/>
          </a:xfrm>
          <a:custGeom>
            <a:avLst/>
            <a:gdLst/>
            <a:ahLst/>
            <a:cxnLst/>
            <a:rect l="l" t="t" r="r" b="b"/>
            <a:pathLst>
              <a:path w="215470" h="215470">
                <a:moveTo>
                  <a:pt x="50501" y="23567"/>
                </a:moveTo>
                <a:cubicBezTo>
                  <a:pt x="50501" y="10563"/>
                  <a:pt x="61064" y="0"/>
                  <a:pt x="74068" y="0"/>
                </a:cubicBezTo>
                <a:lnTo>
                  <a:pt x="84168" y="0"/>
                </a:lnTo>
                <a:cubicBezTo>
                  <a:pt x="91617" y="0"/>
                  <a:pt x="97635" y="6018"/>
                  <a:pt x="97635" y="13467"/>
                </a:cubicBezTo>
                <a:lnTo>
                  <a:pt x="97635" y="202003"/>
                </a:lnTo>
                <a:cubicBezTo>
                  <a:pt x="97635" y="209452"/>
                  <a:pt x="91617" y="215470"/>
                  <a:pt x="84168" y="215470"/>
                </a:cubicBezTo>
                <a:lnTo>
                  <a:pt x="70701" y="215470"/>
                </a:lnTo>
                <a:cubicBezTo>
                  <a:pt x="58160" y="215470"/>
                  <a:pt x="47597" y="206885"/>
                  <a:pt x="44609" y="195270"/>
                </a:cubicBezTo>
                <a:cubicBezTo>
                  <a:pt x="44314" y="195270"/>
                  <a:pt x="44062" y="195270"/>
                  <a:pt x="43767" y="195270"/>
                </a:cubicBezTo>
                <a:cubicBezTo>
                  <a:pt x="25166" y="195270"/>
                  <a:pt x="10100" y="180203"/>
                  <a:pt x="10100" y="161602"/>
                </a:cubicBezTo>
                <a:cubicBezTo>
                  <a:pt x="10100" y="154027"/>
                  <a:pt x="12625" y="147041"/>
                  <a:pt x="16834" y="141402"/>
                </a:cubicBezTo>
                <a:cubicBezTo>
                  <a:pt x="8669" y="135258"/>
                  <a:pt x="3367" y="125494"/>
                  <a:pt x="3367" y="114468"/>
                </a:cubicBezTo>
                <a:cubicBezTo>
                  <a:pt x="3367" y="101464"/>
                  <a:pt x="10773" y="90144"/>
                  <a:pt x="21547" y="84547"/>
                </a:cubicBezTo>
                <a:cubicBezTo>
                  <a:pt x="18559" y="79497"/>
                  <a:pt x="16834" y="73605"/>
                  <a:pt x="16834" y="67334"/>
                </a:cubicBezTo>
                <a:cubicBezTo>
                  <a:pt x="16834" y="48733"/>
                  <a:pt x="31900" y="33667"/>
                  <a:pt x="50501" y="33667"/>
                </a:cubicBezTo>
                <a:lnTo>
                  <a:pt x="50501" y="23567"/>
                </a:lnTo>
                <a:close/>
                <a:moveTo>
                  <a:pt x="164969" y="23567"/>
                </a:moveTo>
                <a:lnTo>
                  <a:pt x="164969" y="33667"/>
                </a:lnTo>
                <a:cubicBezTo>
                  <a:pt x="183570" y="33667"/>
                  <a:pt x="198636" y="48733"/>
                  <a:pt x="198636" y="67334"/>
                </a:cubicBezTo>
                <a:cubicBezTo>
                  <a:pt x="198636" y="73647"/>
                  <a:pt x="196911" y="79539"/>
                  <a:pt x="193923" y="84547"/>
                </a:cubicBezTo>
                <a:cubicBezTo>
                  <a:pt x="204738" y="90144"/>
                  <a:pt x="212103" y="101422"/>
                  <a:pt x="212103" y="114468"/>
                </a:cubicBezTo>
                <a:cubicBezTo>
                  <a:pt x="212103" y="125494"/>
                  <a:pt x="206801" y="135258"/>
                  <a:pt x="198636" y="141402"/>
                </a:cubicBezTo>
                <a:cubicBezTo>
                  <a:pt x="202845" y="147041"/>
                  <a:pt x="205370" y="154027"/>
                  <a:pt x="205370" y="161602"/>
                </a:cubicBezTo>
                <a:cubicBezTo>
                  <a:pt x="205370" y="180203"/>
                  <a:pt x="190304" y="195270"/>
                  <a:pt x="171703" y="195270"/>
                </a:cubicBezTo>
                <a:cubicBezTo>
                  <a:pt x="171408" y="195270"/>
                  <a:pt x="171155" y="195270"/>
                  <a:pt x="170861" y="195270"/>
                </a:cubicBezTo>
                <a:cubicBezTo>
                  <a:pt x="167873" y="206885"/>
                  <a:pt x="157310" y="215470"/>
                  <a:pt x="144769" y="215470"/>
                </a:cubicBezTo>
                <a:lnTo>
                  <a:pt x="131302" y="215470"/>
                </a:lnTo>
                <a:cubicBezTo>
                  <a:pt x="123853" y="215470"/>
                  <a:pt x="117835" y="209452"/>
                  <a:pt x="117835" y="202003"/>
                </a:cubicBezTo>
                <a:lnTo>
                  <a:pt x="117835" y="13467"/>
                </a:lnTo>
                <a:cubicBezTo>
                  <a:pt x="117835" y="6018"/>
                  <a:pt x="123853" y="0"/>
                  <a:pt x="131302" y="0"/>
                </a:cubicBezTo>
                <a:lnTo>
                  <a:pt x="141402" y="0"/>
                </a:lnTo>
                <a:cubicBezTo>
                  <a:pt x="154406" y="0"/>
                  <a:pt x="164969" y="10563"/>
                  <a:pt x="164969" y="23567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9" name="Text 7"/>
          <p:cNvSpPr/>
          <p:nvPr/>
        </p:nvSpPr>
        <p:spPr>
          <a:xfrm>
            <a:off x="1192266" y="1479562"/>
            <a:ext cx="1544200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Новые знания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9724" y="2054148"/>
            <a:ext cx="3214091" cy="1041437"/>
          </a:xfrm>
          <a:custGeom>
            <a:avLst/>
            <a:gdLst/>
            <a:ahLst/>
            <a:cxnLst/>
            <a:rect l="l" t="t" r="r" b="b"/>
            <a:pathLst>
              <a:path w="3214091" h="1041437">
                <a:moveTo>
                  <a:pt x="35912" y="0"/>
                </a:moveTo>
                <a:lnTo>
                  <a:pt x="3106355" y="0"/>
                </a:lnTo>
                <a:cubicBezTo>
                  <a:pt x="3165856" y="0"/>
                  <a:pt x="3214091" y="48235"/>
                  <a:pt x="3214091" y="107737"/>
                </a:cubicBezTo>
                <a:lnTo>
                  <a:pt x="3214091" y="933701"/>
                </a:lnTo>
                <a:cubicBezTo>
                  <a:pt x="3214091" y="993202"/>
                  <a:pt x="3165856" y="1041437"/>
                  <a:pt x="3106355" y="1041437"/>
                </a:cubicBez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91"/>
                  <a:pt x="16091" y="0"/>
                  <a:pt x="3591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99724" y="2054148"/>
            <a:ext cx="35912" cy="1041437"/>
          </a:xfrm>
          <a:custGeom>
            <a:avLst/>
            <a:gdLst/>
            <a:ahLst/>
            <a:cxnLst/>
            <a:rect l="l" t="t" r="r" b="b"/>
            <a:pathLst>
              <a:path w="35912" h="1041437">
                <a:moveTo>
                  <a:pt x="35912" y="0"/>
                </a:moveTo>
                <a:lnTo>
                  <a:pt x="35912" y="0"/>
                </a:lnTo>
                <a:lnTo>
                  <a:pt x="35912" y="1041437"/>
                </a:ln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2" name="Text 10"/>
          <p:cNvSpPr/>
          <p:nvPr/>
        </p:nvSpPr>
        <p:spPr>
          <a:xfrm>
            <a:off x="761327" y="2197795"/>
            <a:ext cx="298964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Актуальные технологии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61327" y="2520999"/>
            <a:ext cx="2980666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Знакомство с передовыми разработками в области дронов, робототехники и ИИ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9724" y="3239232"/>
            <a:ext cx="3214091" cy="1041437"/>
          </a:xfrm>
          <a:custGeom>
            <a:avLst/>
            <a:gdLst/>
            <a:ahLst/>
            <a:cxnLst/>
            <a:rect l="l" t="t" r="r" b="b"/>
            <a:pathLst>
              <a:path w="3214091" h="1041437">
                <a:moveTo>
                  <a:pt x="35912" y="0"/>
                </a:moveTo>
                <a:lnTo>
                  <a:pt x="3106355" y="0"/>
                </a:lnTo>
                <a:cubicBezTo>
                  <a:pt x="3165856" y="0"/>
                  <a:pt x="3214091" y="48235"/>
                  <a:pt x="3214091" y="107737"/>
                </a:cubicBezTo>
                <a:lnTo>
                  <a:pt x="3214091" y="933701"/>
                </a:lnTo>
                <a:cubicBezTo>
                  <a:pt x="3214091" y="993202"/>
                  <a:pt x="3165856" y="1041437"/>
                  <a:pt x="3106355" y="1041437"/>
                </a:cubicBez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91"/>
                  <a:pt x="16091" y="0"/>
                  <a:pt x="3591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599724" y="3239232"/>
            <a:ext cx="35912" cy="1041437"/>
          </a:xfrm>
          <a:custGeom>
            <a:avLst/>
            <a:gdLst/>
            <a:ahLst/>
            <a:cxnLst/>
            <a:rect l="l" t="t" r="r" b="b"/>
            <a:pathLst>
              <a:path w="35912" h="1041437">
                <a:moveTo>
                  <a:pt x="35912" y="0"/>
                </a:moveTo>
                <a:lnTo>
                  <a:pt x="35912" y="0"/>
                </a:lnTo>
                <a:lnTo>
                  <a:pt x="35912" y="1041437"/>
                </a:ln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6" name="Text 14"/>
          <p:cNvSpPr/>
          <p:nvPr/>
        </p:nvSpPr>
        <p:spPr>
          <a:xfrm>
            <a:off x="761327" y="3382879"/>
            <a:ext cx="298964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Практические навыки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61327" y="3706083"/>
            <a:ext cx="2980666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мастер-классах и воркшопах от ведущих экспертов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1769" y="4643377"/>
            <a:ext cx="3232047" cy="7182"/>
          </a:xfrm>
          <a:custGeom>
            <a:avLst/>
            <a:gdLst/>
            <a:ahLst/>
            <a:cxnLst/>
            <a:rect l="l" t="t" r="r" b="b"/>
            <a:pathLst>
              <a:path w="3232047" h="7182">
                <a:moveTo>
                  <a:pt x="0" y="0"/>
                </a:moveTo>
                <a:lnTo>
                  <a:pt x="3232047" y="0"/>
                </a:lnTo>
                <a:lnTo>
                  <a:pt x="3232047" y="7182"/>
                </a:lnTo>
                <a:lnTo>
                  <a:pt x="0" y="7182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617680" y="4826525"/>
            <a:ext cx="107735" cy="143647"/>
          </a:xfrm>
          <a:custGeom>
            <a:avLst/>
            <a:gdLst/>
            <a:ahLst/>
            <a:cxnLst/>
            <a:rect l="l" t="t" r="r" b="b"/>
            <a:pathLst>
              <a:path w="107735" h="143647">
                <a:moveTo>
                  <a:pt x="60208" y="4882"/>
                </a:moveTo>
                <a:cubicBezTo>
                  <a:pt x="56701" y="1375"/>
                  <a:pt x="51006" y="1375"/>
                  <a:pt x="47499" y="4882"/>
                </a:cubicBezTo>
                <a:lnTo>
                  <a:pt x="2609" y="49771"/>
                </a:lnTo>
                <a:cubicBezTo>
                  <a:pt x="-898" y="53278"/>
                  <a:pt x="-898" y="58974"/>
                  <a:pt x="2609" y="62481"/>
                </a:cubicBezTo>
                <a:cubicBezTo>
                  <a:pt x="6116" y="65988"/>
                  <a:pt x="11812" y="65988"/>
                  <a:pt x="15319" y="62481"/>
                </a:cubicBezTo>
                <a:lnTo>
                  <a:pt x="44890" y="32910"/>
                </a:lnTo>
                <a:lnTo>
                  <a:pt x="44890" y="136913"/>
                </a:lnTo>
                <a:cubicBezTo>
                  <a:pt x="44890" y="141879"/>
                  <a:pt x="48902" y="145891"/>
                  <a:pt x="53867" y="145891"/>
                </a:cubicBezTo>
                <a:cubicBezTo>
                  <a:pt x="58833" y="145891"/>
                  <a:pt x="62845" y="141879"/>
                  <a:pt x="62845" y="136913"/>
                </a:cubicBezTo>
                <a:lnTo>
                  <a:pt x="62845" y="32910"/>
                </a:lnTo>
                <a:lnTo>
                  <a:pt x="92416" y="62481"/>
                </a:lnTo>
                <a:cubicBezTo>
                  <a:pt x="95923" y="65988"/>
                  <a:pt x="101619" y="65988"/>
                  <a:pt x="105126" y="62481"/>
                </a:cubicBezTo>
                <a:cubicBezTo>
                  <a:pt x="108633" y="58974"/>
                  <a:pt x="108633" y="53278"/>
                  <a:pt x="105126" y="49771"/>
                </a:cubicBezTo>
                <a:lnTo>
                  <a:pt x="60236" y="4882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0" name="Text 18"/>
          <p:cNvSpPr/>
          <p:nvPr/>
        </p:nvSpPr>
        <p:spPr>
          <a:xfrm>
            <a:off x="833150" y="4790613"/>
            <a:ext cx="1876383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Расширение компетенций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259681" y="1152763"/>
            <a:ext cx="3670169" cy="4074175"/>
          </a:xfrm>
          <a:custGeom>
            <a:avLst/>
            <a:gdLst/>
            <a:ahLst/>
            <a:cxnLst/>
            <a:rect l="l" t="t" r="r" b="b"/>
            <a:pathLst>
              <a:path w="3670169" h="4074175">
                <a:moveTo>
                  <a:pt x="143650" y="0"/>
                </a:moveTo>
                <a:lnTo>
                  <a:pt x="3526519" y="0"/>
                </a:lnTo>
                <a:cubicBezTo>
                  <a:pt x="3605855" y="0"/>
                  <a:pt x="3670169" y="64314"/>
                  <a:pt x="3670169" y="143650"/>
                </a:cubicBezTo>
                <a:lnTo>
                  <a:pt x="3670169" y="3930525"/>
                </a:lnTo>
                <a:cubicBezTo>
                  <a:pt x="3670169" y="4009860"/>
                  <a:pt x="3605855" y="4074175"/>
                  <a:pt x="3526519" y="4074175"/>
                </a:cubicBezTo>
                <a:lnTo>
                  <a:pt x="143650" y="4074175"/>
                </a:lnTo>
                <a:cubicBezTo>
                  <a:pt x="64314" y="4074175"/>
                  <a:pt x="0" y="4009860"/>
                  <a:pt x="0" y="3930525"/>
                </a:cubicBezTo>
                <a:lnTo>
                  <a:pt x="0" y="143650"/>
                </a:lnTo>
                <a:cubicBezTo>
                  <a:pt x="0" y="64314"/>
                  <a:pt x="64314" y="0"/>
                  <a:pt x="1436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85924" y="1379009"/>
            <a:ext cx="490194" cy="490194"/>
          </a:xfrm>
          <a:custGeom>
            <a:avLst/>
            <a:gdLst/>
            <a:ahLst/>
            <a:cxnLst/>
            <a:rect l="l" t="t" r="r" b="b"/>
            <a:pathLst>
              <a:path w="490194" h="490194">
                <a:moveTo>
                  <a:pt x="107735" y="0"/>
                </a:moveTo>
                <a:lnTo>
                  <a:pt x="382459" y="0"/>
                </a:lnTo>
                <a:cubicBezTo>
                  <a:pt x="441959" y="0"/>
                  <a:pt x="490194" y="48235"/>
                  <a:pt x="490194" y="107735"/>
                </a:cubicBezTo>
                <a:lnTo>
                  <a:pt x="490194" y="382459"/>
                </a:lnTo>
                <a:cubicBezTo>
                  <a:pt x="490194" y="441959"/>
                  <a:pt x="441959" y="490194"/>
                  <a:pt x="382459" y="490194"/>
                </a:cubicBezTo>
                <a:lnTo>
                  <a:pt x="107735" y="490194"/>
                </a:lnTo>
                <a:cubicBezTo>
                  <a:pt x="48235" y="490194"/>
                  <a:pt x="0" y="441959"/>
                  <a:pt x="0" y="382459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8922" y="1515474"/>
            <a:ext cx="242404" cy="215470"/>
          </a:xfrm>
          <a:custGeom>
            <a:avLst/>
            <a:gdLst/>
            <a:ahLst/>
            <a:cxnLst/>
            <a:rect l="l" t="t" r="r" b="b"/>
            <a:pathLst>
              <a:path w="242404" h="215470">
                <a:moveTo>
                  <a:pt x="104368" y="37034"/>
                </a:moveTo>
                <a:lnTo>
                  <a:pt x="138035" y="37034"/>
                </a:lnTo>
                <a:lnTo>
                  <a:pt x="138035" y="57234"/>
                </a:lnTo>
                <a:lnTo>
                  <a:pt x="104368" y="57234"/>
                </a:lnTo>
                <a:lnTo>
                  <a:pt x="104368" y="37034"/>
                </a:lnTo>
                <a:close/>
                <a:moveTo>
                  <a:pt x="101001" y="13467"/>
                </a:moveTo>
                <a:cubicBezTo>
                  <a:pt x="89849" y="13467"/>
                  <a:pt x="80801" y="22515"/>
                  <a:pt x="80801" y="33667"/>
                </a:cubicBezTo>
                <a:lnTo>
                  <a:pt x="80801" y="60601"/>
                </a:lnTo>
                <a:cubicBezTo>
                  <a:pt x="80801" y="71753"/>
                  <a:pt x="89849" y="80801"/>
                  <a:pt x="101001" y="80801"/>
                </a:cubicBezTo>
                <a:lnTo>
                  <a:pt x="107735" y="80801"/>
                </a:lnTo>
                <a:lnTo>
                  <a:pt x="107735" y="94268"/>
                </a:lnTo>
                <a:lnTo>
                  <a:pt x="13467" y="94268"/>
                </a:lnTo>
                <a:cubicBezTo>
                  <a:pt x="6018" y="94268"/>
                  <a:pt x="0" y="100286"/>
                  <a:pt x="0" y="107735"/>
                </a:cubicBezTo>
                <a:cubicBezTo>
                  <a:pt x="0" y="115184"/>
                  <a:pt x="6018" y="121202"/>
                  <a:pt x="13467" y="121202"/>
                </a:cubicBezTo>
                <a:lnTo>
                  <a:pt x="53867" y="121202"/>
                </a:lnTo>
                <a:lnTo>
                  <a:pt x="53867" y="134669"/>
                </a:lnTo>
                <a:lnTo>
                  <a:pt x="47134" y="134669"/>
                </a:lnTo>
                <a:cubicBezTo>
                  <a:pt x="35982" y="134669"/>
                  <a:pt x="26934" y="143717"/>
                  <a:pt x="26934" y="154869"/>
                </a:cubicBezTo>
                <a:lnTo>
                  <a:pt x="26934" y="181803"/>
                </a:lnTo>
                <a:cubicBezTo>
                  <a:pt x="26934" y="192955"/>
                  <a:pt x="35982" y="202003"/>
                  <a:pt x="47134" y="202003"/>
                </a:cubicBezTo>
                <a:lnTo>
                  <a:pt x="87535" y="202003"/>
                </a:lnTo>
                <a:cubicBezTo>
                  <a:pt x="98687" y="202003"/>
                  <a:pt x="107735" y="192955"/>
                  <a:pt x="107735" y="181803"/>
                </a:cubicBezTo>
                <a:lnTo>
                  <a:pt x="107735" y="154869"/>
                </a:lnTo>
                <a:cubicBezTo>
                  <a:pt x="107735" y="143717"/>
                  <a:pt x="98687" y="134669"/>
                  <a:pt x="87535" y="134669"/>
                </a:cubicBezTo>
                <a:lnTo>
                  <a:pt x="80801" y="134669"/>
                </a:lnTo>
                <a:lnTo>
                  <a:pt x="80801" y="121202"/>
                </a:lnTo>
                <a:lnTo>
                  <a:pt x="161602" y="121202"/>
                </a:lnTo>
                <a:lnTo>
                  <a:pt x="161602" y="134669"/>
                </a:lnTo>
                <a:lnTo>
                  <a:pt x="154869" y="134669"/>
                </a:lnTo>
                <a:cubicBezTo>
                  <a:pt x="143717" y="134669"/>
                  <a:pt x="134669" y="143717"/>
                  <a:pt x="134669" y="154869"/>
                </a:cubicBezTo>
                <a:lnTo>
                  <a:pt x="134669" y="181803"/>
                </a:lnTo>
                <a:cubicBezTo>
                  <a:pt x="134669" y="192955"/>
                  <a:pt x="143717" y="202003"/>
                  <a:pt x="154869" y="202003"/>
                </a:cubicBezTo>
                <a:lnTo>
                  <a:pt x="195270" y="202003"/>
                </a:lnTo>
                <a:cubicBezTo>
                  <a:pt x="206422" y="202003"/>
                  <a:pt x="215470" y="192955"/>
                  <a:pt x="215470" y="181803"/>
                </a:cubicBezTo>
                <a:lnTo>
                  <a:pt x="215470" y="154869"/>
                </a:lnTo>
                <a:cubicBezTo>
                  <a:pt x="215470" y="143717"/>
                  <a:pt x="206422" y="134669"/>
                  <a:pt x="195270" y="134669"/>
                </a:cubicBezTo>
                <a:lnTo>
                  <a:pt x="188536" y="134669"/>
                </a:lnTo>
                <a:lnTo>
                  <a:pt x="188536" y="121202"/>
                </a:lnTo>
                <a:lnTo>
                  <a:pt x="228937" y="121202"/>
                </a:lnTo>
                <a:cubicBezTo>
                  <a:pt x="236386" y="121202"/>
                  <a:pt x="242404" y="115184"/>
                  <a:pt x="242404" y="107735"/>
                </a:cubicBezTo>
                <a:cubicBezTo>
                  <a:pt x="242404" y="100286"/>
                  <a:pt x="236386" y="94268"/>
                  <a:pt x="228937" y="94268"/>
                </a:cubicBezTo>
                <a:lnTo>
                  <a:pt x="134669" y="94268"/>
                </a:lnTo>
                <a:lnTo>
                  <a:pt x="134669" y="80801"/>
                </a:lnTo>
                <a:lnTo>
                  <a:pt x="141402" y="80801"/>
                </a:lnTo>
                <a:cubicBezTo>
                  <a:pt x="152554" y="80801"/>
                  <a:pt x="161602" y="71753"/>
                  <a:pt x="161602" y="60601"/>
                </a:cubicBezTo>
                <a:lnTo>
                  <a:pt x="161602" y="33667"/>
                </a:lnTo>
                <a:cubicBezTo>
                  <a:pt x="161602" y="22515"/>
                  <a:pt x="152554" y="13467"/>
                  <a:pt x="141402" y="13467"/>
                </a:cubicBezTo>
                <a:lnTo>
                  <a:pt x="101001" y="13467"/>
                </a:lnTo>
                <a:close/>
                <a:moveTo>
                  <a:pt x="188536" y="158236"/>
                </a:moveTo>
                <a:lnTo>
                  <a:pt x="191903" y="158236"/>
                </a:lnTo>
                <a:lnTo>
                  <a:pt x="191903" y="178436"/>
                </a:lnTo>
                <a:lnTo>
                  <a:pt x="158236" y="178436"/>
                </a:lnTo>
                <a:lnTo>
                  <a:pt x="158236" y="158236"/>
                </a:lnTo>
                <a:lnTo>
                  <a:pt x="188536" y="158236"/>
                </a:lnTo>
                <a:close/>
                <a:moveTo>
                  <a:pt x="80801" y="158236"/>
                </a:moveTo>
                <a:lnTo>
                  <a:pt x="84168" y="158236"/>
                </a:lnTo>
                <a:lnTo>
                  <a:pt x="84168" y="178436"/>
                </a:lnTo>
                <a:lnTo>
                  <a:pt x="50501" y="178436"/>
                </a:lnTo>
                <a:lnTo>
                  <a:pt x="50501" y="158236"/>
                </a:lnTo>
                <a:lnTo>
                  <a:pt x="80801" y="158236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4" name="Text 22"/>
          <p:cNvSpPr/>
          <p:nvPr/>
        </p:nvSpPr>
        <p:spPr>
          <a:xfrm>
            <a:off x="5089240" y="1479562"/>
            <a:ext cx="1301797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Нетворкинг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4496698" y="2054148"/>
            <a:ext cx="3214091" cy="1041437"/>
          </a:xfrm>
          <a:custGeom>
            <a:avLst/>
            <a:gdLst/>
            <a:ahLst/>
            <a:cxnLst/>
            <a:rect l="l" t="t" r="r" b="b"/>
            <a:pathLst>
              <a:path w="3214091" h="1041437">
                <a:moveTo>
                  <a:pt x="35912" y="0"/>
                </a:moveTo>
                <a:lnTo>
                  <a:pt x="3106355" y="0"/>
                </a:lnTo>
                <a:cubicBezTo>
                  <a:pt x="3165856" y="0"/>
                  <a:pt x="3214091" y="48235"/>
                  <a:pt x="3214091" y="107737"/>
                </a:cubicBezTo>
                <a:lnTo>
                  <a:pt x="3214091" y="933701"/>
                </a:lnTo>
                <a:cubicBezTo>
                  <a:pt x="3214091" y="993202"/>
                  <a:pt x="3165856" y="1041437"/>
                  <a:pt x="3106355" y="1041437"/>
                </a:cubicBez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91"/>
                  <a:pt x="16091" y="0"/>
                  <a:pt x="3591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4496698" y="2054148"/>
            <a:ext cx="35912" cy="1041437"/>
          </a:xfrm>
          <a:custGeom>
            <a:avLst/>
            <a:gdLst/>
            <a:ahLst/>
            <a:cxnLst/>
            <a:rect l="l" t="t" r="r" b="b"/>
            <a:pathLst>
              <a:path w="35912" h="1041437">
                <a:moveTo>
                  <a:pt x="35912" y="0"/>
                </a:moveTo>
                <a:lnTo>
                  <a:pt x="35912" y="0"/>
                </a:lnTo>
                <a:lnTo>
                  <a:pt x="35912" y="1041437"/>
                </a:ln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7" name="Text 25"/>
          <p:cNvSpPr/>
          <p:nvPr/>
        </p:nvSpPr>
        <p:spPr>
          <a:xfrm>
            <a:off x="4658300" y="2197795"/>
            <a:ext cx="298964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Единомышленники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58300" y="2520999"/>
            <a:ext cx="2980666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Знакомство с другими технологическими энтузиастами и школьниками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4496698" y="3239232"/>
            <a:ext cx="3214091" cy="1256907"/>
          </a:xfrm>
          <a:custGeom>
            <a:avLst/>
            <a:gdLst/>
            <a:ahLst/>
            <a:cxnLst/>
            <a:rect l="l" t="t" r="r" b="b"/>
            <a:pathLst>
              <a:path w="3214091" h="1256907">
                <a:moveTo>
                  <a:pt x="35912" y="0"/>
                </a:moveTo>
                <a:lnTo>
                  <a:pt x="3106362" y="0"/>
                </a:lnTo>
                <a:cubicBezTo>
                  <a:pt x="3165819" y="0"/>
                  <a:pt x="3214091" y="48272"/>
                  <a:pt x="3214091" y="107730"/>
                </a:cubicBezTo>
                <a:lnTo>
                  <a:pt x="3214091" y="1149178"/>
                </a:lnTo>
                <a:cubicBezTo>
                  <a:pt x="3214091" y="1208635"/>
                  <a:pt x="3165819" y="1256907"/>
                  <a:pt x="3106362" y="1256907"/>
                </a:cubicBezTo>
                <a:lnTo>
                  <a:pt x="35912" y="1256907"/>
                </a:lnTo>
                <a:cubicBezTo>
                  <a:pt x="16078" y="1256907"/>
                  <a:pt x="0" y="1240829"/>
                  <a:pt x="0" y="1220996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4496698" y="3239232"/>
            <a:ext cx="35912" cy="1256907"/>
          </a:xfrm>
          <a:custGeom>
            <a:avLst/>
            <a:gdLst/>
            <a:ahLst/>
            <a:cxnLst/>
            <a:rect l="l" t="t" r="r" b="b"/>
            <a:pathLst>
              <a:path w="35912" h="1256907">
                <a:moveTo>
                  <a:pt x="35912" y="0"/>
                </a:moveTo>
                <a:lnTo>
                  <a:pt x="35912" y="0"/>
                </a:lnTo>
                <a:lnTo>
                  <a:pt x="35912" y="1256907"/>
                </a:lnTo>
                <a:lnTo>
                  <a:pt x="35912" y="1256907"/>
                </a:lnTo>
                <a:cubicBezTo>
                  <a:pt x="16078" y="1256907"/>
                  <a:pt x="0" y="1240829"/>
                  <a:pt x="0" y="1220996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1" name="Text 29"/>
          <p:cNvSpPr/>
          <p:nvPr/>
        </p:nvSpPr>
        <p:spPr>
          <a:xfrm>
            <a:off x="4658300" y="3382879"/>
            <a:ext cx="298964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Эксперты отрасли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58300" y="3706083"/>
            <a:ext cx="2980666" cy="6464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Общение с профессионалами из технологических компаний и научных институтов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4478742" y="4643377"/>
            <a:ext cx="3232047" cy="7182"/>
          </a:xfrm>
          <a:custGeom>
            <a:avLst/>
            <a:gdLst/>
            <a:ahLst/>
            <a:cxnLst/>
            <a:rect l="l" t="t" r="r" b="b"/>
            <a:pathLst>
              <a:path w="3232047" h="7182">
                <a:moveTo>
                  <a:pt x="0" y="0"/>
                </a:moveTo>
                <a:lnTo>
                  <a:pt x="3232047" y="0"/>
                </a:lnTo>
                <a:lnTo>
                  <a:pt x="3232047" y="7182"/>
                </a:lnTo>
                <a:lnTo>
                  <a:pt x="0" y="7182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4514654" y="4826525"/>
            <a:ext cx="107735" cy="143647"/>
          </a:xfrm>
          <a:custGeom>
            <a:avLst/>
            <a:gdLst/>
            <a:ahLst/>
            <a:cxnLst/>
            <a:rect l="l" t="t" r="r" b="b"/>
            <a:pathLst>
              <a:path w="107735" h="143647">
                <a:moveTo>
                  <a:pt x="60208" y="4882"/>
                </a:moveTo>
                <a:cubicBezTo>
                  <a:pt x="56701" y="1375"/>
                  <a:pt x="51006" y="1375"/>
                  <a:pt x="47499" y="4882"/>
                </a:cubicBezTo>
                <a:lnTo>
                  <a:pt x="2609" y="49771"/>
                </a:lnTo>
                <a:cubicBezTo>
                  <a:pt x="-898" y="53278"/>
                  <a:pt x="-898" y="58974"/>
                  <a:pt x="2609" y="62481"/>
                </a:cubicBezTo>
                <a:cubicBezTo>
                  <a:pt x="6116" y="65988"/>
                  <a:pt x="11812" y="65988"/>
                  <a:pt x="15319" y="62481"/>
                </a:cubicBezTo>
                <a:lnTo>
                  <a:pt x="44890" y="32910"/>
                </a:lnTo>
                <a:lnTo>
                  <a:pt x="44890" y="136913"/>
                </a:lnTo>
                <a:cubicBezTo>
                  <a:pt x="44890" y="141879"/>
                  <a:pt x="48902" y="145891"/>
                  <a:pt x="53867" y="145891"/>
                </a:cubicBezTo>
                <a:cubicBezTo>
                  <a:pt x="58833" y="145891"/>
                  <a:pt x="62845" y="141879"/>
                  <a:pt x="62845" y="136913"/>
                </a:cubicBezTo>
                <a:lnTo>
                  <a:pt x="62845" y="32910"/>
                </a:lnTo>
                <a:lnTo>
                  <a:pt x="92416" y="62481"/>
                </a:lnTo>
                <a:cubicBezTo>
                  <a:pt x="95923" y="65988"/>
                  <a:pt x="101619" y="65988"/>
                  <a:pt x="105126" y="62481"/>
                </a:cubicBezTo>
                <a:cubicBezTo>
                  <a:pt x="108633" y="58974"/>
                  <a:pt x="108633" y="53278"/>
                  <a:pt x="105126" y="49771"/>
                </a:cubicBezTo>
                <a:lnTo>
                  <a:pt x="60236" y="4882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5" name="Text 33"/>
          <p:cNvSpPr/>
          <p:nvPr/>
        </p:nvSpPr>
        <p:spPr>
          <a:xfrm>
            <a:off x="4730123" y="4790613"/>
            <a:ext cx="1391576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Построение связей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156767" y="1152763"/>
            <a:ext cx="3670169" cy="4074175"/>
          </a:xfrm>
          <a:custGeom>
            <a:avLst/>
            <a:gdLst/>
            <a:ahLst/>
            <a:cxnLst/>
            <a:rect l="l" t="t" r="r" b="b"/>
            <a:pathLst>
              <a:path w="3670169" h="4074175">
                <a:moveTo>
                  <a:pt x="143650" y="0"/>
                </a:moveTo>
                <a:lnTo>
                  <a:pt x="3526519" y="0"/>
                </a:lnTo>
                <a:cubicBezTo>
                  <a:pt x="3605855" y="0"/>
                  <a:pt x="3670169" y="64314"/>
                  <a:pt x="3670169" y="143650"/>
                </a:cubicBezTo>
                <a:lnTo>
                  <a:pt x="3670169" y="3930525"/>
                </a:lnTo>
                <a:cubicBezTo>
                  <a:pt x="3670169" y="4009860"/>
                  <a:pt x="3605855" y="4074175"/>
                  <a:pt x="3526519" y="4074175"/>
                </a:cubicBezTo>
                <a:lnTo>
                  <a:pt x="143650" y="4074175"/>
                </a:lnTo>
                <a:cubicBezTo>
                  <a:pt x="64314" y="4074175"/>
                  <a:pt x="0" y="4009860"/>
                  <a:pt x="0" y="3930525"/>
                </a:cubicBezTo>
                <a:lnTo>
                  <a:pt x="0" y="143650"/>
                </a:lnTo>
                <a:cubicBezTo>
                  <a:pt x="0" y="64314"/>
                  <a:pt x="64314" y="0"/>
                  <a:pt x="143650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20000"/>
                </a:srgbClr>
              </a:gs>
              <a:gs pos="100000">
                <a:srgbClr val="3A86FF">
                  <a:alpha val="5000"/>
                </a:srgbClr>
              </a:gs>
            </a:gsLst>
            <a:lin ang="2700000" scaled="1"/>
          </a:gra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383010" y="1379009"/>
            <a:ext cx="490194" cy="490194"/>
          </a:xfrm>
          <a:custGeom>
            <a:avLst/>
            <a:gdLst/>
            <a:ahLst/>
            <a:cxnLst/>
            <a:rect l="l" t="t" r="r" b="b"/>
            <a:pathLst>
              <a:path w="490194" h="490194">
                <a:moveTo>
                  <a:pt x="107735" y="0"/>
                </a:moveTo>
                <a:lnTo>
                  <a:pt x="382459" y="0"/>
                </a:lnTo>
                <a:cubicBezTo>
                  <a:pt x="441959" y="0"/>
                  <a:pt x="490194" y="48235"/>
                  <a:pt x="490194" y="107735"/>
                </a:cubicBezTo>
                <a:lnTo>
                  <a:pt x="490194" y="382459"/>
                </a:lnTo>
                <a:cubicBezTo>
                  <a:pt x="490194" y="441959"/>
                  <a:pt x="441959" y="490194"/>
                  <a:pt x="382459" y="490194"/>
                </a:cubicBezTo>
                <a:lnTo>
                  <a:pt x="107735" y="490194"/>
                </a:lnTo>
                <a:cubicBezTo>
                  <a:pt x="48235" y="490194"/>
                  <a:pt x="0" y="441959"/>
                  <a:pt x="0" y="382459"/>
                </a:cubicBezTo>
                <a:lnTo>
                  <a:pt x="0" y="107735"/>
                </a:lnTo>
                <a:cubicBezTo>
                  <a:pt x="0" y="48274"/>
                  <a:pt x="48274" y="0"/>
                  <a:pt x="107735" y="0"/>
                </a:cubicBezTo>
                <a:close/>
              </a:path>
            </a:pathLst>
          </a:custGeom>
          <a:solidFill>
            <a:srgbClr val="3A86FF">
              <a:alpha val="30196"/>
            </a:srgbClr>
          </a:solidFill>
          <a:ln w="20320">
            <a:solidFill>
              <a:srgbClr val="3A86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532941" y="1515474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94268" y="104368"/>
                </a:moveTo>
                <a:cubicBezTo>
                  <a:pt x="66396" y="104368"/>
                  <a:pt x="43767" y="81740"/>
                  <a:pt x="43767" y="53867"/>
                </a:cubicBezTo>
                <a:cubicBezTo>
                  <a:pt x="43767" y="25995"/>
                  <a:pt x="66396" y="3367"/>
                  <a:pt x="94268" y="3367"/>
                </a:cubicBezTo>
                <a:cubicBezTo>
                  <a:pt x="122140" y="3367"/>
                  <a:pt x="144769" y="25995"/>
                  <a:pt x="144769" y="53867"/>
                </a:cubicBezTo>
                <a:cubicBezTo>
                  <a:pt x="144769" y="81740"/>
                  <a:pt x="122140" y="104368"/>
                  <a:pt x="94268" y="104368"/>
                </a:cubicBezTo>
                <a:close/>
                <a:moveTo>
                  <a:pt x="81432" y="127935"/>
                </a:moveTo>
                <a:lnTo>
                  <a:pt x="107104" y="127935"/>
                </a:lnTo>
                <a:cubicBezTo>
                  <a:pt x="111186" y="127935"/>
                  <a:pt x="114468" y="131218"/>
                  <a:pt x="114468" y="135300"/>
                </a:cubicBezTo>
                <a:cubicBezTo>
                  <a:pt x="114468" y="137067"/>
                  <a:pt x="113837" y="138751"/>
                  <a:pt x="112701" y="140097"/>
                </a:cubicBezTo>
                <a:lnTo>
                  <a:pt x="101170" y="153564"/>
                </a:lnTo>
                <a:lnTo>
                  <a:pt x="114216" y="202003"/>
                </a:lnTo>
                <a:lnTo>
                  <a:pt x="114468" y="202003"/>
                </a:lnTo>
                <a:lnTo>
                  <a:pt x="129029" y="143717"/>
                </a:lnTo>
                <a:cubicBezTo>
                  <a:pt x="129955" y="140055"/>
                  <a:pt x="133701" y="137825"/>
                  <a:pt x="137236" y="139172"/>
                </a:cubicBezTo>
                <a:cubicBezTo>
                  <a:pt x="163286" y="149103"/>
                  <a:pt x="181803" y="174354"/>
                  <a:pt x="181803" y="203897"/>
                </a:cubicBezTo>
                <a:cubicBezTo>
                  <a:pt x="181803" y="210251"/>
                  <a:pt x="176626" y="215428"/>
                  <a:pt x="170272" y="215428"/>
                </a:cubicBezTo>
                <a:lnTo>
                  <a:pt x="18264" y="215470"/>
                </a:lnTo>
                <a:cubicBezTo>
                  <a:pt x="11910" y="215470"/>
                  <a:pt x="6733" y="210293"/>
                  <a:pt x="6733" y="203939"/>
                </a:cubicBezTo>
                <a:cubicBezTo>
                  <a:pt x="6733" y="174396"/>
                  <a:pt x="25250" y="149146"/>
                  <a:pt x="51300" y="139214"/>
                </a:cubicBezTo>
                <a:cubicBezTo>
                  <a:pt x="54835" y="137867"/>
                  <a:pt x="58581" y="140097"/>
                  <a:pt x="59507" y="143759"/>
                </a:cubicBezTo>
                <a:lnTo>
                  <a:pt x="74068" y="202045"/>
                </a:lnTo>
                <a:lnTo>
                  <a:pt x="74320" y="202045"/>
                </a:lnTo>
                <a:lnTo>
                  <a:pt x="87366" y="153606"/>
                </a:lnTo>
                <a:lnTo>
                  <a:pt x="75835" y="140140"/>
                </a:lnTo>
                <a:cubicBezTo>
                  <a:pt x="74699" y="138793"/>
                  <a:pt x="74068" y="137109"/>
                  <a:pt x="74068" y="135342"/>
                </a:cubicBezTo>
                <a:cubicBezTo>
                  <a:pt x="74068" y="131260"/>
                  <a:pt x="77350" y="127977"/>
                  <a:pt x="81432" y="127977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9" name="Text 37"/>
          <p:cNvSpPr/>
          <p:nvPr/>
        </p:nvSpPr>
        <p:spPr>
          <a:xfrm>
            <a:off x="8986325" y="1479562"/>
            <a:ext cx="1768648" cy="28729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697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Наставничество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8393784" y="2054148"/>
            <a:ext cx="3214091" cy="1041437"/>
          </a:xfrm>
          <a:custGeom>
            <a:avLst/>
            <a:gdLst/>
            <a:ahLst/>
            <a:cxnLst/>
            <a:rect l="l" t="t" r="r" b="b"/>
            <a:pathLst>
              <a:path w="3214091" h="1041437">
                <a:moveTo>
                  <a:pt x="35912" y="0"/>
                </a:moveTo>
                <a:lnTo>
                  <a:pt x="3106355" y="0"/>
                </a:lnTo>
                <a:cubicBezTo>
                  <a:pt x="3165856" y="0"/>
                  <a:pt x="3214091" y="48235"/>
                  <a:pt x="3214091" y="107737"/>
                </a:cubicBezTo>
                <a:lnTo>
                  <a:pt x="3214091" y="933701"/>
                </a:lnTo>
                <a:cubicBezTo>
                  <a:pt x="3214091" y="993202"/>
                  <a:pt x="3165856" y="1041437"/>
                  <a:pt x="3106355" y="1041437"/>
                </a:cubicBez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91"/>
                  <a:pt x="16091" y="0"/>
                  <a:pt x="3591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8393784" y="2054148"/>
            <a:ext cx="35912" cy="1041437"/>
          </a:xfrm>
          <a:custGeom>
            <a:avLst/>
            <a:gdLst/>
            <a:ahLst/>
            <a:cxnLst/>
            <a:rect l="l" t="t" r="r" b="b"/>
            <a:pathLst>
              <a:path w="35912" h="1041437">
                <a:moveTo>
                  <a:pt x="35912" y="0"/>
                </a:moveTo>
                <a:lnTo>
                  <a:pt x="35912" y="0"/>
                </a:lnTo>
                <a:lnTo>
                  <a:pt x="35912" y="1041437"/>
                </a:ln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2" name="Text 40"/>
          <p:cNvSpPr/>
          <p:nvPr/>
        </p:nvSpPr>
        <p:spPr>
          <a:xfrm>
            <a:off x="8555386" y="2197795"/>
            <a:ext cx="298964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Поиск наставников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555386" y="2520999"/>
            <a:ext cx="2980666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Возможность найти менторов для развития в технологической сфере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8393784" y="3239232"/>
            <a:ext cx="3214091" cy="1041437"/>
          </a:xfrm>
          <a:custGeom>
            <a:avLst/>
            <a:gdLst/>
            <a:ahLst/>
            <a:cxnLst/>
            <a:rect l="l" t="t" r="r" b="b"/>
            <a:pathLst>
              <a:path w="3214091" h="1041437">
                <a:moveTo>
                  <a:pt x="35912" y="0"/>
                </a:moveTo>
                <a:lnTo>
                  <a:pt x="3106355" y="0"/>
                </a:lnTo>
                <a:cubicBezTo>
                  <a:pt x="3165856" y="0"/>
                  <a:pt x="3214091" y="48235"/>
                  <a:pt x="3214091" y="107737"/>
                </a:cubicBezTo>
                <a:lnTo>
                  <a:pt x="3214091" y="933701"/>
                </a:lnTo>
                <a:cubicBezTo>
                  <a:pt x="3214091" y="993202"/>
                  <a:pt x="3165856" y="1041437"/>
                  <a:pt x="3106355" y="1041437"/>
                </a:cubicBez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91"/>
                  <a:pt x="16091" y="0"/>
                  <a:pt x="35912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8393784" y="3239232"/>
            <a:ext cx="35912" cy="1041437"/>
          </a:xfrm>
          <a:custGeom>
            <a:avLst/>
            <a:gdLst/>
            <a:ahLst/>
            <a:cxnLst/>
            <a:rect l="l" t="t" r="r" b="b"/>
            <a:pathLst>
              <a:path w="35912" h="1041437">
                <a:moveTo>
                  <a:pt x="35912" y="0"/>
                </a:moveTo>
                <a:lnTo>
                  <a:pt x="35912" y="0"/>
                </a:lnTo>
                <a:lnTo>
                  <a:pt x="35912" y="1041437"/>
                </a:lnTo>
                <a:lnTo>
                  <a:pt x="35912" y="1041437"/>
                </a:lnTo>
                <a:cubicBezTo>
                  <a:pt x="16078" y="1041437"/>
                  <a:pt x="0" y="1025359"/>
                  <a:pt x="0" y="1005526"/>
                </a:cubicBezTo>
                <a:lnTo>
                  <a:pt x="0" y="35912"/>
                </a:lnTo>
                <a:cubicBezTo>
                  <a:pt x="0" y="16078"/>
                  <a:pt x="16078" y="0"/>
                  <a:pt x="35912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6" name="Text 44"/>
          <p:cNvSpPr/>
          <p:nvPr/>
        </p:nvSpPr>
        <p:spPr>
          <a:xfrm>
            <a:off x="8555386" y="3382879"/>
            <a:ext cx="2989644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72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Карьерное развитие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8555386" y="3706083"/>
            <a:ext cx="2980666" cy="430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Получение советов по поступлению в вуз и выбору профессионального пути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8375828" y="4643377"/>
            <a:ext cx="3232047" cy="7182"/>
          </a:xfrm>
          <a:custGeom>
            <a:avLst/>
            <a:gdLst/>
            <a:ahLst/>
            <a:cxnLst/>
            <a:rect l="l" t="t" r="r" b="b"/>
            <a:pathLst>
              <a:path w="3232047" h="7182">
                <a:moveTo>
                  <a:pt x="0" y="0"/>
                </a:moveTo>
                <a:lnTo>
                  <a:pt x="3232047" y="0"/>
                </a:lnTo>
                <a:lnTo>
                  <a:pt x="3232047" y="7182"/>
                </a:lnTo>
                <a:lnTo>
                  <a:pt x="0" y="7182"/>
                </a:lnTo>
                <a:lnTo>
                  <a:pt x="0" y="0"/>
                </a:ln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8411739" y="4826525"/>
            <a:ext cx="107735" cy="143647"/>
          </a:xfrm>
          <a:custGeom>
            <a:avLst/>
            <a:gdLst/>
            <a:ahLst/>
            <a:cxnLst/>
            <a:rect l="l" t="t" r="r" b="b"/>
            <a:pathLst>
              <a:path w="107735" h="143647">
                <a:moveTo>
                  <a:pt x="60208" y="4882"/>
                </a:moveTo>
                <a:cubicBezTo>
                  <a:pt x="56701" y="1375"/>
                  <a:pt x="51006" y="1375"/>
                  <a:pt x="47499" y="4882"/>
                </a:cubicBezTo>
                <a:lnTo>
                  <a:pt x="2609" y="49771"/>
                </a:lnTo>
                <a:cubicBezTo>
                  <a:pt x="-898" y="53278"/>
                  <a:pt x="-898" y="58974"/>
                  <a:pt x="2609" y="62481"/>
                </a:cubicBezTo>
                <a:cubicBezTo>
                  <a:pt x="6116" y="65988"/>
                  <a:pt x="11812" y="65988"/>
                  <a:pt x="15319" y="62481"/>
                </a:cubicBezTo>
                <a:lnTo>
                  <a:pt x="44890" y="32910"/>
                </a:lnTo>
                <a:lnTo>
                  <a:pt x="44890" y="136913"/>
                </a:lnTo>
                <a:cubicBezTo>
                  <a:pt x="44890" y="141879"/>
                  <a:pt x="48902" y="145891"/>
                  <a:pt x="53867" y="145891"/>
                </a:cubicBezTo>
                <a:cubicBezTo>
                  <a:pt x="58833" y="145891"/>
                  <a:pt x="62845" y="141879"/>
                  <a:pt x="62845" y="136913"/>
                </a:cubicBezTo>
                <a:lnTo>
                  <a:pt x="62845" y="32910"/>
                </a:lnTo>
                <a:lnTo>
                  <a:pt x="92416" y="62481"/>
                </a:lnTo>
                <a:cubicBezTo>
                  <a:pt x="95923" y="65988"/>
                  <a:pt x="101619" y="65988"/>
                  <a:pt x="105126" y="62481"/>
                </a:cubicBezTo>
                <a:cubicBezTo>
                  <a:pt x="108633" y="58974"/>
                  <a:pt x="108633" y="53278"/>
                  <a:pt x="105126" y="49771"/>
                </a:cubicBezTo>
                <a:lnTo>
                  <a:pt x="60236" y="4882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0" name="Text 48"/>
          <p:cNvSpPr/>
          <p:nvPr/>
        </p:nvSpPr>
        <p:spPr>
          <a:xfrm>
            <a:off x="8627209" y="4790613"/>
            <a:ext cx="1768648" cy="21547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31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Планирование будущего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62708" y="5447794"/>
            <a:ext cx="5627353" cy="1192266"/>
          </a:xfrm>
          <a:custGeom>
            <a:avLst/>
            <a:gdLst/>
            <a:ahLst/>
            <a:cxnLst/>
            <a:rect l="l" t="t" r="r" b="b"/>
            <a:pathLst>
              <a:path w="5627353" h="1192266">
                <a:moveTo>
                  <a:pt x="143644" y="0"/>
                </a:moveTo>
                <a:lnTo>
                  <a:pt x="5483709" y="0"/>
                </a:lnTo>
                <a:cubicBezTo>
                  <a:pt x="5562988" y="0"/>
                  <a:pt x="5627353" y="64365"/>
                  <a:pt x="5627353" y="143644"/>
                </a:cubicBezTo>
                <a:lnTo>
                  <a:pt x="5627353" y="1048622"/>
                </a:lnTo>
                <a:cubicBezTo>
                  <a:pt x="5627353" y="1127901"/>
                  <a:pt x="5562988" y="1192266"/>
                  <a:pt x="5483709" y="1192266"/>
                </a:cubicBezTo>
                <a:lnTo>
                  <a:pt x="143644" y="1192266"/>
                </a:lnTo>
                <a:cubicBezTo>
                  <a:pt x="64365" y="1192266"/>
                  <a:pt x="0" y="1127901"/>
                  <a:pt x="0" y="1048622"/>
                </a:cubicBezTo>
                <a:lnTo>
                  <a:pt x="0" y="143644"/>
                </a:lnTo>
                <a:cubicBezTo>
                  <a:pt x="0" y="64365"/>
                  <a:pt x="64365" y="0"/>
                  <a:pt x="143644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3A86FF">
                <a:alpha val="2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99724" y="5648902"/>
            <a:ext cx="161602" cy="215470"/>
          </a:xfrm>
          <a:custGeom>
            <a:avLst/>
            <a:gdLst/>
            <a:ahLst/>
            <a:cxnLst/>
            <a:rect l="l" t="t" r="r" b="b"/>
            <a:pathLst>
              <a:path w="161602" h="215470">
                <a:moveTo>
                  <a:pt x="123264" y="161602"/>
                </a:moveTo>
                <a:cubicBezTo>
                  <a:pt x="126336" y="152218"/>
                  <a:pt x="132480" y="143717"/>
                  <a:pt x="139424" y="136394"/>
                </a:cubicBezTo>
                <a:cubicBezTo>
                  <a:pt x="153186" y="121917"/>
                  <a:pt x="161602" y="102348"/>
                  <a:pt x="161602" y="80801"/>
                </a:cubicBezTo>
                <a:cubicBezTo>
                  <a:pt x="161602" y="36192"/>
                  <a:pt x="125410" y="0"/>
                  <a:pt x="80801" y="0"/>
                </a:cubicBezTo>
                <a:cubicBezTo>
                  <a:pt x="36192" y="0"/>
                  <a:pt x="0" y="36192"/>
                  <a:pt x="0" y="80801"/>
                </a:cubicBezTo>
                <a:cubicBezTo>
                  <a:pt x="0" y="102348"/>
                  <a:pt x="8417" y="121917"/>
                  <a:pt x="22178" y="136394"/>
                </a:cubicBezTo>
                <a:cubicBezTo>
                  <a:pt x="29122" y="143717"/>
                  <a:pt x="35308" y="152218"/>
                  <a:pt x="38338" y="161602"/>
                </a:cubicBezTo>
                <a:lnTo>
                  <a:pt x="123222" y="161602"/>
                </a:lnTo>
                <a:close/>
                <a:moveTo>
                  <a:pt x="121202" y="181803"/>
                </a:moveTo>
                <a:lnTo>
                  <a:pt x="40401" y="181803"/>
                </a:lnTo>
                <a:lnTo>
                  <a:pt x="40401" y="188536"/>
                </a:lnTo>
                <a:cubicBezTo>
                  <a:pt x="40401" y="207137"/>
                  <a:pt x="55467" y="222203"/>
                  <a:pt x="74068" y="222203"/>
                </a:cubicBezTo>
                <a:lnTo>
                  <a:pt x="87535" y="222203"/>
                </a:lnTo>
                <a:cubicBezTo>
                  <a:pt x="106136" y="222203"/>
                  <a:pt x="121202" y="207137"/>
                  <a:pt x="121202" y="188536"/>
                </a:cubicBezTo>
                <a:lnTo>
                  <a:pt x="121202" y="181803"/>
                </a:lnTo>
                <a:close/>
                <a:moveTo>
                  <a:pt x="77434" y="47134"/>
                </a:moveTo>
                <a:cubicBezTo>
                  <a:pt x="60685" y="47134"/>
                  <a:pt x="47134" y="60685"/>
                  <a:pt x="47134" y="77434"/>
                </a:cubicBezTo>
                <a:cubicBezTo>
                  <a:pt x="47134" y="83032"/>
                  <a:pt x="42631" y="87535"/>
                  <a:pt x="37034" y="87535"/>
                </a:cubicBezTo>
                <a:cubicBezTo>
                  <a:pt x="31437" y="87535"/>
                  <a:pt x="26934" y="83032"/>
                  <a:pt x="26934" y="77434"/>
                </a:cubicBezTo>
                <a:cubicBezTo>
                  <a:pt x="26934" y="49533"/>
                  <a:pt x="49533" y="26934"/>
                  <a:pt x="77434" y="26934"/>
                </a:cubicBezTo>
                <a:cubicBezTo>
                  <a:pt x="83032" y="26934"/>
                  <a:pt x="87535" y="31437"/>
                  <a:pt x="87535" y="37034"/>
                </a:cubicBezTo>
                <a:cubicBezTo>
                  <a:pt x="87535" y="42631"/>
                  <a:pt x="83032" y="47134"/>
                  <a:pt x="77434" y="47134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3" name="Text 51"/>
          <p:cNvSpPr/>
          <p:nvPr/>
        </p:nvSpPr>
        <p:spPr>
          <a:xfrm>
            <a:off x="922929" y="5630946"/>
            <a:ext cx="1714781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Развитие проектов</a:t>
            </a:r>
            <a:endParaRPr lang="en-US" sz="1600" dirty="0"/>
          </a:p>
        </p:txBody>
      </p:sp>
      <p:sp>
        <p:nvSpPr>
          <p:cNvPr id="54" name="Text 52"/>
          <p:cNvSpPr/>
          <p:nvPr/>
        </p:nvSpPr>
        <p:spPr>
          <a:xfrm>
            <a:off x="545857" y="5990062"/>
            <a:ext cx="5332878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Получение обратной связи на свои проекты с беспилотниками, поиск партнеров для совместной работы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6208224" y="5447794"/>
            <a:ext cx="5627353" cy="1192266"/>
          </a:xfrm>
          <a:custGeom>
            <a:avLst/>
            <a:gdLst/>
            <a:ahLst/>
            <a:cxnLst/>
            <a:rect l="l" t="t" r="r" b="b"/>
            <a:pathLst>
              <a:path w="5627353" h="1192266">
                <a:moveTo>
                  <a:pt x="143644" y="0"/>
                </a:moveTo>
                <a:lnTo>
                  <a:pt x="5483709" y="0"/>
                </a:lnTo>
                <a:cubicBezTo>
                  <a:pt x="5562988" y="0"/>
                  <a:pt x="5627353" y="64365"/>
                  <a:pt x="5627353" y="143644"/>
                </a:cubicBezTo>
                <a:lnTo>
                  <a:pt x="5627353" y="1048622"/>
                </a:lnTo>
                <a:cubicBezTo>
                  <a:pt x="5627353" y="1127901"/>
                  <a:pt x="5562988" y="1192266"/>
                  <a:pt x="5483709" y="1192266"/>
                </a:cubicBezTo>
                <a:lnTo>
                  <a:pt x="143644" y="1192266"/>
                </a:lnTo>
                <a:cubicBezTo>
                  <a:pt x="64365" y="1192266"/>
                  <a:pt x="0" y="1127901"/>
                  <a:pt x="0" y="1048622"/>
                </a:cubicBezTo>
                <a:lnTo>
                  <a:pt x="0" y="143644"/>
                </a:lnTo>
                <a:cubicBezTo>
                  <a:pt x="0" y="64365"/>
                  <a:pt x="64365" y="0"/>
                  <a:pt x="143644" y="0"/>
                </a:cubicBezTo>
                <a:close/>
              </a:path>
            </a:pathLst>
          </a:custGeom>
          <a:solidFill>
            <a:srgbClr val="2B2D42">
              <a:alpha val="40000"/>
            </a:srgbClr>
          </a:solidFill>
          <a:ln w="10160">
            <a:solidFill>
              <a:srgbClr val="3A86FF">
                <a:alpha val="2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431774" y="5648902"/>
            <a:ext cx="188536" cy="215470"/>
          </a:xfrm>
          <a:custGeom>
            <a:avLst/>
            <a:gdLst/>
            <a:ahLst/>
            <a:cxnLst/>
            <a:rect l="l" t="t" r="r" b="b"/>
            <a:pathLst>
              <a:path w="188536" h="215470">
                <a:moveTo>
                  <a:pt x="67545" y="-11110"/>
                </a:moveTo>
                <a:cubicBezTo>
                  <a:pt x="71459" y="-14393"/>
                  <a:pt x="77224" y="-14266"/>
                  <a:pt x="80970" y="-10731"/>
                </a:cubicBezTo>
                <a:cubicBezTo>
                  <a:pt x="86146" y="-5850"/>
                  <a:pt x="90775" y="-463"/>
                  <a:pt x="95236" y="5008"/>
                </a:cubicBezTo>
                <a:cubicBezTo>
                  <a:pt x="100917" y="11952"/>
                  <a:pt x="107735" y="21126"/>
                  <a:pt x="114300" y="32026"/>
                </a:cubicBezTo>
                <a:cubicBezTo>
                  <a:pt x="116488" y="29164"/>
                  <a:pt x="118508" y="26639"/>
                  <a:pt x="120276" y="24493"/>
                </a:cubicBezTo>
                <a:cubicBezTo>
                  <a:pt x="120739" y="23946"/>
                  <a:pt x="121202" y="23357"/>
                  <a:pt x="121665" y="22767"/>
                </a:cubicBezTo>
                <a:cubicBezTo>
                  <a:pt x="124989" y="18643"/>
                  <a:pt x="129114" y="13467"/>
                  <a:pt x="134627" y="13467"/>
                </a:cubicBezTo>
                <a:cubicBezTo>
                  <a:pt x="140266" y="13467"/>
                  <a:pt x="144222" y="18475"/>
                  <a:pt x="147588" y="22767"/>
                </a:cubicBezTo>
                <a:cubicBezTo>
                  <a:pt x="148135" y="23483"/>
                  <a:pt x="148683" y="24156"/>
                  <a:pt x="149230" y="24787"/>
                </a:cubicBezTo>
                <a:cubicBezTo>
                  <a:pt x="153564" y="30006"/>
                  <a:pt x="159330" y="37539"/>
                  <a:pt x="165095" y="46839"/>
                </a:cubicBezTo>
                <a:cubicBezTo>
                  <a:pt x="176542" y="65314"/>
                  <a:pt x="188494" y="91617"/>
                  <a:pt x="188494" y="121160"/>
                </a:cubicBezTo>
                <a:cubicBezTo>
                  <a:pt x="188494" y="173218"/>
                  <a:pt x="146284" y="215428"/>
                  <a:pt x="94226" y="215428"/>
                </a:cubicBezTo>
                <a:cubicBezTo>
                  <a:pt x="42168" y="215428"/>
                  <a:pt x="0" y="173260"/>
                  <a:pt x="0" y="121202"/>
                </a:cubicBezTo>
                <a:cubicBezTo>
                  <a:pt x="0" y="82863"/>
                  <a:pt x="17297" y="49659"/>
                  <a:pt x="33878" y="26513"/>
                </a:cubicBezTo>
                <a:cubicBezTo>
                  <a:pt x="42252" y="14856"/>
                  <a:pt x="50585" y="5513"/>
                  <a:pt x="56855" y="-884"/>
                </a:cubicBezTo>
                <a:cubicBezTo>
                  <a:pt x="60306" y="-4419"/>
                  <a:pt x="63799" y="-7912"/>
                  <a:pt x="67587" y="-11068"/>
                </a:cubicBezTo>
                <a:close/>
                <a:moveTo>
                  <a:pt x="94983" y="175069"/>
                </a:moveTo>
                <a:cubicBezTo>
                  <a:pt x="105631" y="175069"/>
                  <a:pt x="115058" y="172123"/>
                  <a:pt x="123937" y="166232"/>
                </a:cubicBezTo>
                <a:cubicBezTo>
                  <a:pt x="141655" y="153859"/>
                  <a:pt x="146410" y="129114"/>
                  <a:pt x="135763" y="109671"/>
                </a:cubicBezTo>
                <a:cubicBezTo>
                  <a:pt x="133869" y="105883"/>
                  <a:pt x="129029" y="105631"/>
                  <a:pt x="126294" y="108829"/>
                </a:cubicBezTo>
                <a:lnTo>
                  <a:pt x="115689" y="121160"/>
                </a:lnTo>
                <a:cubicBezTo>
                  <a:pt x="112911" y="124358"/>
                  <a:pt x="107903" y="124274"/>
                  <a:pt x="105294" y="120949"/>
                </a:cubicBezTo>
                <a:cubicBezTo>
                  <a:pt x="98014" y="111649"/>
                  <a:pt x="84631" y="94689"/>
                  <a:pt x="77813" y="86020"/>
                </a:cubicBezTo>
                <a:cubicBezTo>
                  <a:pt x="75541" y="83116"/>
                  <a:pt x="71416" y="82653"/>
                  <a:pt x="68765" y="85220"/>
                </a:cubicBezTo>
                <a:cubicBezTo>
                  <a:pt x="61064" y="92711"/>
                  <a:pt x="47092" y="109124"/>
                  <a:pt x="47092" y="129114"/>
                </a:cubicBezTo>
                <a:cubicBezTo>
                  <a:pt x="47092" y="157983"/>
                  <a:pt x="68386" y="175069"/>
                  <a:pt x="94941" y="175069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7" name="Text 55"/>
          <p:cNvSpPr/>
          <p:nvPr/>
        </p:nvSpPr>
        <p:spPr>
          <a:xfrm>
            <a:off x="6768446" y="5630946"/>
            <a:ext cx="1220996" cy="2513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14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Вдохновение</a:t>
            </a:r>
            <a:endParaRPr lang="en-US" sz="1600" dirty="0"/>
          </a:p>
        </p:txBody>
      </p:sp>
      <p:sp>
        <p:nvSpPr>
          <p:cNvPr id="58" name="Text 56"/>
          <p:cNvSpPr/>
          <p:nvPr/>
        </p:nvSpPr>
        <p:spPr>
          <a:xfrm>
            <a:off x="6391373" y="5990062"/>
            <a:ext cx="5332878" cy="4668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3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Заряд мотивации для дальнейшего развития в технологической сфере и постановки новых амбициозных целей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img.freepik.com/0c3e41e2c024c8261e410962a09f0c5ed206cb23.jp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3175" b="317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8000"/>
                </a:srgbClr>
              </a:gs>
              <a:gs pos="50000">
                <a:srgbClr val="1A1D21">
                  <a:alpha val="95000"/>
                </a:srgbClr>
              </a:gs>
              <a:gs pos="100000">
                <a:srgbClr val="3A86FF">
                  <a:alpha val="1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320675" y="320675"/>
            <a:ext cx="498475" cy="498475"/>
          </a:xfrm>
          <a:custGeom>
            <a:avLst/>
            <a:gdLst/>
            <a:ahLst/>
            <a:cxnLst/>
            <a:rect l="l" t="t" r="r" b="b"/>
            <a:pathLst>
              <a:path w="498475" h="498475">
                <a:moveTo>
                  <a:pt x="127001" y="0"/>
                </a:moveTo>
                <a:lnTo>
                  <a:pt x="371474" y="0"/>
                </a:lnTo>
                <a:cubicBezTo>
                  <a:pt x="441615" y="0"/>
                  <a:pt x="498475" y="56860"/>
                  <a:pt x="498475" y="127001"/>
                </a:cubicBezTo>
                <a:lnTo>
                  <a:pt x="498475" y="371474"/>
                </a:lnTo>
                <a:cubicBezTo>
                  <a:pt x="498475" y="441615"/>
                  <a:pt x="441615" y="498475"/>
                  <a:pt x="371474" y="498475"/>
                </a:cubicBezTo>
                <a:lnTo>
                  <a:pt x="127001" y="498475"/>
                </a:lnTo>
                <a:cubicBezTo>
                  <a:pt x="56860" y="498475"/>
                  <a:pt x="0" y="441615"/>
                  <a:pt x="0" y="371474"/>
                </a:cubicBezTo>
                <a:lnTo>
                  <a:pt x="0" y="127001"/>
                </a:lnTo>
                <a:cubicBezTo>
                  <a:pt x="0" y="56907"/>
                  <a:pt x="56907" y="0"/>
                  <a:pt x="127001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454422" y="452438"/>
            <a:ext cx="238125" cy="238125"/>
          </a:xfrm>
          <a:custGeom>
            <a:avLst/>
            <a:gdLst/>
            <a:ahLst/>
            <a:cxnLst/>
            <a:rect l="l" t="t" r="r" b="b"/>
            <a:pathLst>
              <a:path w="238125" h="238125">
                <a:moveTo>
                  <a:pt x="104133" y="14883"/>
                </a:moveTo>
                <a:lnTo>
                  <a:pt x="68693" y="14883"/>
                </a:lnTo>
                <a:cubicBezTo>
                  <a:pt x="55020" y="14883"/>
                  <a:pt x="43067" y="24231"/>
                  <a:pt x="39812" y="37486"/>
                </a:cubicBezTo>
                <a:lnTo>
                  <a:pt x="651" y="195569"/>
                </a:lnTo>
                <a:cubicBezTo>
                  <a:pt x="-2837" y="209615"/>
                  <a:pt x="7813" y="223242"/>
                  <a:pt x="22324" y="223242"/>
                </a:cubicBezTo>
                <a:lnTo>
                  <a:pt x="104133" y="223242"/>
                </a:lnTo>
                <a:lnTo>
                  <a:pt x="104133" y="193477"/>
                </a:lnTo>
                <a:cubicBezTo>
                  <a:pt x="104133" y="185245"/>
                  <a:pt x="110784" y="178594"/>
                  <a:pt x="119016" y="178594"/>
                </a:cubicBezTo>
                <a:cubicBezTo>
                  <a:pt x="127248" y="178594"/>
                  <a:pt x="133899" y="185245"/>
                  <a:pt x="133899" y="193477"/>
                </a:cubicBezTo>
                <a:lnTo>
                  <a:pt x="133899" y="223242"/>
                </a:lnTo>
                <a:lnTo>
                  <a:pt x="215801" y="223242"/>
                </a:lnTo>
                <a:cubicBezTo>
                  <a:pt x="230312" y="223242"/>
                  <a:pt x="240962" y="209615"/>
                  <a:pt x="237474" y="195569"/>
                </a:cubicBezTo>
                <a:lnTo>
                  <a:pt x="198360" y="37486"/>
                </a:lnTo>
                <a:cubicBezTo>
                  <a:pt x="195058" y="24231"/>
                  <a:pt x="183152" y="14883"/>
                  <a:pt x="169432" y="14883"/>
                </a:cubicBezTo>
                <a:lnTo>
                  <a:pt x="133899" y="14883"/>
                </a:lnTo>
                <a:lnTo>
                  <a:pt x="133899" y="44648"/>
                </a:lnTo>
                <a:cubicBezTo>
                  <a:pt x="133899" y="52880"/>
                  <a:pt x="127248" y="59531"/>
                  <a:pt x="119016" y="59531"/>
                </a:cubicBezTo>
                <a:cubicBezTo>
                  <a:pt x="110784" y="59531"/>
                  <a:pt x="104133" y="52880"/>
                  <a:pt x="104133" y="44648"/>
                </a:cubicBezTo>
                <a:lnTo>
                  <a:pt x="104133" y="14883"/>
                </a:lnTo>
                <a:close/>
                <a:moveTo>
                  <a:pt x="133899" y="104180"/>
                </a:moveTo>
                <a:lnTo>
                  <a:pt x="133899" y="133945"/>
                </a:lnTo>
                <a:cubicBezTo>
                  <a:pt x="133899" y="142177"/>
                  <a:pt x="127248" y="148828"/>
                  <a:pt x="119016" y="148828"/>
                </a:cubicBezTo>
                <a:cubicBezTo>
                  <a:pt x="110784" y="148828"/>
                  <a:pt x="104133" y="142177"/>
                  <a:pt x="104133" y="133945"/>
                </a:cubicBezTo>
                <a:lnTo>
                  <a:pt x="104133" y="104180"/>
                </a:lnTo>
                <a:cubicBezTo>
                  <a:pt x="104133" y="95948"/>
                  <a:pt x="110784" y="89297"/>
                  <a:pt x="119016" y="89297"/>
                </a:cubicBezTo>
                <a:cubicBezTo>
                  <a:pt x="127248" y="89297"/>
                  <a:pt x="133899" y="95948"/>
                  <a:pt x="133899" y="10418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6" name="Text 3"/>
          <p:cNvSpPr/>
          <p:nvPr/>
        </p:nvSpPr>
        <p:spPr>
          <a:xfrm>
            <a:off x="952500" y="333375"/>
            <a:ext cx="670718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80000"/>
              </a:lnSpc>
            </a:pPr>
            <a:r>
              <a:rPr lang="en-US" sz="30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Дальнейшие образовательные планы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52500" y="777875"/>
            <a:ext cx="762000" cy="31750"/>
          </a:xfrm>
          <a:custGeom>
            <a:avLst/>
            <a:gdLst/>
            <a:ahLst/>
            <a:cxnLst/>
            <a:rect l="l" t="t" r="r" b="b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Shape 5"/>
          <p:cNvSpPr/>
          <p:nvPr/>
        </p:nvSpPr>
        <p:spPr>
          <a:xfrm>
            <a:off x="320675" y="1019175"/>
            <a:ext cx="5673725" cy="2451100"/>
          </a:xfrm>
          <a:custGeom>
            <a:avLst/>
            <a:gdLst/>
            <a:ahLst/>
            <a:cxnLst/>
            <a:rect l="l" t="t" r="r" b="b"/>
            <a:pathLst>
              <a:path w="5673725" h="2451100">
                <a:moveTo>
                  <a:pt x="126991" y="0"/>
                </a:moveTo>
                <a:lnTo>
                  <a:pt x="5546734" y="0"/>
                </a:lnTo>
                <a:cubicBezTo>
                  <a:pt x="5616869" y="0"/>
                  <a:pt x="5673725" y="56856"/>
                  <a:pt x="5673725" y="126991"/>
                </a:cubicBezTo>
                <a:lnTo>
                  <a:pt x="5673725" y="2324109"/>
                </a:lnTo>
                <a:cubicBezTo>
                  <a:pt x="5673725" y="2394244"/>
                  <a:pt x="5616869" y="2451100"/>
                  <a:pt x="5546734" y="2451100"/>
                </a:cubicBezTo>
                <a:lnTo>
                  <a:pt x="126991" y="2451100"/>
                </a:lnTo>
                <a:cubicBezTo>
                  <a:pt x="56856" y="2451100"/>
                  <a:pt x="0" y="2394244"/>
                  <a:pt x="0" y="2324109"/>
                </a:cubicBezTo>
                <a:lnTo>
                  <a:pt x="0" y="126991"/>
                </a:lnTo>
                <a:cubicBezTo>
                  <a:pt x="0" y="56856"/>
                  <a:pt x="56856" y="0"/>
                  <a:pt x="12699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14350" y="12128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641350" y="1339852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53690" y="0"/>
                </a:moveTo>
                <a:lnTo>
                  <a:pt x="137033" y="0"/>
                </a:lnTo>
                <a:cubicBezTo>
                  <a:pt x="146893" y="0"/>
                  <a:pt x="154930" y="8111"/>
                  <a:pt x="154558" y="17934"/>
                </a:cubicBezTo>
                <a:cubicBezTo>
                  <a:pt x="154484" y="19906"/>
                  <a:pt x="154409" y="21878"/>
                  <a:pt x="154298" y="23812"/>
                </a:cubicBezTo>
                <a:lnTo>
                  <a:pt x="172752" y="23812"/>
                </a:lnTo>
                <a:cubicBezTo>
                  <a:pt x="182463" y="23812"/>
                  <a:pt x="191021" y="31849"/>
                  <a:pt x="190277" y="42342"/>
                </a:cubicBezTo>
                <a:cubicBezTo>
                  <a:pt x="187486" y="80925"/>
                  <a:pt x="167767" y="102133"/>
                  <a:pt x="146372" y="113221"/>
                </a:cubicBezTo>
                <a:cubicBezTo>
                  <a:pt x="140494" y="116272"/>
                  <a:pt x="134503" y="118542"/>
                  <a:pt x="128811" y="120216"/>
                </a:cubicBezTo>
                <a:cubicBezTo>
                  <a:pt x="121295" y="130857"/>
                  <a:pt x="113481" y="136475"/>
                  <a:pt x="107268" y="139489"/>
                </a:cubicBezTo>
                <a:lnTo>
                  <a:pt x="107268" y="166688"/>
                </a:lnTo>
                <a:lnTo>
                  <a:pt x="131080" y="166688"/>
                </a:lnTo>
                <a:cubicBezTo>
                  <a:pt x="137666" y="166688"/>
                  <a:pt x="142987" y="172008"/>
                  <a:pt x="142987" y="178594"/>
                </a:cubicBezTo>
                <a:cubicBezTo>
                  <a:pt x="142987" y="185179"/>
                  <a:pt x="137666" y="190500"/>
                  <a:pt x="131080" y="190500"/>
                </a:cubicBezTo>
                <a:lnTo>
                  <a:pt x="59643" y="190500"/>
                </a:lnTo>
                <a:cubicBezTo>
                  <a:pt x="53057" y="190500"/>
                  <a:pt x="47737" y="185179"/>
                  <a:pt x="47737" y="178594"/>
                </a:cubicBezTo>
                <a:cubicBezTo>
                  <a:pt x="47737" y="172008"/>
                  <a:pt x="53057" y="166688"/>
                  <a:pt x="59643" y="166688"/>
                </a:cubicBezTo>
                <a:lnTo>
                  <a:pt x="83455" y="166688"/>
                </a:lnTo>
                <a:lnTo>
                  <a:pt x="83455" y="139489"/>
                </a:lnTo>
                <a:cubicBezTo>
                  <a:pt x="77502" y="136624"/>
                  <a:pt x="70098" y="131304"/>
                  <a:pt x="62880" y="121518"/>
                </a:cubicBezTo>
                <a:cubicBezTo>
                  <a:pt x="56034" y="119732"/>
                  <a:pt x="48592" y="117016"/>
                  <a:pt x="41337" y="112923"/>
                </a:cubicBezTo>
                <a:cubicBezTo>
                  <a:pt x="21208" y="101650"/>
                  <a:pt x="3051" y="80404"/>
                  <a:pt x="446" y="42267"/>
                </a:cubicBezTo>
                <a:cubicBezTo>
                  <a:pt x="-260" y="31812"/>
                  <a:pt x="8260" y="23775"/>
                  <a:pt x="17971" y="23775"/>
                </a:cubicBezTo>
                <a:lnTo>
                  <a:pt x="36426" y="23775"/>
                </a:lnTo>
                <a:cubicBezTo>
                  <a:pt x="36314" y="21841"/>
                  <a:pt x="36240" y="19906"/>
                  <a:pt x="36165" y="17897"/>
                </a:cubicBezTo>
                <a:cubicBezTo>
                  <a:pt x="35793" y="8037"/>
                  <a:pt x="43830" y="-37"/>
                  <a:pt x="53690" y="-37"/>
                </a:cubicBezTo>
                <a:close/>
                <a:moveTo>
                  <a:pt x="37765" y="41672"/>
                </a:moveTo>
                <a:lnTo>
                  <a:pt x="18269" y="41672"/>
                </a:lnTo>
                <a:cubicBezTo>
                  <a:pt x="20575" y="73186"/>
                  <a:pt x="35049" y="88962"/>
                  <a:pt x="49969" y="97334"/>
                </a:cubicBezTo>
                <a:cubicBezTo>
                  <a:pt x="44611" y="83455"/>
                  <a:pt x="40184" y="65336"/>
                  <a:pt x="37765" y="41672"/>
                </a:cubicBezTo>
                <a:close/>
                <a:moveTo>
                  <a:pt x="141387" y="95548"/>
                </a:moveTo>
                <a:cubicBezTo>
                  <a:pt x="156456" y="86692"/>
                  <a:pt x="170073" y="70954"/>
                  <a:pt x="172380" y="41672"/>
                </a:cubicBezTo>
                <a:lnTo>
                  <a:pt x="152921" y="41672"/>
                </a:lnTo>
                <a:cubicBezTo>
                  <a:pt x="150614" y="64331"/>
                  <a:pt x="146447" y="81930"/>
                  <a:pt x="141387" y="95548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1" name="Text 8"/>
          <p:cNvSpPr/>
          <p:nvPr/>
        </p:nvSpPr>
        <p:spPr>
          <a:xfrm>
            <a:off x="1054100" y="1308102"/>
            <a:ext cx="242887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Олимпиадная подготовка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530225" y="1784352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3" name="Shape 10"/>
          <p:cNvSpPr/>
          <p:nvPr/>
        </p:nvSpPr>
        <p:spPr>
          <a:xfrm>
            <a:off x="530225" y="1784352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4" name="Text 11"/>
          <p:cNvSpPr/>
          <p:nvPr/>
        </p:nvSpPr>
        <p:spPr>
          <a:xfrm>
            <a:off x="673100" y="1911352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Углубление знаний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73100" y="2165352"/>
            <a:ext cx="506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Продолжение подготовки к олимпиадам по физике и математике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530225" y="2578102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530225" y="2578102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8" name="Text 15"/>
          <p:cNvSpPr/>
          <p:nvPr/>
        </p:nvSpPr>
        <p:spPr>
          <a:xfrm>
            <a:off x="673100" y="2705102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Новые олимпиады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73100" y="2959102"/>
            <a:ext cx="506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Участие в дополнительных технических конкурсах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6194425" y="1019175"/>
            <a:ext cx="5673725" cy="2451100"/>
          </a:xfrm>
          <a:custGeom>
            <a:avLst/>
            <a:gdLst/>
            <a:ahLst/>
            <a:cxnLst/>
            <a:rect l="l" t="t" r="r" b="b"/>
            <a:pathLst>
              <a:path w="5673725" h="2451100">
                <a:moveTo>
                  <a:pt x="126991" y="0"/>
                </a:moveTo>
                <a:lnTo>
                  <a:pt x="5546734" y="0"/>
                </a:lnTo>
                <a:cubicBezTo>
                  <a:pt x="5616869" y="0"/>
                  <a:pt x="5673725" y="56856"/>
                  <a:pt x="5673725" y="126991"/>
                </a:cubicBezTo>
                <a:lnTo>
                  <a:pt x="5673725" y="2324109"/>
                </a:lnTo>
                <a:cubicBezTo>
                  <a:pt x="5673725" y="2394244"/>
                  <a:pt x="5616869" y="2451100"/>
                  <a:pt x="5546734" y="2451100"/>
                </a:cubicBezTo>
                <a:lnTo>
                  <a:pt x="126991" y="2451100"/>
                </a:lnTo>
                <a:cubicBezTo>
                  <a:pt x="56856" y="2451100"/>
                  <a:pt x="0" y="2394244"/>
                  <a:pt x="0" y="2324109"/>
                </a:cubicBezTo>
                <a:lnTo>
                  <a:pt x="0" y="126991"/>
                </a:lnTo>
                <a:cubicBezTo>
                  <a:pt x="0" y="56856"/>
                  <a:pt x="56856" y="0"/>
                  <a:pt x="12699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388100" y="1212852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22" name="Shape 19"/>
          <p:cNvSpPr/>
          <p:nvPr/>
        </p:nvSpPr>
        <p:spPr>
          <a:xfrm>
            <a:off x="6503194" y="133985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65484" y="11906"/>
                </a:moveTo>
                <a:cubicBezTo>
                  <a:pt x="60536" y="11906"/>
                  <a:pt x="56555" y="15887"/>
                  <a:pt x="56555" y="20836"/>
                </a:cubicBezTo>
                <a:cubicBezTo>
                  <a:pt x="56555" y="25784"/>
                  <a:pt x="60536" y="29766"/>
                  <a:pt x="65484" y="29766"/>
                </a:cubicBezTo>
                <a:lnTo>
                  <a:pt x="122039" y="29766"/>
                </a:lnTo>
                <a:lnTo>
                  <a:pt x="122039" y="47625"/>
                </a:lnTo>
                <a:lnTo>
                  <a:pt x="39886" y="47625"/>
                </a:lnTo>
                <a:lnTo>
                  <a:pt x="27682" y="32965"/>
                </a:lnTo>
                <a:cubicBezTo>
                  <a:pt x="26008" y="30956"/>
                  <a:pt x="23478" y="29766"/>
                  <a:pt x="20836" y="29766"/>
                </a:cubicBezTo>
                <a:lnTo>
                  <a:pt x="8930" y="29766"/>
                </a:lnTo>
                <a:cubicBezTo>
                  <a:pt x="5842" y="29766"/>
                  <a:pt x="2977" y="31366"/>
                  <a:pt x="1339" y="34007"/>
                </a:cubicBezTo>
                <a:cubicBezTo>
                  <a:pt x="-298" y="36649"/>
                  <a:pt x="-446" y="39923"/>
                  <a:pt x="930" y="42714"/>
                </a:cubicBezTo>
                <a:lnTo>
                  <a:pt x="18790" y="78432"/>
                </a:lnTo>
                <a:cubicBezTo>
                  <a:pt x="20315" y="81446"/>
                  <a:pt x="23403" y="83344"/>
                  <a:pt x="26789" y="83344"/>
                </a:cubicBezTo>
                <a:lnTo>
                  <a:pt x="66898" y="83344"/>
                </a:lnTo>
                <a:lnTo>
                  <a:pt x="105594" y="136587"/>
                </a:lnTo>
                <a:cubicBezTo>
                  <a:pt x="111212" y="144289"/>
                  <a:pt x="120142" y="148828"/>
                  <a:pt x="129667" y="148828"/>
                </a:cubicBezTo>
                <a:lnTo>
                  <a:pt x="157758" y="148828"/>
                </a:lnTo>
                <a:cubicBezTo>
                  <a:pt x="185700" y="148828"/>
                  <a:pt x="208359" y="126169"/>
                  <a:pt x="208359" y="98227"/>
                </a:cubicBezTo>
                <a:cubicBezTo>
                  <a:pt x="208359" y="70284"/>
                  <a:pt x="185700" y="47625"/>
                  <a:pt x="157758" y="47625"/>
                </a:cubicBezTo>
                <a:lnTo>
                  <a:pt x="139898" y="47625"/>
                </a:lnTo>
                <a:lnTo>
                  <a:pt x="139898" y="29766"/>
                </a:lnTo>
                <a:lnTo>
                  <a:pt x="196453" y="29766"/>
                </a:lnTo>
                <a:cubicBezTo>
                  <a:pt x="201402" y="29766"/>
                  <a:pt x="205383" y="25784"/>
                  <a:pt x="205383" y="20836"/>
                </a:cubicBezTo>
                <a:cubicBezTo>
                  <a:pt x="205383" y="15887"/>
                  <a:pt x="201402" y="11906"/>
                  <a:pt x="196453" y="11906"/>
                </a:cubicBezTo>
                <a:lnTo>
                  <a:pt x="65484" y="11906"/>
                </a:lnTo>
                <a:close/>
                <a:moveTo>
                  <a:pt x="139898" y="71438"/>
                </a:moveTo>
                <a:lnTo>
                  <a:pt x="157758" y="71438"/>
                </a:lnTo>
                <a:cubicBezTo>
                  <a:pt x="172566" y="71438"/>
                  <a:pt x="184547" y="83418"/>
                  <a:pt x="184547" y="98227"/>
                </a:cubicBezTo>
                <a:cubicBezTo>
                  <a:pt x="184547" y="113035"/>
                  <a:pt x="172566" y="125016"/>
                  <a:pt x="157758" y="125016"/>
                </a:cubicBezTo>
                <a:lnTo>
                  <a:pt x="139898" y="125016"/>
                </a:lnTo>
                <a:lnTo>
                  <a:pt x="139898" y="71438"/>
                </a:lnTo>
                <a:close/>
                <a:moveTo>
                  <a:pt x="205383" y="154781"/>
                </a:moveTo>
                <a:cubicBezTo>
                  <a:pt x="200434" y="154781"/>
                  <a:pt x="196453" y="158762"/>
                  <a:pt x="196453" y="163711"/>
                </a:cubicBezTo>
                <a:cubicBezTo>
                  <a:pt x="196453" y="165348"/>
                  <a:pt x="195114" y="166688"/>
                  <a:pt x="193477" y="166688"/>
                </a:cubicBezTo>
                <a:lnTo>
                  <a:pt x="92273" y="166688"/>
                </a:lnTo>
                <a:cubicBezTo>
                  <a:pt x="87325" y="166688"/>
                  <a:pt x="83344" y="170669"/>
                  <a:pt x="83344" y="175617"/>
                </a:cubicBezTo>
                <a:cubicBezTo>
                  <a:pt x="83344" y="180566"/>
                  <a:pt x="87325" y="184547"/>
                  <a:pt x="92273" y="184547"/>
                </a:cubicBezTo>
                <a:lnTo>
                  <a:pt x="193477" y="184547"/>
                </a:lnTo>
                <a:cubicBezTo>
                  <a:pt x="204974" y="184547"/>
                  <a:pt x="214313" y="175208"/>
                  <a:pt x="214313" y="163711"/>
                </a:cubicBezTo>
                <a:cubicBezTo>
                  <a:pt x="214313" y="158762"/>
                  <a:pt x="210331" y="154781"/>
                  <a:pt x="205383" y="154781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3" name="Text 20"/>
          <p:cNvSpPr/>
          <p:nvPr/>
        </p:nvSpPr>
        <p:spPr>
          <a:xfrm>
            <a:off x="6927850" y="1308102"/>
            <a:ext cx="1881187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Проекты с дронами</a:t>
            </a: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403975" y="1784352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6403975" y="1784352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26" name="Text 23"/>
          <p:cNvSpPr/>
          <p:nvPr/>
        </p:nvSpPr>
        <p:spPr>
          <a:xfrm>
            <a:off x="6546850" y="1911352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Масштабирование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6546850" y="2165352"/>
            <a:ext cx="506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Развитие текущих проектов и создание новых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6403975" y="2578102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29" name="Shape 26"/>
          <p:cNvSpPr/>
          <p:nvPr/>
        </p:nvSpPr>
        <p:spPr>
          <a:xfrm>
            <a:off x="6403975" y="2578102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0" name="Text 27"/>
          <p:cNvSpPr/>
          <p:nvPr/>
        </p:nvSpPr>
        <p:spPr>
          <a:xfrm>
            <a:off x="6546850" y="2705102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Интеграция технологий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6546850" y="2959102"/>
            <a:ext cx="506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Изучение ИИ и автоматизации для дронов</a:t>
            </a: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320675" y="3667126"/>
            <a:ext cx="5673725" cy="2451100"/>
          </a:xfrm>
          <a:custGeom>
            <a:avLst/>
            <a:gdLst/>
            <a:ahLst/>
            <a:cxnLst/>
            <a:rect l="l" t="t" r="r" b="b"/>
            <a:pathLst>
              <a:path w="5673725" h="2451100">
                <a:moveTo>
                  <a:pt x="126991" y="0"/>
                </a:moveTo>
                <a:lnTo>
                  <a:pt x="5546734" y="0"/>
                </a:lnTo>
                <a:cubicBezTo>
                  <a:pt x="5616869" y="0"/>
                  <a:pt x="5673725" y="56856"/>
                  <a:pt x="5673725" y="126991"/>
                </a:cubicBezTo>
                <a:lnTo>
                  <a:pt x="5673725" y="2324109"/>
                </a:lnTo>
                <a:cubicBezTo>
                  <a:pt x="5673725" y="2394244"/>
                  <a:pt x="5616869" y="2451100"/>
                  <a:pt x="5546734" y="2451100"/>
                </a:cubicBezTo>
                <a:lnTo>
                  <a:pt x="126991" y="2451100"/>
                </a:lnTo>
                <a:cubicBezTo>
                  <a:pt x="56856" y="2451100"/>
                  <a:pt x="0" y="2394244"/>
                  <a:pt x="0" y="2324109"/>
                </a:cubicBezTo>
                <a:lnTo>
                  <a:pt x="0" y="126991"/>
                </a:lnTo>
                <a:cubicBezTo>
                  <a:pt x="0" y="56856"/>
                  <a:pt x="56856" y="0"/>
                  <a:pt x="12699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14350" y="386079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34" name="Shape 31"/>
          <p:cNvSpPr/>
          <p:nvPr/>
        </p:nvSpPr>
        <p:spPr>
          <a:xfrm>
            <a:off x="653256" y="3987799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142875" y="190500"/>
                </a:moveTo>
                <a:lnTo>
                  <a:pt x="35719" y="190500"/>
                </a:lnTo>
                <a:cubicBezTo>
                  <a:pt x="15999" y="190500"/>
                  <a:pt x="0" y="174501"/>
                  <a:pt x="0" y="154781"/>
                </a:cubicBezTo>
                <a:lnTo>
                  <a:pt x="0" y="35719"/>
                </a:lnTo>
                <a:cubicBezTo>
                  <a:pt x="0" y="15999"/>
                  <a:pt x="15999" y="0"/>
                  <a:pt x="35719" y="0"/>
                </a:cubicBezTo>
                <a:lnTo>
                  <a:pt x="148828" y="0"/>
                </a:lnTo>
                <a:cubicBezTo>
                  <a:pt x="158688" y="0"/>
                  <a:pt x="166688" y="8000"/>
                  <a:pt x="166688" y="17859"/>
                </a:cubicBezTo>
                <a:lnTo>
                  <a:pt x="166688" y="125016"/>
                </a:lnTo>
                <a:cubicBezTo>
                  <a:pt x="166688" y="132792"/>
                  <a:pt x="161702" y="139415"/>
                  <a:pt x="154781" y="141870"/>
                </a:cubicBezTo>
                <a:lnTo>
                  <a:pt x="154781" y="166688"/>
                </a:lnTo>
                <a:cubicBezTo>
                  <a:pt x="161367" y="166688"/>
                  <a:pt x="166688" y="172008"/>
                  <a:pt x="166688" y="178594"/>
                </a:cubicBezTo>
                <a:cubicBezTo>
                  <a:pt x="166688" y="185179"/>
                  <a:pt x="161367" y="190500"/>
                  <a:pt x="154781" y="190500"/>
                </a:cubicBezTo>
                <a:lnTo>
                  <a:pt x="142875" y="190500"/>
                </a:lnTo>
                <a:close/>
                <a:moveTo>
                  <a:pt x="35719" y="142875"/>
                </a:moveTo>
                <a:cubicBezTo>
                  <a:pt x="29133" y="142875"/>
                  <a:pt x="23812" y="148196"/>
                  <a:pt x="23812" y="154781"/>
                </a:cubicBezTo>
                <a:cubicBezTo>
                  <a:pt x="23812" y="161367"/>
                  <a:pt x="29133" y="166688"/>
                  <a:pt x="35719" y="166688"/>
                </a:cubicBezTo>
                <a:lnTo>
                  <a:pt x="130969" y="166688"/>
                </a:lnTo>
                <a:lnTo>
                  <a:pt x="130969" y="142875"/>
                </a:lnTo>
                <a:lnTo>
                  <a:pt x="35719" y="142875"/>
                </a:lnTo>
                <a:close/>
                <a:moveTo>
                  <a:pt x="47625" y="56555"/>
                </a:moveTo>
                <a:cubicBezTo>
                  <a:pt x="47625" y="61503"/>
                  <a:pt x="51606" y="65484"/>
                  <a:pt x="56555" y="65484"/>
                </a:cubicBezTo>
                <a:lnTo>
                  <a:pt x="122039" y="65484"/>
                </a:lnTo>
                <a:cubicBezTo>
                  <a:pt x="126988" y="65484"/>
                  <a:pt x="130969" y="61503"/>
                  <a:pt x="130969" y="56555"/>
                </a:cubicBezTo>
                <a:cubicBezTo>
                  <a:pt x="130969" y="51606"/>
                  <a:pt x="126988" y="47625"/>
                  <a:pt x="122039" y="47625"/>
                </a:cubicBezTo>
                <a:lnTo>
                  <a:pt x="56555" y="47625"/>
                </a:lnTo>
                <a:cubicBezTo>
                  <a:pt x="51606" y="47625"/>
                  <a:pt x="47625" y="51606"/>
                  <a:pt x="47625" y="56555"/>
                </a:cubicBezTo>
                <a:close/>
                <a:moveTo>
                  <a:pt x="56555" y="83344"/>
                </a:moveTo>
                <a:cubicBezTo>
                  <a:pt x="51606" y="83344"/>
                  <a:pt x="47625" y="87325"/>
                  <a:pt x="47625" y="92273"/>
                </a:cubicBezTo>
                <a:cubicBezTo>
                  <a:pt x="47625" y="97222"/>
                  <a:pt x="51606" y="101203"/>
                  <a:pt x="56555" y="101203"/>
                </a:cubicBezTo>
                <a:lnTo>
                  <a:pt x="122039" y="101203"/>
                </a:lnTo>
                <a:cubicBezTo>
                  <a:pt x="126988" y="101203"/>
                  <a:pt x="130969" y="97222"/>
                  <a:pt x="130969" y="92273"/>
                </a:cubicBezTo>
                <a:cubicBezTo>
                  <a:pt x="130969" y="87325"/>
                  <a:pt x="126988" y="83344"/>
                  <a:pt x="122039" y="83344"/>
                </a:cubicBezTo>
                <a:lnTo>
                  <a:pt x="56555" y="83344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5" name="Text 32"/>
          <p:cNvSpPr/>
          <p:nvPr/>
        </p:nvSpPr>
        <p:spPr>
          <a:xfrm>
            <a:off x="1054100" y="3956049"/>
            <a:ext cx="18494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Углубление знаний</a:t>
            </a:r>
            <a:endParaRPr lang="en-US" sz="1600" dirty="0"/>
          </a:p>
        </p:txBody>
      </p:sp>
      <p:sp>
        <p:nvSpPr>
          <p:cNvPr id="36" name="Shape 33"/>
          <p:cNvSpPr/>
          <p:nvPr/>
        </p:nvSpPr>
        <p:spPr>
          <a:xfrm>
            <a:off x="530225" y="4432299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37" name="Shape 34"/>
          <p:cNvSpPr/>
          <p:nvPr/>
        </p:nvSpPr>
        <p:spPr>
          <a:xfrm>
            <a:off x="530225" y="4432299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38" name="Text 35"/>
          <p:cNvSpPr/>
          <p:nvPr/>
        </p:nvSpPr>
        <p:spPr>
          <a:xfrm>
            <a:off x="673100" y="4559299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Физика и математика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673100" y="4813299"/>
            <a:ext cx="506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Изучение углубленных курсов и специальной литературы</a:t>
            </a:r>
            <a:endParaRPr lang="en-US" sz="1600" dirty="0"/>
          </a:p>
        </p:txBody>
      </p:sp>
      <p:sp>
        <p:nvSpPr>
          <p:cNvPr id="40" name="Shape 37"/>
          <p:cNvSpPr/>
          <p:nvPr/>
        </p:nvSpPr>
        <p:spPr>
          <a:xfrm>
            <a:off x="530225" y="5226049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1" name="Shape 38"/>
          <p:cNvSpPr/>
          <p:nvPr/>
        </p:nvSpPr>
        <p:spPr>
          <a:xfrm>
            <a:off x="530225" y="5226049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2" name="Text 39"/>
          <p:cNvSpPr/>
          <p:nvPr/>
        </p:nvSpPr>
        <p:spPr>
          <a:xfrm>
            <a:off x="673100" y="5353049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Программирование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73100" y="5607049"/>
            <a:ext cx="506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Освоение новых языков и технологий разработки</a:t>
            </a:r>
            <a:endParaRPr lang="en-US" sz="1600" dirty="0"/>
          </a:p>
        </p:txBody>
      </p:sp>
      <p:sp>
        <p:nvSpPr>
          <p:cNvPr id="44" name="Shape 41"/>
          <p:cNvSpPr/>
          <p:nvPr/>
        </p:nvSpPr>
        <p:spPr>
          <a:xfrm>
            <a:off x="6194425" y="3667126"/>
            <a:ext cx="5673725" cy="2451100"/>
          </a:xfrm>
          <a:custGeom>
            <a:avLst/>
            <a:gdLst/>
            <a:ahLst/>
            <a:cxnLst/>
            <a:rect l="l" t="t" r="r" b="b"/>
            <a:pathLst>
              <a:path w="5673725" h="2451100">
                <a:moveTo>
                  <a:pt x="126991" y="0"/>
                </a:moveTo>
                <a:lnTo>
                  <a:pt x="5546734" y="0"/>
                </a:lnTo>
                <a:cubicBezTo>
                  <a:pt x="5616869" y="0"/>
                  <a:pt x="5673725" y="56856"/>
                  <a:pt x="5673725" y="126991"/>
                </a:cubicBezTo>
                <a:lnTo>
                  <a:pt x="5673725" y="2324109"/>
                </a:lnTo>
                <a:cubicBezTo>
                  <a:pt x="5673725" y="2394244"/>
                  <a:pt x="5616869" y="2451100"/>
                  <a:pt x="5546734" y="2451100"/>
                </a:cubicBezTo>
                <a:lnTo>
                  <a:pt x="126991" y="2451100"/>
                </a:lnTo>
                <a:cubicBezTo>
                  <a:pt x="56856" y="2451100"/>
                  <a:pt x="0" y="2394244"/>
                  <a:pt x="0" y="2324109"/>
                </a:cubicBezTo>
                <a:lnTo>
                  <a:pt x="0" y="126991"/>
                </a:lnTo>
                <a:cubicBezTo>
                  <a:pt x="0" y="56856"/>
                  <a:pt x="56856" y="0"/>
                  <a:pt x="126991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6388100" y="3860799"/>
            <a:ext cx="444500" cy="444500"/>
          </a:xfrm>
          <a:custGeom>
            <a:avLst/>
            <a:gdLst/>
            <a:ahLst/>
            <a:cxnLst/>
            <a:rect l="l" t="t" r="r" b="b"/>
            <a:pathLst>
              <a:path w="444500" h="444500">
                <a:moveTo>
                  <a:pt x="95252" y="0"/>
                </a:moveTo>
                <a:lnTo>
                  <a:pt x="349248" y="0"/>
                </a:lnTo>
                <a:cubicBezTo>
                  <a:pt x="401819" y="0"/>
                  <a:pt x="444500" y="42681"/>
                  <a:pt x="444500" y="95252"/>
                </a:cubicBezTo>
                <a:lnTo>
                  <a:pt x="444500" y="349248"/>
                </a:lnTo>
                <a:cubicBezTo>
                  <a:pt x="444500" y="401854"/>
                  <a:pt x="401854" y="444500"/>
                  <a:pt x="349248" y="444500"/>
                </a:cubicBezTo>
                <a:lnTo>
                  <a:pt x="95252" y="444500"/>
                </a:lnTo>
                <a:cubicBezTo>
                  <a:pt x="42681" y="444500"/>
                  <a:pt x="0" y="401819"/>
                  <a:pt x="0" y="349248"/>
                </a:cubicBezTo>
                <a:lnTo>
                  <a:pt x="0" y="95252"/>
                </a:lnTo>
                <a:cubicBezTo>
                  <a:pt x="0" y="42646"/>
                  <a:pt x="42646" y="0"/>
                  <a:pt x="95252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/>
        </p:spPr>
      </p:sp>
      <p:sp>
        <p:nvSpPr>
          <p:cNvPr id="46" name="Shape 43"/>
          <p:cNvSpPr/>
          <p:nvPr/>
        </p:nvSpPr>
        <p:spPr>
          <a:xfrm>
            <a:off x="6515100" y="39877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01166" y="7516"/>
                </a:moveTo>
                <a:cubicBezTo>
                  <a:pt x="97520" y="5432"/>
                  <a:pt x="93018" y="5432"/>
                  <a:pt x="89334" y="7516"/>
                </a:cubicBezTo>
                <a:lnTo>
                  <a:pt x="5990" y="55141"/>
                </a:lnTo>
                <a:cubicBezTo>
                  <a:pt x="1302" y="57820"/>
                  <a:pt x="-1005" y="63326"/>
                  <a:pt x="372" y="68535"/>
                </a:cubicBezTo>
                <a:cubicBezTo>
                  <a:pt x="1749" y="73744"/>
                  <a:pt x="6511" y="77391"/>
                  <a:pt x="11906" y="77391"/>
                </a:cubicBezTo>
                <a:lnTo>
                  <a:pt x="23812" y="77391"/>
                </a:lnTo>
                <a:lnTo>
                  <a:pt x="23812" y="154781"/>
                </a:lnTo>
                <a:lnTo>
                  <a:pt x="23812" y="154781"/>
                </a:lnTo>
                <a:lnTo>
                  <a:pt x="4762" y="169069"/>
                </a:lnTo>
                <a:cubicBezTo>
                  <a:pt x="1749" y="171301"/>
                  <a:pt x="0" y="174836"/>
                  <a:pt x="0" y="178594"/>
                </a:cubicBezTo>
                <a:cubicBezTo>
                  <a:pt x="0" y="185179"/>
                  <a:pt x="5321" y="190500"/>
                  <a:pt x="11906" y="190500"/>
                </a:cubicBezTo>
                <a:lnTo>
                  <a:pt x="178594" y="190500"/>
                </a:lnTo>
                <a:cubicBezTo>
                  <a:pt x="185179" y="190500"/>
                  <a:pt x="190500" y="185179"/>
                  <a:pt x="190500" y="178594"/>
                </a:cubicBezTo>
                <a:cubicBezTo>
                  <a:pt x="190500" y="174836"/>
                  <a:pt x="188751" y="171301"/>
                  <a:pt x="185738" y="169069"/>
                </a:cubicBezTo>
                <a:lnTo>
                  <a:pt x="166688" y="154781"/>
                </a:lnTo>
                <a:lnTo>
                  <a:pt x="166688" y="77391"/>
                </a:lnTo>
                <a:lnTo>
                  <a:pt x="178594" y="77391"/>
                </a:lnTo>
                <a:cubicBezTo>
                  <a:pt x="183989" y="77391"/>
                  <a:pt x="188714" y="73744"/>
                  <a:pt x="190091" y="68535"/>
                </a:cubicBezTo>
                <a:cubicBezTo>
                  <a:pt x="191467" y="63326"/>
                  <a:pt x="189161" y="57820"/>
                  <a:pt x="184472" y="55141"/>
                </a:cubicBezTo>
                <a:lnTo>
                  <a:pt x="101129" y="7516"/>
                </a:lnTo>
                <a:close/>
                <a:moveTo>
                  <a:pt x="148828" y="77391"/>
                </a:moveTo>
                <a:lnTo>
                  <a:pt x="148828" y="154781"/>
                </a:lnTo>
                <a:lnTo>
                  <a:pt x="125016" y="154781"/>
                </a:lnTo>
                <a:lnTo>
                  <a:pt x="125016" y="77391"/>
                </a:lnTo>
                <a:lnTo>
                  <a:pt x="148828" y="77391"/>
                </a:lnTo>
                <a:close/>
                <a:moveTo>
                  <a:pt x="107156" y="77391"/>
                </a:moveTo>
                <a:lnTo>
                  <a:pt x="107156" y="154781"/>
                </a:lnTo>
                <a:lnTo>
                  <a:pt x="83344" y="154781"/>
                </a:lnTo>
                <a:lnTo>
                  <a:pt x="83344" y="77391"/>
                </a:lnTo>
                <a:lnTo>
                  <a:pt x="107156" y="77391"/>
                </a:lnTo>
                <a:close/>
                <a:moveTo>
                  <a:pt x="65484" y="77391"/>
                </a:moveTo>
                <a:lnTo>
                  <a:pt x="65484" y="154781"/>
                </a:lnTo>
                <a:lnTo>
                  <a:pt x="41672" y="154781"/>
                </a:lnTo>
                <a:lnTo>
                  <a:pt x="41672" y="77391"/>
                </a:lnTo>
                <a:lnTo>
                  <a:pt x="65484" y="77391"/>
                </a:lnTo>
                <a:close/>
                <a:moveTo>
                  <a:pt x="95250" y="35719"/>
                </a:moveTo>
                <a:cubicBezTo>
                  <a:pt x="101821" y="35719"/>
                  <a:pt x="107156" y="41054"/>
                  <a:pt x="107156" y="47625"/>
                </a:cubicBezTo>
                <a:cubicBezTo>
                  <a:pt x="107156" y="54196"/>
                  <a:pt x="101821" y="59531"/>
                  <a:pt x="95250" y="59531"/>
                </a:cubicBezTo>
                <a:cubicBezTo>
                  <a:pt x="88679" y="59531"/>
                  <a:pt x="83344" y="54196"/>
                  <a:pt x="83344" y="47625"/>
                </a:cubicBezTo>
                <a:cubicBezTo>
                  <a:pt x="83344" y="41054"/>
                  <a:pt x="88679" y="35719"/>
                  <a:pt x="95250" y="35719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47" name="Text 44"/>
          <p:cNvSpPr/>
          <p:nvPr/>
        </p:nvSpPr>
        <p:spPr>
          <a:xfrm>
            <a:off x="6927850" y="3956049"/>
            <a:ext cx="1674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Подготовка к ТГУ</a:t>
            </a:r>
            <a:endParaRPr lang="en-US" sz="1600" dirty="0"/>
          </a:p>
        </p:txBody>
      </p:sp>
      <p:sp>
        <p:nvSpPr>
          <p:cNvPr id="48" name="Shape 45"/>
          <p:cNvSpPr/>
          <p:nvPr/>
        </p:nvSpPr>
        <p:spPr>
          <a:xfrm>
            <a:off x="6403975" y="4432299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49" name="Shape 46"/>
          <p:cNvSpPr/>
          <p:nvPr/>
        </p:nvSpPr>
        <p:spPr>
          <a:xfrm>
            <a:off x="6403975" y="4432299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0" name="Text 47"/>
          <p:cNvSpPr/>
          <p:nvPr/>
        </p:nvSpPr>
        <p:spPr>
          <a:xfrm>
            <a:off x="6546850" y="4559299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Целевая подготовка</a:t>
            </a:r>
            <a:endParaRPr lang="en-US" sz="1600" dirty="0"/>
          </a:p>
        </p:txBody>
      </p:sp>
      <p:sp>
        <p:nvSpPr>
          <p:cNvPr id="51" name="Text 48"/>
          <p:cNvSpPr/>
          <p:nvPr/>
        </p:nvSpPr>
        <p:spPr>
          <a:xfrm>
            <a:off x="6546850" y="4813299"/>
            <a:ext cx="506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Изучение требований факультетов ТГУ</a:t>
            </a:r>
            <a:endParaRPr lang="en-US" sz="1600" dirty="0"/>
          </a:p>
        </p:txBody>
      </p:sp>
      <p:sp>
        <p:nvSpPr>
          <p:cNvPr id="52" name="Shape 49"/>
          <p:cNvSpPr/>
          <p:nvPr/>
        </p:nvSpPr>
        <p:spPr>
          <a:xfrm>
            <a:off x="6403975" y="5226049"/>
            <a:ext cx="5270500" cy="698500"/>
          </a:xfrm>
          <a:custGeom>
            <a:avLst/>
            <a:gdLst/>
            <a:ahLst/>
            <a:cxnLst/>
            <a:rect l="l" t="t" r="r" b="b"/>
            <a:pathLst>
              <a:path w="5270500" h="698500">
                <a:moveTo>
                  <a:pt x="31750" y="0"/>
                </a:moveTo>
                <a:lnTo>
                  <a:pt x="5175253" y="0"/>
                </a:lnTo>
                <a:cubicBezTo>
                  <a:pt x="5227856" y="0"/>
                  <a:pt x="5270500" y="42644"/>
                  <a:pt x="5270500" y="95247"/>
                </a:cubicBezTo>
                <a:lnTo>
                  <a:pt x="5270500" y="603253"/>
                </a:lnTo>
                <a:cubicBezTo>
                  <a:pt x="5270500" y="655856"/>
                  <a:pt x="5227856" y="698500"/>
                  <a:pt x="5175253" y="698500"/>
                </a:cubicBezTo>
                <a:lnTo>
                  <a:pt x="31750" y="698500"/>
                </a:lnTo>
                <a:cubicBezTo>
                  <a:pt x="14215" y="698500"/>
                  <a:pt x="0" y="684285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1A1D21">
              <a:alpha val="60000"/>
            </a:srgbClr>
          </a:solidFill>
          <a:ln/>
        </p:spPr>
      </p:sp>
      <p:sp>
        <p:nvSpPr>
          <p:cNvPr id="53" name="Shape 50"/>
          <p:cNvSpPr/>
          <p:nvPr/>
        </p:nvSpPr>
        <p:spPr>
          <a:xfrm>
            <a:off x="6403975" y="5226049"/>
            <a:ext cx="31750" cy="698500"/>
          </a:xfrm>
          <a:custGeom>
            <a:avLst/>
            <a:gdLst/>
            <a:ahLst/>
            <a:cxnLst/>
            <a:rect l="l" t="t" r="r" b="b"/>
            <a:pathLst>
              <a:path w="31750" h="698500">
                <a:moveTo>
                  <a:pt x="31750" y="0"/>
                </a:moveTo>
                <a:lnTo>
                  <a:pt x="31750" y="0"/>
                </a:lnTo>
                <a:lnTo>
                  <a:pt x="31750" y="698500"/>
                </a:lnTo>
                <a:lnTo>
                  <a:pt x="31750" y="698500"/>
                </a:lnTo>
                <a:cubicBezTo>
                  <a:pt x="14227" y="698500"/>
                  <a:pt x="0" y="684273"/>
                  <a:pt x="0" y="666750"/>
                </a:cubicBezTo>
                <a:lnTo>
                  <a:pt x="0" y="31750"/>
                </a:lnTo>
                <a:cubicBezTo>
                  <a:pt x="0" y="14227"/>
                  <a:pt x="14227" y="0"/>
                  <a:pt x="3175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4" name="Text 51"/>
          <p:cNvSpPr/>
          <p:nvPr/>
        </p:nvSpPr>
        <p:spPr>
          <a:xfrm>
            <a:off x="6546850" y="5353049"/>
            <a:ext cx="5072063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125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Портфолио</a:t>
            </a:r>
            <a:endParaRPr lang="en-US" sz="1600" dirty="0"/>
          </a:p>
        </p:txBody>
      </p:sp>
      <p:sp>
        <p:nvSpPr>
          <p:cNvPr id="55" name="Text 52"/>
          <p:cNvSpPr/>
          <p:nvPr/>
        </p:nvSpPr>
        <p:spPr>
          <a:xfrm>
            <a:off x="6546850" y="5607049"/>
            <a:ext cx="5064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0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Формирование сильного портфолио проектов</a:t>
            </a:r>
            <a:endParaRPr lang="en-US" sz="1600" dirty="0"/>
          </a:p>
        </p:txBody>
      </p:sp>
      <p:sp>
        <p:nvSpPr>
          <p:cNvPr id="56" name="Shape 53"/>
          <p:cNvSpPr/>
          <p:nvPr/>
        </p:nvSpPr>
        <p:spPr>
          <a:xfrm>
            <a:off x="320675" y="6315077"/>
            <a:ext cx="11547475" cy="561975"/>
          </a:xfrm>
          <a:custGeom>
            <a:avLst/>
            <a:gdLst/>
            <a:ahLst/>
            <a:cxnLst/>
            <a:rect l="l" t="t" r="r" b="b"/>
            <a:pathLst>
              <a:path w="11547475" h="561975">
                <a:moveTo>
                  <a:pt x="95249" y="0"/>
                </a:moveTo>
                <a:lnTo>
                  <a:pt x="11452226" y="0"/>
                </a:lnTo>
                <a:cubicBezTo>
                  <a:pt x="11504795" y="0"/>
                  <a:pt x="11547475" y="42680"/>
                  <a:pt x="11547475" y="95249"/>
                </a:cubicBezTo>
                <a:lnTo>
                  <a:pt x="11547475" y="466726"/>
                </a:lnTo>
                <a:cubicBezTo>
                  <a:pt x="11547475" y="519295"/>
                  <a:pt x="11504795" y="561975"/>
                  <a:pt x="11452226" y="561975"/>
                </a:cubicBezTo>
                <a:lnTo>
                  <a:pt x="95249" y="561975"/>
                </a:lnTo>
                <a:cubicBezTo>
                  <a:pt x="42680" y="561975"/>
                  <a:pt x="0" y="519295"/>
                  <a:pt x="0" y="466726"/>
                </a:cubicBezTo>
                <a:lnTo>
                  <a:pt x="0" y="95249"/>
                </a:lnTo>
                <a:cubicBezTo>
                  <a:pt x="0" y="42680"/>
                  <a:pt x="42680" y="0"/>
                  <a:pt x="95249" y="0"/>
                </a:cubicBezTo>
                <a:close/>
              </a:path>
            </a:pathLst>
          </a:custGeom>
          <a:gradFill rotWithShape="1" flip="none">
            <a:gsLst>
              <a:gs pos="0">
                <a:srgbClr val="3A86FF">
                  <a:alpha val="30000"/>
                </a:srgbClr>
              </a:gs>
              <a:gs pos="50000">
                <a:srgbClr val="3A86FF">
                  <a:alpha val="2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</a:gradFill>
          <a:ln w="10160">
            <a:solidFill>
              <a:srgbClr val="3A86FF">
                <a:alpha val="40000"/>
              </a:srgbClr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529233" y="6477000"/>
            <a:ext cx="208359" cy="238125"/>
          </a:xfrm>
          <a:custGeom>
            <a:avLst/>
            <a:gdLst/>
            <a:ahLst/>
            <a:cxnLst/>
            <a:rect l="l" t="t" r="r" b="b"/>
            <a:pathLst>
              <a:path w="208359" h="238125">
                <a:moveTo>
                  <a:pt x="14883" y="0"/>
                </a:moveTo>
                <a:cubicBezTo>
                  <a:pt x="23115" y="0"/>
                  <a:pt x="29766" y="6651"/>
                  <a:pt x="29766" y="14883"/>
                </a:cubicBezTo>
                <a:lnTo>
                  <a:pt x="29766" y="22324"/>
                </a:lnTo>
                <a:lnTo>
                  <a:pt x="61857" y="14325"/>
                </a:lnTo>
                <a:cubicBezTo>
                  <a:pt x="79577" y="9906"/>
                  <a:pt x="98273" y="11953"/>
                  <a:pt x="114644" y="20138"/>
                </a:cubicBezTo>
                <a:cubicBezTo>
                  <a:pt x="136178" y="30928"/>
                  <a:pt x="161525" y="30928"/>
                  <a:pt x="183059" y="20138"/>
                </a:cubicBezTo>
                <a:lnTo>
                  <a:pt x="187523" y="17906"/>
                </a:lnTo>
                <a:cubicBezTo>
                  <a:pt x="197104" y="13069"/>
                  <a:pt x="208359" y="20045"/>
                  <a:pt x="208359" y="30742"/>
                </a:cubicBezTo>
                <a:lnTo>
                  <a:pt x="208359" y="160827"/>
                </a:lnTo>
                <a:cubicBezTo>
                  <a:pt x="208359" y="167013"/>
                  <a:pt x="204499" y="172594"/>
                  <a:pt x="198686" y="174780"/>
                </a:cubicBezTo>
                <a:lnTo>
                  <a:pt x="182547" y="180826"/>
                </a:lnTo>
                <a:cubicBezTo>
                  <a:pt x="161060" y="188872"/>
                  <a:pt x="137154" y="187616"/>
                  <a:pt x="116644" y="177385"/>
                </a:cubicBezTo>
                <a:cubicBezTo>
                  <a:pt x="99017" y="168548"/>
                  <a:pt x="78786" y="166362"/>
                  <a:pt x="59671" y="171152"/>
                </a:cubicBezTo>
                <a:lnTo>
                  <a:pt x="29766" y="178594"/>
                </a:lnTo>
                <a:lnTo>
                  <a:pt x="29766" y="223242"/>
                </a:lnTo>
                <a:cubicBezTo>
                  <a:pt x="29766" y="231474"/>
                  <a:pt x="23115" y="238125"/>
                  <a:pt x="14883" y="238125"/>
                </a:cubicBezTo>
                <a:cubicBezTo>
                  <a:pt x="6651" y="238125"/>
                  <a:pt x="0" y="231474"/>
                  <a:pt x="0" y="223242"/>
                </a:cubicBezTo>
                <a:lnTo>
                  <a:pt x="0" y="14883"/>
                </a:lnTo>
                <a:cubicBezTo>
                  <a:pt x="0" y="6651"/>
                  <a:pt x="6651" y="0"/>
                  <a:pt x="14883" y="0"/>
                </a:cubicBezTo>
                <a:close/>
                <a:moveTo>
                  <a:pt x="29766" y="87018"/>
                </a:moveTo>
                <a:lnTo>
                  <a:pt x="59531" y="80553"/>
                </a:lnTo>
                <a:lnTo>
                  <a:pt x="59531" y="111016"/>
                </a:lnTo>
                <a:lnTo>
                  <a:pt x="29766" y="117481"/>
                </a:lnTo>
                <a:lnTo>
                  <a:pt x="29766" y="147944"/>
                </a:lnTo>
                <a:lnTo>
                  <a:pt x="52462" y="142270"/>
                </a:lnTo>
                <a:cubicBezTo>
                  <a:pt x="54834" y="141666"/>
                  <a:pt x="57159" y="141154"/>
                  <a:pt x="59531" y="140736"/>
                </a:cubicBezTo>
                <a:lnTo>
                  <a:pt x="59531" y="111016"/>
                </a:lnTo>
                <a:lnTo>
                  <a:pt x="77623" y="107110"/>
                </a:lnTo>
                <a:cubicBezTo>
                  <a:pt x="81483" y="106273"/>
                  <a:pt x="85390" y="105947"/>
                  <a:pt x="89297" y="106133"/>
                </a:cubicBezTo>
                <a:lnTo>
                  <a:pt x="89297" y="76367"/>
                </a:lnTo>
                <a:cubicBezTo>
                  <a:pt x="95622" y="76553"/>
                  <a:pt x="101947" y="77577"/>
                  <a:pt x="108086" y="79344"/>
                </a:cubicBezTo>
                <a:lnTo>
                  <a:pt x="119062" y="82553"/>
                </a:lnTo>
                <a:lnTo>
                  <a:pt x="119062" y="113574"/>
                </a:lnTo>
                <a:lnTo>
                  <a:pt x="99668" y="107854"/>
                </a:lnTo>
                <a:cubicBezTo>
                  <a:pt x="96273" y="106877"/>
                  <a:pt x="92785" y="106273"/>
                  <a:pt x="89297" y="106087"/>
                </a:cubicBezTo>
                <a:lnTo>
                  <a:pt x="89297" y="139294"/>
                </a:lnTo>
                <a:cubicBezTo>
                  <a:pt x="99436" y="140177"/>
                  <a:pt x="109435" y="142410"/>
                  <a:pt x="119062" y="145991"/>
                </a:cubicBezTo>
                <a:lnTo>
                  <a:pt x="119062" y="113528"/>
                </a:lnTo>
                <a:lnTo>
                  <a:pt x="129620" y="116644"/>
                </a:lnTo>
                <a:cubicBezTo>
                  <a:pt x="135899" y="118504"/>
                  <a:pt x="142317" y="119621"/>
                  <a:pt x="148828" y="120086"/>
                </a:cubicBezTo>
                <a:lnTo>
                  <a:pt x="148828" y="90227"/>
                </a:lnTo>
                <a:cubicBezTo>
                  <a:pt x="145200" y="89855"/>
                  <a:pt x="141573" y="89157"/>
                  <a:pt x="138038" y="88134"/>
                </a:cubicBezTo>
                <a:lnTo>
                  <a:pt x="119062" y="82553"/>
                </a:lnTo>
                <a:lnTo>
                  <a:pt x="119062" y="53718"/>
                </a:lnTo>
                <a:cubicBezTo>
                  <a:pt x="113016" y="51950"/>
                  <a:pt x="107063" y="49625"/>
                  <a:pt x="101296" y="46741"/>
                </a:cubicBezTo>
                <a:cubicBezTo>
                  <a:pt x="97482" y="44834"/>
                  <a:pt x="93436" y="43486"/>
                  <a:pt x="89297" y="42649"/>
                </a:cubicBezTo>
                <a:lnTo>
                  <a:pt x="89297" y="76321"/>
                </a:lnTo>
                <a:cubicBezTo>
                  <a:pt x="83251" y="76135"/>
                  <a:pt x="77205" y="76693"/>
                  <a:pt x="71298" y="77995"/>
                </a:cubicBezTo>
                <a:lnTo>
                  <a:pt x="59531" y="80553"/>
                </a:lnTo>
                <a:lnTo>
                  <a:pt x="59531" y="45579"/>
                </a:lnTo>
                <a:lnTo>
                  <a:pt x="29766" y="53020"/>
                </a:lnTo>
                <a:lnTo>
                  <a:pt x="29766" y="87018"/>
                </a:lnTo>
                <a:close/>
                <a:moveTo>
                  <a:pt x="148828" y="156130"/>
                </a:moveTo>
                <a:cubicBezTo>
                  <a:pt x="156642" y="156828"/>
                  <a:pt x="164595" y="155804"/>
                  <a:pt x="172083" y="152967"/>
                </a:cubicBezTo>
                <a:lnTo>
                  <a:pt x="178594" y="150549"/>
                </a:lnTo>
                <a:lnTo>
                  <a:pt x="178594" y="117202"/>
                </a:lnTo>
                <a:lnTo>
                  <a:pt x="174920" y="118039"/>
                </a:lnTo>
                <a:cubicBezTo>
                  <a:pt x="166362" y="120039"/>
                  <a:pt x="157572" y="120690"/>
                  <a:pt x="148828" y="120132"/>
                </a:cubicBezTo>
                <a:lnTo>
                  <a:pt x="148828" y="156130"/>
                </a:lnTo>
                <a:close/>
                <a:moveTo>
                  <a:pt x="178594" y="86646"/>
                </a:moveTo>
                <a:lnTo>
                  <a:pt x="178594" y="53718"/>
                </a:lnTo>
                <a:cubicBezTo>
                  <a:pt x="168873" y="56555"/>
                  <a:pt x="158874" y="57950"/>
                  <a:pt x="148828" y="57950"/>
                </a:cubicBezTo>
                <a:lnTo>
                  <a:pt x="148828" y="90227"/>
                </a:lnTo>
                <a:cubicBezTo>
                  <a:pt x="155293" y="90878"/>
                  <a:pt x="161851" y="90460"/>
                  <a:pt x="168222" y="89018"/>
                </a:cubicBezTo>
                <a:lnTo>
                  <a:pt x="178594" y="86599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58" name="Text 55"/>
          <p:cNvSpPr/>
          <p:nvPr/>
        </p:nvSpPr>
        <p:spPr>
          <a:xfrm>
            <a:off x="907256" y="6484938"/>
            <a:ext cx="9215438" cy="222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2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Конечная цель: Поступление в ТГУ на физико-математический факультет и развитие карьеры в технологической сфере</a:t>
            </a:r>
            <a:endParaRPr lang="en-US" sz="1600" dirty="0"/>
          </a:p>
        </p:txBody>
      </p:sp>
    </p:spTree>
  </p:cSld>
  <p:clrMapOvr>
    <a:masterClrMapping/>
  </p:clrMapOvr>
  <p:transition>
    <p:fade/>
    <p:spd val="med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D2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static.vecteezy.com/f0e2f22882090b04ec7c4d36b2871a1bbb8a28bf.jpg">    </p:cNvPr>
          <p:cNvPicPr>
            <a:picLocks noChangeAspect="1"/>
          </p:cNvPicPr>
          <p:nvPr/>
        </p:nvPicPr>
        <p:blipFill>
          <a:blip r:embed="rId1">
            <a:alphaModFix amt="25000"/>
          </a:blip>
          <a:srcRect l="0" r="0" t="3135" b="3135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rotWithShape="1" flip="none">
            <a:gsLst>
              <a:gs pos="0">
                <a:srgbClr val="1A1D21">
                  <a:alpha val="95000"/>
                </a:srgbClr>
              </a:gs>
              <a:gs pos="50000">
                <a:srgbClr val="1A1D21">
                  <a:alpha val="90000"/>
                </a:srgbClr>
              </a:gs>
              <a:gs pos="100000">
                <a:srgbClr val="3A86FF">
                  <a:alpha val="30000"/>
                </a:srgbClr>
              </a:gs>
            </a:gsLst>
            <a:lin ang="2700000" scaled="1"/>
          </a:gradFill>
          <a:ln/>
        </p:spPr>
      </p:sp>
      <p:sp>
        <p:nvSpPr>
          <p:cNvPr id="4" name="Shape 1"/>
          <p:cNvSpPr/>
          <p:nvPr/>
        </p:nvSpPr>
        <p:spPr>
          <a:xfrm>
            <a:off x="4501039" y="810105"/>
            <a:ext cx="3188970" cy="502920"/>
          </a:xfrm>
          <a:custGeom>
            <a:avLst/>
            <a:gdLst/>
            <a:ahLst/>
            <a:cxnLst/>
            <a:rect l="l" t="t" r="r" b="b"/>
            <a:pathLst>
              <a:path w="3188970" h="502920">
                <a:moveTo>
                  <a:pt x="251460" y="0"/>
                </a:moveTo>
                <a:lnTo>
                  <a:pt x="2937510" y="0"/>
                </a:lnTo>
                <a:cubicBezTo>
                  <a:pt x="3076388" y="0"/>
                  <a:pt x="3188970" y="112582"/>
                  <a:pt x="3188970" y="251460"/>
                </a:cubicBezTo>
                <a:lnTo>
                  <a:pt x="3188970" y="251460"/>
                </a:lnTo>
                <a:cubicBezTo>
                  <a:pt x="3188970" y="390338"/>
                  <a:pt x="3076388" y="502920"/>
                  <a:pt x="2937510" y="502920"/>
                </a:cubicBezTo>
                <a:lnTo>
                  <a:pt x="251460" y="502920"/>
                </a:lnTo>
                <a:cubicBezTo>
                  <a:pt x="112675" y="502920"/>
                  <a:pt x="0" y="390245"/>
                  <a:pt x="0" y="251460"/>
                </a:cubicBezTo>
                <a:lnTo>
                  <a:pt x="0" y="251460"/>
                </a:lnTo>
                <a:cubicBezTo>
                  <a:pt x="0" y="112675"/>
                  <a:pt x="112675" y="0"/>
                  <a:pt x="251460" y="0"/>
                </a:cubicBezTo>
                <a:close/>
              </a:path>
            </a:pathLst>
          </a:custGeom>
          <a:solidFill>
            <a:srgbClr val="3A86FF">
              <a:alpha val="20000"/>
            </a:srgbClr>
          </a:solidFill>
          <a:ln w="10160">
            <a:solidFill>
              <a:srgbClr val="3A86FF">
                <a:alpha val="50196"/>
              </a:srgbClr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690586" y="951077"/>
            <a:ext cx="281082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0000"/>
              </a:lnSpc>
            </a:pPr>
            <a:r>
              <a:rPr lang="en-US" sz="1350" b="1" spc="135" kern="0" dirty="0">
                <a:solidFill>
                  <a:srgbClr val="3A86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Готов к новым высотам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2868216" y="1850231"/>
            <a:ext cx="64579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E8E8E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Бурдюгов </a:t>
            </a:r>
            <a:pPr algn="ctr">
              <a:lnSpc>
                <a:spcPct val="80000"/>
              </a:lnSpc>
            </a:pPr>
            <a:r>
              <a:rPr lang="en-US" sz="5400" b="1" dirty="0">
                <a:solidFill>
                  <a:srgbClr val="3A86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Дмитрий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181600" y="2688431"/>
            <a:ext cx="1828800" cy="57150"/>
          </a:xfrm>
          <a:custGeom>
            <a:avLst/>
            <a:gdLst/>
            <a:ahLst/>
            <a:cxnLst/>
            <a:rect l="l" t="t" r="r" b="b"/>
            <a:pathLst>
              <a:path w="1828800" h="57150">
                <a:moveTo>
                  <a:pt x="0" y="0"/>
                </a:moveTo>
                <a:lnTo>
                  <a:pt x="1828800" y="0"/>
                </a:lnTo>
                <a:lnTo>
                  <a:pt x="1828800" y="57150"/>
                </a:lnTo>
                <a:lnTo>
                  <a:pt x="0" y="57150"/>
                </a:lnTo>
                <a:lnTo>
                  <a:pt x="0" y="0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8" name="Text 5"/>
          <p:cNvSpPr/>
          <p:nvPr/>
        </p:nvSpPr>
        <p:spPr>
          <a:xfrm>
            <a:off x="1757363" y="3050381"/>
            <a:ext cx="8677275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2250" dirty="0">
                <a:solidFill>
                  <a:srgbClr val="8D99AE"/>
                </a:solidFill>
                <a:latin typeface="得意黑" pitchFamily="34" charset="0"/>
                <a:ea typeface="得意黑" pitchFamily="34" charset="-122"/>
                <a:cs typeface="得意黑" pitchFamily="34" charset="-120"/>
              </a:rPr>
              <a:t>Технологический лидер будущего • Олимпиадник • Инженер • Ученик 9 класса МАОУ СОШ 65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52142" y="4440079"/>
            <a:ext cx="3503295" cy="845820"/>
          </a:xfrm>
          <a:custGeom>
            <a:avLst/>
            <a:gdLst/>
            <a:ahLst/>
            <a:cxnLst/>
            <a:rect l="l" t="t" r="r" b="b"/>
            <a:pathLst>
              <a:path w="3503295" h="845820">
                <a:moveTo>
                  <a:pt x="152400" y="0"/>
                </a:moveTo>
                <a:lnTo>
                  <a:pt x="3350895" y="0"/>
                </a:lnTo>
                <a:cubicBezTo>
                  <a:pt x="3435063" y="0"/>
                  <a:pt x="3503295" y="68232"/>
                  <a:pt x="3503295" y="152400"/>
                </a:cubicBezTo>
                <a:lnTo>
                  <a:pt x="3503295" y="693420"/>
                </a:lnTo>
                <a:cubicBezTo>
                  <a:pt x="3503295" y="777588"/>
                  <a:pt x="3435063" y="845820"/>
                  <a:pt x="3350895" y="845820"/>
                </a:cubicBezTo>
                <a:lnTo>
                  <a:pt x="152400" y="845820"/>
                </a:lnTo>
                <a:cubicBezTo>
                  <a:pt x="68232" y="845820"/>
                  <a:pt x="0" y="777588"/>
                  <a:pt x="0" y="6934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189327" y="47486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1431" y="28575"/>
                </a:moveTo>
                <a:cubicBezTo>
                  <a:pt x="9599" y="28575"/>
                  <a:pt x="0" y="38174"/>
                  <a:pt x="0" y="50006"/>
                </a:cubicBezTo>
                <a:cubicBezTo>
                  <a:pt x="0" y="56748"/>
                  <a:pt x="3170" y="63088"/>
                  <a:pt x="8573" y="67151"/>
                </a:cubicBezTo>
                <a:lnTo>
                  <a:pt x="101441" y="136803"/>
                </a:lnTo>
                <a:cubicBezTo>
                  <a:pt x="109076" y="142518"/>
                  <a:pt x="119524" y="142518"/>
                  <a:pt x="127159" y="136803"/>
                </a:cubicBezTo>
                <a:lnTo>
                  <a:pt x="220028" y="67151"/>
                </a:lnTo>
                <a:cubicBezTo>
                  <a:pt x="225430" y="63088"/>
                  <a:pt x="228600" y="56748"/>
                  <a:pt x="228600" y="50006"/>
                </a:cubicBezTo>
                <a:cubicBezTo>
                  <a:pt x="228600" y="38174"/>
                  <a:pt x="219001" y="28575"/>
                  <a:pt x="207169" y="28575"/>
                </a:cubicBezTo>
                <a:lnTo>
                  <a:pt x="21431" y="28575"/>
                </a:lnTo>
                <a:close/>
                <a:moveTo>
                  <a:pt x="0" y="87511"/>
                </a:moveTo>
                <a:lnTo>
                  <a:pt x="0" y="171450"/>
                </a:lnTo>
                <a:cubicBezTo>
                  <a:pt x="0" y="187211"/>
                  <a:pt x="12814" y="200025"/>
                  <a:pt x="28575" y="200025"/>
                </a:cubicBezTo>
                <a:lnTo>
                  <a:pt x="200025" y="200025"/>
                </a:lnTo>
                <a:cubicBezTo>
                  <a:pt x="215786" y="200025"/>
                  <a:pt x="228600" y="187211"/>
                  <a:pt x="228600" y="171450"/>
                </a:cubicBezTo>
                <a:lnTo>
                  <a:pt x="228600" y="87511"/>
                </a:lnTo>
                <a:lnTo>
                  <a:pt x="140018" y="153948"/>
                </a:lnTo>
                <a:cubicBezTo>
                  <a:pt x="124792" y="165378"/>
                  <a:pt x="103808" y="165378"/>
                  <a:pt x="88583" y="153948"/>
                </a:cubicBezTo>
                <a:lnTo>
                  <a:pt x="0" y="87511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1" name="Text 8"/>
          <p:cNvSpPr/>
          <p:nvPr/>
        </p:nvSpPr>
        <p:spPr>
          <a:xfrm>
            <a:off x="3598902" y="4596287"/>
            <a:ext cx="25241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Email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3598902" y="4862987"/>
            <a:ext cx="25336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dmitry.burdyugov@school65.ru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667619" y="4440079"/>
            <a:ext cx="2674620" cy="845820"/>
          </a:xfrm>
          <a:custGeom>
            <a:avLst/>
            <a:gdLst/>
            <a:ahLst/>
            <a:cxnLst/>
            <a:rect l="l" t="t" r="r" b="b"/>
            <a:pathLst>
              <a:path w="2674620" h="845820">
                <a:moveTo>
                  <a:pt x="152400" y="0"/>
                </a:moveTo>
                <a:lnTo>
                  <a:pt x="2522220" y="0"/>
                </a:lnTo>
                <a:cubicBezTo>
                  <a:pt x="2606388" y="0"/>
                  <a:pt x="2674620" y="68232"/>
                  <a:pt x="2674620" y="152400"/>
                </a:cubicBezTo>
                <a:lnTo>
                  <a:pt x="2674620" y="693420"/>
                </a:lnTo>
                <a:cubicBezTo>
                  <a:pt x="2674620" y="777588"/>
                  <a:pt x="2606388" y="845820"/>
                  <a:pt x="2522220" y="845820"/>
                </a:cubicBezTo>
                <a:lnTo>
                  <a:pt x="152400" y="845820"/>
                </a:lnTo>
                <a:cubicBezTo>
                  <a:pt x="68232" y="845820"/>
                  <a:pt x="0" y="777588"/>
                  <a:pt x="0" y="693420"/>
                </a:cubicBezTo>
                <a:lnTo>
                  <a:pt x="0" y="152400"/>
                </a:lnTo>
                <a:cubicBezTo>
                  <a:pt x="0" y="68288"/>
                  <a:pt x="68288" y="0"/>
                  <a:pt x="152400" y="0"/>
                </a:cubicBezTo>
                <a:close/>
              </a:path>
            </a:pathLst>
          </a:custGeom>
          <a:solidFill>
            <a:srgbClr val="2B2D42">
              <a:alpha val="60000"/>
            </a:srgbClr>
          </a:solidFill>
          <a:ln w="10160">
            <a:solidFill>
              <a:srgbClr val="3A86FF">
                <a:alpha val="30196"/>
              </a:srgbClr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004804" y="4748687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71527" y="11162"/>
                </a:moveTo>
                <a:cubicBezTo>
                  <a:pt x="68000" y="2724"/>
                  <a:pt x="58802" y="-1741"/>
                  <a:pt x="50051" y="625"/>
                </a:cubicBezTo>
                <a:lnTo>
                  <a:pt x="47595" y="1295"/>
                </a:lnTo>
                <a:cubicBezTo>
                  <a:pt x="18752" y="9153"/>
                  <a:pt x="-5894" y="37103"/>
                  <a:pt x="1295" y="71125"/>
                </a:cubicBezTo>
                <a:cubicBezTo>
                  <a:pt x="17859" y="149260"/>
                  <a:pt x="79340" y="210741"/>
                  <a:pt x="157475" y="227305"/>
                </a:cubicBezTo>
                <a:cubicBezTo>
                  <a:pt x="191542" y="234538"/>
                  <a:pt x="219447" y="209848"/>
                  <a:pt x="227305" y="181005"/>
                </a:cubicBezTo>
                <a:lnTo>
                  <a:pt x="227975" y="178549"/>
                </a:lnTo>
                <a:cubicBezTo>
                  <a:pt x="230386" y="169753"/>
                  <a:pt x="225876" y="160556"/>
                  <a:pt x="217483" y="157073"/>
                </a:cubicBezTo>
                <a:lnTo>
                  <a:pt x="174040" y="138991"/>
                </a:lnTo>
                <a:cubicBezTo>
                  <a:pt x="166673" y="135910"/>
                  <a:pt x="158145" y="138053"/>
                  <a:pt x="153055" y="144259"/>
                </a:cubicBezTo>
                <a:lnTo>
                  <a:pt x="135821" y="165333"/>
                </a:lnTo>
                <a:cubicBezTo>
                  <a:pt x="104433" y="149751"/>
                  <a:pt x="79162" y="123676"/>
                  <a:pt x="64651" y="91663"/>
                </a:cubicBezTo>
                <a:lnTo>
                  <a:pt x="84386" y="75590"/>
                </a:lnTo>
                <a:cubicBezTo>
                  <a:pt x="90592" y="70545"/>
                  <a:pt x="92690" y="62017"/>
                  <a:pt x="89654" y="54605"/>
                </a:cubicBezTo>
                <a:lnTo>
                  <a:pt x="71527" y="11162"/>
                </a:ln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5" name="Text 12"/>
          <p:cNvSpPr/>
          <p:nvPr/>
        </p:nvSpPr>
        <p:spPr>
          <a:xfrm>
            <a:off x="7414379" y="4596287"/>
            <a:ext cx="16954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8D99AE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Телефон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7414379" y="4862987"/>
            <a:ext cx="17049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+7 (XXX) XXX-XX-XX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506278" y="58229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  <p:sp>
        <p:nvSpPr>
          <p:cNvPr id="18" name="Text 15"/>
          <p:cNvSpPr/>
          <p:nvPr/>
        </p:nvSpPr>
        <p:spPr>
          <a:xfrm>
            <a:off x="4830128" y="5746914"/>
            <a:ext cx="253365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0000"/>
              </a:lnSpc>
            </a:pPr>
            <a:r>
              <a:rPr lang="en-US" sz="1800" b="1" dirty="0">
                <a:solidFill>
                  <a:srgbClr val="E8E8E8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Спасибо за внимание!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533323" y="5822993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76200" y="0"/>
                </a:moveTo>
                <a:lnTo>
                  <a:pt x="76200" y="0"/>
                </a:lnTo>
                <a:cubicBezTo>
                  <a:pt x="118256" y="0"/>
                  <a:pt x="152400" y="34144"/>
                  <a:pt x="152400" y="76200"/>
                </a:cubicBezTo>
                <a:lnTo>
                  <a:pt x="152400" y="76200"/>
                </a:lnTo>
                <a:cubicBezTo>
                  <a:pt x="152400" y="118256"/>
                  <a:pt x="118256" y="152400"/>
                  <a:pt x="76200" y="152400"/>
                </a:cubicBezTo>
                <a:lnTo>
                  <a:pt x="76200" y="152400"/>
                </a:lnTo>
                <a:cubicBezTo>
                  <a:pt x="34144" y="152400"/>
                  <a:pt x="0" y="118256"/>
                  <a:pt x="0" y="762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3A86FF"/>
          </a:solidFill>
          <a:ln/>
        </p:spPr>
      </p:sp>
    </p:spTree>
  </p:cSld>
  <p:clrMapOvr>
    <a:masterClrMapping/>
  </p:clrMapOvr>
  <p:transition>
    <p:fade/>
    <p:spd val="med"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Бурдюгов Дмитрий - Технологические лидеры</dc:title>
  <dc:subject>Бурдюгов Дмитрий - Технологические лидеры</dc:subject>
  <dc:creator>Kimi</dc:creator>
  <cp:lastModifiedBy>Kimi</cp:lastModifiedBy>
  <cp:revision>1</cp:revision>
  <dcterms:created xsi:type="dcterms:W3CDTF">2026-03-18T07:36:34Z</dcterms:created>
  <dcterms:modified xsi:type="dcterms:W3CDTF">2026-03-18T07:36:34Z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4" name="AIGC">
    <vt:lpwstr>{"Label":"Бурдюгов Дмитрий - Технологические лидеры","ContentProducer":"001191110108MACG2KBH8F10000","ProduceID":"19cffde7-31b2-8772-8000-0000f80b909d","ReservedCode1":"","ContentPropagator":"001191110108MACG2KBH8F20000","PropagateID":"19cffde7-31b2-8772-8000-0000f80b909d","ReservedCode2":""}</vt:lpwstr>
  </property>
</Properties>
</file>