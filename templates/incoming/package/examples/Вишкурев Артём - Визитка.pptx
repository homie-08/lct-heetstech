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MiSans" charset="-122" pitchFamily="34"/>
      <p:regular r:id="rId17"/>
    </p:embeddedFont>
    <p:embeddedFont>
      <p:font typeface="Alimama ShuHeiTi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marackcommunity.ca/f1666b96d93ddea50162f319db64d0aaaca5ecc5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5" r="2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7C59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539240"/>
            <a:ext cx="3855720" cy="388620"/>
          </a:xfrm>
          <a:custGeom>
            <a:avLst/>
            <a:gdLst/>
            <a:ahLst/>
            <a:cxnLst/>
            <a:rect l="l" t="t" r="r" b="b"/>
            <a:pathLst>
              <a:path w="3855720" h="388620">
                <a:moveTo>
                  <a:pt x="76201" y="0"/>
                </a:moveTo>
                <a:lnTo>
                  <a:pt x="3779519" y="0"/>
                </a:lnTo>
                <a:cubicBezTo>
                  <a:pt x="3821604" y="0"/>
                  <a:pt x="3855720" y="34116"/>
                  <a:pt x="3855720" y="76201"/>
                </a:cubicBezTo>
                <a:lnTo>
                  <a:pt x="3855720" y="312419"/>
                </a:lnTo>
                <a:cubicBezTo>
                  <a:pt x="3855720" y="354504"/>
                  <a:pt x="3821604" y="388620"/>
                  <a:pt x="37795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626870"/>
            <a:ext cx="35436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Форум «Технологические лидеры»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6470"/>
            <a:ext cx="807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Вишкурев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Артём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9387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D4A574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636770"/>
            <a:ext cx="773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Ученик 9 класса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055751"/>
            <a:ext cx="771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A7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16509" y="2609850"/>
            <a:ext cx="695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9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26059" y="325755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986010" y="371856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34600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4" name="Shape 11"/>
          <p:cNvSpPr/>
          <p:nvPr/>
        </p:nvSpPr>
        <p:spPr>
          <a:xfrm>
            <a:off x="10633710" y="371856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10160">
            <a:solidFill>
              <a:srgbClr val="D4A57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96588" y="38671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81410" y="371856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 w="10160">
            <a:solidFill>
              <a:srgbClr val="8B9A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30000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9A7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988820" cy="350520"/>
          </a:xfrm>
          <a:custGeom>
            <a:avLst/>
            <a:gdLst/>
            <a:ahLst/>
            <a:cxnLst/>
            <a:rect l="l" t="t" r="r" b="b"/>
            <a:pathLst>
              <a:path w="1988820" h="350520">
                <a:moveTo>
                  <a:pt x="76200" y="0"/>
                </a:moveTo>
                <a:lnTo>
                  <a:pt x="1912620" y="0"/>
                </a:lnTo>
                <a:cubicBezTo>
                  <a:pt x="1954704" y="0"/>
                  <a:pt x="1988820" y="34116"/>
                  <a:pt x="1988820" y="76200"/>
                </a:cubicBezTo>
                <a:lnTo>
                  <a:pt x="1988820" y="274320"/>
                </a:lnTo>
                <a:cubicBezTo>
                  <a:pt x="1988820" y="316404"/>
                  <a:pt x="1954704" y="350520"/>
                  <a:pt x="1912620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6250"/>
            <a:ext cx="173926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Личная информация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15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Обо мне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288977"/>
            <a:ext cx="567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Кто 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746058"/>
            <a:ext cx="56483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Меня зовут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Вишкурев Артём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я ученик 9 класса МАОУ СОШ 65. Увлекаюсь технологиями, инженерией и естественными науками с раннего возраста. Моя цель — стать инженером-исследователем и внести вклад в развитие высоких технологий.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4165283"/>
            <a:ext cx="567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Мои интересы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4622363"/>
            <a:ext cx="2686050" cy="533400"/>
          </a:xfrm>
          <a:custGeom>
            <a:avLst/>
            <a:gdLst/>
            <a:ahLst/>
            <a:cxnLst/>
            <a:rect l="l" t="t" r="r" b="b"/>
            <a:pathLst>
              <a:path w="2686050" h="533400">
                <a:moveTo>
                  <a:pt x="38100" y="0"/>
                </a:moveTo>
                <a:lnTo>
                  <a:pt x="2609848" y="0"/>
                </a:lnTo>
                <a:cubicBezTo>
                  <a:pt x="2651933" y="0"/>
                  <a:pt x="2686050" y="34117"/>
                  <a:pt x="2686050" y="76202"/>
                </a:cubicBezTo>
                <a:lnTo>
                  <a:pt x="2686050" y="457198"/>
                </a:lnTo>
                <a:cubicBezTo>
                  <a:pt x="2686050" y="499283"/>
                  <a:pt x="2651933" y="533400"/>
                  <a:pt x="26098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4622363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0" name="Shape 8"/>
          <p:cNvSpPr/>
          <p:nvPr/>
        </p:nvSpPr>
        <p:spPr>
          <a:xfrm>
            <a:off x="583406" y="47938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3477" y="74414"/>
                </a:moveTo>
                <a:cubicBezTo>
                  <a:pt x="204974" y="74414"/>
                  <a:pt x="214313" y="83753"/>
                  <a:pt x="214313" y="95250"/>
                </a:cubicBezTo>
                <a:cubicBezTo>
                  <a:pt x="214313" y="106747"/>
                  <a:pt x="204974" y="116086"/>
                  <a:pt x="193477" y="116086"/>
                </a:cubicBezTo>
                <a:lnTo>
                  <a:pt x="146112" y="116086"/>
                </a:lnTo>
                <a:lnTo>
                  <a:pt x="86878" y="180677"/>
                </a:lnTo>
                <a:cubicBezTo>
                  <a:pt x="84609" y="183133"/>
                  <a:pt x="81446" y="184547"/>
                  <a:pt x="78098" y="184547"/>
                </a:cubicBezTo>
                <a:lnTo>
                  <a:pt x="61838" y="184547"/>
                </a:lnTo>
                <a:cubicBezTo>
                  <a:pt x="57783" y="184547"/>
                  <a:pt x="54918" y="180566"/>
                  <a:pt x="56183" y="176696"/>
                </a:cubicBezTo>
                <a:lnTo>
                  <a:pt x="76386" y="116086"/>
                </a:lnTo>
                <a:lnTo>
                  <a:pt x="39291" y="116086"/>
                </a:lnTo>
                <a:lnTo>
                  <a:pt x="19645" y="140643"/>
                </a:lnTo>
                <a:cubicBezTo>
                  <a:pt x="18529" y="142056"/>
                  <a:pt x="16818" y="142875"/>
                  <a:pt x="14994" y="142875"/>
                </a:cubicBezTo>
                <a:lnTo>
                  <a:pt x="7627" y="142875"/>
                </a:lnTo>
                <a:cubicBezTo>
                  <a:pt x="3758" y="142875"/>
                  <a:pt x="930" y="139229"/>
                  <a:pt x="1860" y="135471"/>
                </a:cubicBezTo>
                <a:lnTo>
                  <a:pt x="11906" y="95250"/>
                </a:lnTo>
                <a:lnTo>
                  <a:pt x="1860" y="55029"/>
                </a:lnTo>
                <a:cubicBezTo>
                  <a:pt x="893" y="51271"/>
                  <a:pt x="3758" y="47625"/>
                  <a:pt x="7627" y="47625"/>
                </a:cubicBezTo>
                <a:lnTo>
                  <a:pt x="14994" y="47625"/>
                </a:lnTo>
                <a:cubicBezTo>
                  <a:pt x="16818" y="47625"/>
                  <a:pt x="18529" y="48444"/>
                  <a:pt x="19645" y="49857"/>
                </a:cubicBezTo>
                <a:lnTo>
                  <a:pt x="39291" y="74414"/>
                </a:lnTo>
                <a:lnTo>
                  <a:pt x="76386" y="74414"/>
                </a:lnTo>
                <a:lnTo>
                  <a:pt x="56183" y="13804"/>
                </a:lnTo>
                <a:cubicBezTo>
                  <a:pt x="54918" y="9934"/>
                  <a:pt x="57783" y="5953"/>
                  <a:pt x="61838" y="5953"/>
                </a:cubicBezTo>
                <a:lnTo>
                  <a:pt x="78098" y="5953"/>
                </a:lnTo>
                <a:cubicBezTo>
                  <a:pt x="81446" y="5953"/>
                  <a:pt x="84609" y="7367"/>
                  <a:pt x="86878" y="9823"/>
                </a:cubicBezTo>
                <a:lnTo>
                  <a:pt x="146112" y="74414"/>
                </a:lnTo>
                <a:lnTo>
                  <a:pt x="193477" y="74414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4774763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Беспилотники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57550" y="4622363"/>
            <a:ext cx="2686050" cy="533400"/>
          </a:xfrm>
          <a:custGeom>
            <a:avLst/>
            <a:gdLst/>
            <a:ahLst/>
            <a:cxnLst/>
            <a:rect l="l" t="t" r="r" b="b"/>
            <a:pathLst>
              <a:path w="2686050" h="533400">
                <a:moveTo>
                  <a:pt x="38100" y="0"/>
                </a:moveTo>
                <a:lnTo>
                  <a:pt x="2609848" y="0"/>
                </a:lnTo>
                <a:cubicBezTo>
                  <a:pt x="2651933" y="0"/>
                  <a:pt x="2686050" y="34117"/>
                  <a:pt x="2686050" y="76202"/>
                </a:cubicBezTo>
                <a:lnTo>
                  <a:pt x="2686050" y="457198"/>
                </a:lnTo>
                <a:cubicBezTo>
                  <a:pt x="2686050" y="499283"/>
                  <a:pt x="2651933" y="533400"/>
                  <a:pt x="26098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57550" y="4622363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6625" y="47938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3781425" y="4774763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5308163"/>
            <a:ext cx="2686050" cy="533400"/>
          </a:xfrm>
          <a:custGeom>
            <a:avLst/>
            <a:gdLst/>
            <a:ahLst/>
            <a:cxnLst/>
            <a:rect l="l" t="t" r="r" b="b"/>
            <a:pathLst>
              <a:path w="2686050" h="533400">
                <a:moveTo>
                  <a:pt x="38100" y="0"/>
                </a:moveTo>
                <a:lnTo>
                  <a:pt x="2609848" y="0"/>
                </a:lnTo>
                <a:cubicBezTo>
                  <a:pt x="2651933" y="0"/>
                  <a:pt x="2686050" y="34117"/>
                  <a:pt x="2686050" y="76202"/>
                </a:cubicBezTo>
                <a:lnTo>
                  <a:pt x="2686050" y="457198"/>
                </a:lnTo>
                <a:cubicBezTo>
                  <a:pt x="2686050" y="499283"/>
                  <a:pt x="2651933" y="533400"/>
                  <a:pt x="26098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5308163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219" y="54796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5460563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57550" y="5308163"/>
            <a:ext cx="2686050" cy="533400"/>
          </a:xfrm>
          <a:custGeom>
            <a:avLst/>
            <a:gdLst/>
            <a:ahLst/>
            <a:cxnLst/>
            <a:rect l="l" t="t" r="r" b="b"/>
            <a:pathLst>
              <a:path w="2686050" h="533400">
                <a:moveTo>
                  <a:pt x="38100" y="0"/>
                </a:moveTo>
                <a:lnTo>
                  <a:pt x="2609848" y="0"/>
                </a:lnTo>
                <a:cubicBezTo>
                  <a:pt x="2651933" y="0"/>
                  <a:pt x="2686050" y="34117"/>
                  <a:pt x="2686050" y="76202"/>
                </a:cubicBezTo>
                <a:lnTo>
                  <a:pt x="2686050" y="457198"/>
                </a:lnTo>
                <a:cubicBezTo>
                  <a:pt x="2686050" y="499283"/>
                  <a:pt x="2651933" y="533400"/>
                  <a:pt x="26098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21" name="Shape 19"/>
          <p:cNvSpPr/>
          <p:nvPr/>
        </p:nvSpPr>
        <p:spPr>
          <a:xfrm>
            <a:off x="3257550" y="5308163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54796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3781425" y="546056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Робототехника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2210" y="1851184"/>
            <a:ext cx="5551170" cy="3169920"/>
          </a:xfrm>
          <a:custGeom>
            <a:avLst/>
            <a:gdLst/>
            <a:ahLst/>
            <a:cxnLst/>
            <a:rect l="l" t="t" r="r" b="b"/>
            <a:pathLst>
              <a:path w="5551170" h="3169920">
                <a:moveTo>
                  <a:pt x="114307" y="0"/>
                </a:moveTo>
                <a:lnTo>
                  <a:pt x="5436863" y="0"/>
                </a:lnTo>
                <a:cubicBezTo>
                  <a:pt x="5499993" y="0"/>
                  <a:pt x="5551170" y="51177"/>
                  <a:pt x="5551170" y="114307"/>
                </a:cubicBezTo>
                <a:lnTo>
                  <a:pt x="5551170" y="3055613"/>
                </a:lnTo>
                <a:cubicBezTo>
                  <a:pt x="5551170" y="3118743"/>
                  <a:pt x="5499993" y="3169920"/>
                  <a:pt x="5436863" y="3169920"/>
                </a:cubicBezTo>
                <a:lnTo>
                  <a:pt x="114307" y="3169920"/>
                </a:lnTo>
                <a:cubicBezTo>
                  <a:pt x="51177" y="3169920"/>
                  <a:pt x="0" y="3118743"/>
                  <a:pt x="0" y="3055613"/>
                </a:cubicBezTo>
                <a:lnTo>
                  <a:pt x="0" y="114307"/>
                </a:lnTo>
                <a:cubicBezTo>
                  <a:pt x="0" y="51177"/>
                  <a:pt x="51177" y="0"/>
                  <a:pt x="114307" y="0"/>
                </a:cubicBezTo>
                <a:close/>
              </a:path>
            </a:pathLst>
          </a:custGeom>
          <a:solidFill>
            <a:srgbClr val="2C3036"/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4620" y="2083594"/>
            <a:ext cx="520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Ключевые качества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4620" y="261687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Целеустремлённость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68075" y="261687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4620" y="2921675"/>
            <a:ext cx="5086350" cy="95250"/>
          </a:xfrm>
          <a:custGeom>
            <a:avLst/>
            <a:gdLst/>
            <a:ahLst/>
            <a:cxnLst/>
            <a:rect l="l" t="t" r="r" b="b"/>
            <a:pathLst>
              <a:path w="5086350" h="95250">
                <a:moveTo>
                  <a:pt x="47625" y="0"/>
                </a:moveTo>
                <a:lnTo>
                  <a:pt x="5038725" y="0"/>
                </a:lnTo>
                <a:cubicBezTo>
                  <a:pt x="5065010" y="0"/>
                  <a:pt x="5086350" y="21340"/>
                  <a:pt x="5086350" y="47625"/>
                </a:cubicBezTo>
                <a:lnTo>
                  <a:pt x="5086350" y="47625"/>
                </a:lnTo>
                <a:cubicBezTo>
                  <a:pt x="5086350" y="73910"/>
                  <a:pt x="5065010" y="95250"/>
                  <a:pt x="50387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84620" y="2921675"/>
            <a:ext cx="4838700" cy="95250"/>
          </a:xfrm>
          <a:custGeom>
            <a:avLst/>
            <a:gdLst/>
            <a:ahLst/>
            <a:cxnLst/>
            <a:rect l="l" t="t" r="r" b="b"/>
            <a:pathLst>
              <a:path w="4838700" h="95250">
                <a:moveTo>
                  <a:pt x="47625" y="0"/>
                </a:moveTo>
                <a:lnTo>
                  <a:pt x="4791075" y="0"/>
                </a:lnTo>
                <a:cubicBezTo>
                  <a:pt x="4817360" y="0"/>
                  <a:pt x="4838700" y="21340"/>
                  <a:pt x="4838700" y="47625"/>
                </a:cubicBezTo>
                <a:lnTo>
                  <a:pt x="4838700" y="47625"/>
                </a:lnTo>
                <a:cubicBezTo>
                  <a:pt x="4838700" y="73910"/>
                  <a:pt x="4817360" y="95250"/>
                  <a:pt x="47910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8B9A7C"/>
              </a:gs>
            </a:gsLst>
            <a:lin ang="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6484620" y="32074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Аналитическое мышление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63551" y="320742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84620" y="3512225"/>
            <a:ext cx="5086350" cy="95250"/>
          </a:xfrm>
          <a:custGeom>
            <a:avLst/>
            <a:gdLst/>
            <a:ahLst/>
            <a:cxnLst/>
            <a:rect l="l" t="t" r="r" b="b"/>
            <a:pathLst>
              <a:path w="5086350" h="95250">
                <a:moveTo>
                  <a:pt x="47625" y="0"/>
                </a:moveTo>
                <a:lnTo>
                  <a:pt x="5038725" y="0"/>
                </a:lnTo>
                <a:cubicBezTo>
                  <a:pt x="5065010" y="0"/>
                  <a:pt x="5086350" y="21340"/>
                  <a:pt x="5086350" y="47625"/>
                </a:cubicBezTo>
                <a:lnTo>
                  <a:pt x="5086350" y="47625"/>
                </a:lnTo>
                <a:cubicBezTo>
                  <a:pt x="5086350" y="73910"/>
                  <a:pt x="5065010" y="95250"/>
                  <a:pt x="50387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6484620" y="3512225"/>
            <a:ext cx="4581525" cy="95250"/>
          </a:xfrm>
          <a:custGeom>
            <a:avLst/>
            <a:gdLst/>
            <a:ahLst/>
            <a:cxnLst/>
            <a:rect l="l" t="t" r="r" b="b"/>
            <a:pathLst>
              <a:path w="4581525" h="95250">
                <a:moveTo>
                  <a:pt x="47625" y="0"/>
                </a:moveTo>
                <a:lnTo>
                  <a:pt x="4533900" y="0"/>
                </a:lnTo>
                <a:cubicBezTo>
                  <a:pt x="4560185" y="0"/>
                  <a:pt x="4581525" y="21340"/>
                  <a:pt x="4581525" y="47625"/>
                </a:cubicBezTo>
                <a:lnTo>
                  <a:pt x="4581525" y="47625"/>
                </a:lnTo>
                <a:cubicBezTo>
                  <a:pt x="4581525" y="73910"/>
                  <a:pt x="4560185" y="95250"/>
                  <a:pt x="45339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8B9A7C"/>
              </a:gs>
            </a:gsLst>
            <a:lin ang="0" scaled="1"/>
          </a:gradFill>
          <a:ln/>
        </p:spPr>
      </p:sp>
      <p:sp>
        <p:nvSpPr>
          <p:cNvPr id="34" name="Text 32"/>
          <p:cNvSpPr/>
          <p:nvPr/>
        </p:nvSpPr>
        <p:spPr>
          <a:xfrm>
            <a:off x="6484620" y="379797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Технические навыки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59860" y="379797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84620" y="4102775"/>
            <a:ext cx="5086350" cy="95250"/>
          </a:xfrm>
          <a:custGeom>
            <a:avLst/>
            <a:gdLst/>
            <a:ahLst/>
            <a:cxnLst/>
            <a:rect l="l" t="t" r="r" b="b"/>
            <a:pathLst>
              <a:path w="5086350" h="95250">
                <a:moveTo>
                  <a:pt x="47625" y="0"/>
                </a:moveTo>
                <a:lnTo>
                  <a:pt x="5038725" y="0"/>
                </a:lnTo>
                <a:cubicBezTo>
                  <a:pt x="5065010" y="0"/>
                  <a:pt x="5086350" y="21340"/>
                  <a:pt x="5086350" y="47625"/>
                </a:cubicBezTo>
                <a:lnTo>
                  <a:pt x="5086350" y="47625"/>
                </a:lnTo>
                <a:cubicBezTo>
                  <a:pt x="5086350" y="73910"/>
                  <a:pt x="5065010" y="95250"/>
                  <a:pt x="50387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6484620" y="4102775"/>
            <a:ext cx="4476750" cy="95250"/>
          </a:xfrm>
          <a:custGeom>
            <a:avLst/>
            <a:gdLst/>
            <a:ahLst/>
            <a:cxnLst/>
            <a:rect l="l" t="t" r="r" b="b"/>
            <a:pathLst>
              <a:path w="4476750" h="95250">
                <a:moveTo>
                  <a:pt x="47625" y="0"/>
                </a:moveTo>
                <a:lnTo>
                  <a:pt x="4429125" y="0"/>
                </a:lnTo>
                <a:cubicBezTo>
                  <a:pt x="4455410" y="0"/>
                  <a:pt x="4476750" y="21340"/>
                  <a:pt x="4476750" y="47625"/>
                </a:cubicBezTo>
                <a:lnTo>
                  <a:pt x="4476750" y="47625"/>
                </a:lnTo>
                <a:cubicBezTo>
                  <a:pt x="4476750" y="73910"/>
                  <a:pt x="4455410" y="95250"/>
                  <a:pt x="44291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8B9A7C"/>
              </a:gs>
            </a:gsLst>
            <a:lin ang="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6484620" y="43885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63789" y="438852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84620" y="4693325"/>
            <a:ext cx="5086350" cy="95250"/>
          </a:xfrm>
          <a:custGeom>
            <a:avLst/>
            <a:gdLst/>
            <a:ahLst/>
            <a:cxnLst/>
            <a:rect l="l" t="t" r="r" b="b"/>
            <a:pathLst>
              <a:path w="5086350" h="95250">
                <a:moveTo>
                  <a:pt x="47625" y="0"/>
                </a:moveTo>
                <a:lnTo>
                  <a:pt x="5038725" y="0"/>
                </a:lnTo>
                <a:cubicBezTo>
                  <a:pt x="5065010" y="0"/>
                  <a:pt x="5086350" y="21340"/>
                  <a:pt x="5086350" y="47625"/>
                </a:cubicBezTo>
                <a:lnTo>
                  <a:pt x="5086350" y="47625"/>
                </a:lnTo>
                <a:cubicBezTo>
                  <a:pt x="5086350" y="73910"/>
                  <a:pt x="5065010" y="95250"/>
                  <a:pt x="50387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6484620" y="4693325"/>
            <a:ext cx="4324350" cy="95250"/>
          </a:xfrm>
          <a:custGeom>
            <a:avLst/>
            <a:gdLst/>
            <a:ahLst/>
            <a:cxnLst/>
            <a:rect l="l" t="t" r="r" b="b"/>
            <a:pathLst>
              <a:path w="4324350" h="95250">
                <a:moveTo>
                  <a:pt x="47625" y="0"/>
                </a:moveTo>
                <a:lnTo>
                  <a:pt x="4276725" y="0"/>
                </a:lnTo>
                <a:cubicBezTo>
                  <a:pt x="4303010" y="0"/>
                  <a:pt x="4324350" y="21340"/>
                  <a:pt x="4324350" y="47625"/>
                </a:cubicBezTo>
                <a:lnTo>
                  <a:pt x="4324350" y="47625"/>
                </a:lnTo>
                <a:cubicBezTo>
                  <a:pt x="4324350" y="73910"/>
                  <a:pt x="4303010" y="95250"/>
                  <a:pt x="42767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8B9A7C"/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252210" y="5257204"/>
            <a:ext cx="5551170" cy="1026795"/>
          </a:xfrm>
          <a:custGeom>
            <a:avLst/>
            <a:gdLst/>
            <a:ahLst/>
            <a:cxnLst/>
            <a:rect l="l" t="t" r="r" b="b"/>
            <a:pathLst>
              <a:path w="5551170" h="1026795">
                <a:moveTo>
                  <a:pt x="114303" y="0"/>
                </a:moveTo>
                <a:lnTo>
                  <a:pt x="5436867" y="0"/>
                </a:lnTo>
                <a:cubicBezTo>
                  <a:pt x="5499995" y="0"/>
                  <a:pt x="5551170" y="51175"/>
                  <a:pt x="5551170" y="114303"/>
                </a:cubicBezTo>
                <a:lnTo>
                  <a:pt x="5551170" y="912492"/>
                </a:lnTo>
                <a:cubicBezTo>
                  <a:pt x="5551170" y="975578"/>
                  <a:pt x="5499953" y="1026795"/>
                  <a:pt x="5436867" y="1026795"/>
                </a:cubicBezTo>
                <a:lnTo>
                  <a:pt x="114303" y="1026795"/>
                </a:lnTo>
                <a:cubicBezTo>
                  <a:pt x="51175" y="1026795"/>
                  <a:pt x="0" y="975620"/>
                  <a:pt x="0" y="91249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D4A574">
                  <a:alpha val="2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73904" y="562534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4" name="Text 42"/>
          <p:cNvSpPr/>
          <p:nvPr/>
        </p:nvSpPr>
        <p:spPr>
          <a:xfrm>
            <a:off x="6867763" y="5489615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«Технологии — это не просто инструменты, это возможность изменить мир к лучшему»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350645" cy="350520"/>
          </a:xfrm>
          <a:custGeom>
            <a:avLst/>
            <a:gdLst/>
            <a:ahLst/>
            <a:cxnLst/>
            <a:rect l="l" t="t" r="r" b="b"/>
            <a:pathLst>
              <a:path w="1350645" h="350520">
                <a:moveTo>
                  <a:pt x="76200" y="0"/>
                </a:moveTo>
                <a:lnTo>
                  <a:pt x="1274445" y="0"/>
                </a:lnTo>
                <a:cubicBezTo>
                  <a:pt x="1316529" y="0"/>
                  <a:pt x="1350645" y="34116"/>
                  <a:pt x="1350645" y="76200"/>
                </a:cubicBezTo>
                <a:lnTo>
                  <a:pt x="1350645" y="274320"/>
                </a:lnTo>
                <a:cubicBezTo>
                  <a:pt x="1350645" y="316404"/>
                  <a:pt x="1316529" y="350520"/>
                  <a:pt x="127444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6250"/>
            <a:ext cx="110156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Достижения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15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Олимпиадное движение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77340"/>
            <a:ext cx="5581650" cy="2190750"/>
          </a:xfrm>
          <a:custGeom>
            <a:avLst/>
            <a:gdLst/>
            <a:ahLst/>
            <a:cxnLst/>
            <a:rect l="l" t="t" r="r" b="b"/>
            <a:pathLst>
              <a:path w="5581650" h="2190750">
                <a:moveTo>
                  <a:pt x="38100" y="0"/>
                </a:moveTo>
                <a:lnTo>
                  <a:pt x="5467359" y="0"/>
                </a:lnTo>
                <a:cubicBezTo>
                  <a:pt x="5530480" y="0"/>
                  <a:pt x="5581650" y="51170"/>
                  <a:pt x="5581650" y="114291"/>
                </a:cubicBezTo>
                <a:lnTo>
                  <a:pt x="5581650" y="2076459"/>
                </a:lnTo>
                <a:cubicBezTo>
                  <a:pt x="5581650" y="2139580"/>
                  <a:pt x="5530480" y="2190750"/>
                  <a:pt x="5467359" y="2190750"/>
                </a:cubicBez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77340"/>
            <a:ext cx="38100" cy="2190750"/>
          </a:xfrm>
          <a:custGeom>
            <a:avLst/>
            <a:gdLst/>
            <a:ahLst/>
            <a:cxnLst/>
            <a:rect l="l" t="t" r="r" b="b"/>
            <a:pathLst>
              <a:path w="38100" h="2190750">
                <a:moveTo>
                  <a:pt x="38100" y="0"/>
                </a:moveTo>
                <a:lnTo>
                  <a:pt x="38100" y="0"/>
                </a:lnTo>
                <a:lnTo>
                  <a:pt x="38100" y="2190750"/>
                </a:lnTo>
                <a:lnTo>
                  <a:pt x="38100" y="2190750"/>
                </a:lnTo>
                <a:cubicBezTo>
                  <a:pt x="17072" y="2190750"/>
                  <a:pt x="0" y="2173678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059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9583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80594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ОРМО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148840"/>
            <a:ext cx="448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Открытая региональная межвузовская олимпиада вузов Томской области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796540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отборочных этапах по физике и математике. ОРМО даёт дополнительные баллы при поступлении в вузы Томской области и является важным этапом подготовки к поступлению в ТГУ.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920490"/>
            <a:ext cx="5581650" cy="2000250"/>
          </a:xfrm>
          <a:custGeom>
            <a:avLst/>
            <a:gdLst/>
            <a:ahLst/>
            <a:cxnLst/>
            <a:rect l="l" t="t" r="r" b="b"/>
            <a:pathLst>
              <a:path w="5581650" h="2000250">
                <a:moveTo>
                  <a:pt x="38100" y="0"/>
                </a:moveTo>
                <a:lnTo>
                  <a:pt x="5467356" y="0"/>
                </a:lnTo>
                <a:cubicBezTo>
                  <a:pt x="5530436" y="0"/>
                  <a:pt x="5581650" y="51214"/>
                  <a:pt x="5581650" y="114294"/>
                </a:cubicBezTo>
                <a:lnTo>
                  <a:pt x="5581650" y="1885956"/>
                </a:lnTo>
                <a:cubicBezTo>
                  <a:pt x="5581650" y="1949036"/>
                  <a:pt x="5530436" y="2000250"/>
                  <a:pt x="5467356" y="2000250"/>
                </a:cubicBezTo>
                <a:lnTo>
                  <a:pt x="38100" y="2000250"/>
                </a:lnTo>
                <a:cubicBezTo>
                  <a:pt x="17058" y="2000250"/>
                  <a:pt x="0" y="1983192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920490"/>
            <a:ext cx="38100" cy="2000250"/>
          </a:xfrm>
          <a:custGeom>
            <a:avLst/>
            <a:gdLst/>
            <a:ahLst/>
            <a:cxnLst/>
            <a:rect l="l" t="t" r="r" b="b"/>
            <a:pathLst>
              <a:path w="38100" h="2000250">
                <a:moveTo>
                  <a:pt x="38100" y="0"/>
                </a:moveTo>
                <a:lnTo>
                  <a:pt x="38100" y="0"/>
                </a:lnTo>
                <a:lnTo>
                  <a:pt x="38100" y="2000250"/>
                </a:lnTo>
                <a:lnTo>
                  <a:pt x="38100" y="2000250"/>
                </a:lnTo>
                <a:cubicBezTo>
                  <a:pt x="17072" y="2000250"/>
                  <a:pt x="0" y="1983178"/>
                  <a:pt x="0" y="1962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414909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43014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4149090"/>
            <a:ext cx="293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БИБН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4491990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«Будущие исследователи – будущее науки»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4949191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Межрегиональная олимпиада по биологии и химии. Участие в отборочном этапе, развитие навыков научного исследования и экспериментальной работы.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9350" y="1577340"/>
            <a:ext cx="5581650" cy="2095500"/>
          </a:xfrm>
          <a:custGeom>
            <a:avLst/>
            <a:gdLst/>
            <a:ahLst/>
            <a:cxnLst/>
            <a:rect l="l" t="t" r="r" b="b"/>
            <a:pathLst>
              <a:path w="5581650" h="2095500">
                <a:moveTo>
                  <a:pt x="38100" y="0"/>
                </a:moveTo>
                <a:lnTo>
                  <a:pt x="5467340" y="0"/>
                </a:lnTo>
                <a:cubicBezTo>
                  <a:pt x="5530472" y="0"/>
                  <a:pt x="5581650" y="51178"/>
                  <a:pt x="5581650" y="114310"/>
                </a:cubicBezTo>
                <a:lnTo>
                  <a:pt x="5581650" y="1981190"/>
                </a:lnTo>
                <a:cubicBezTo>
                  <a:pt x="5581650" y="2044322"/>
                  <a:pt x="5530472" y="2095500"/>
                  <a:pt x="5467340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9350" y="157734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7000" y="18535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57975" y="200596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3" name="Text 21"/>
          <p:cNvSpPr/>
          <p:nvPr/>
        </p:nvSpPr>
        <p:spPr>
          <a:xfrm>
            <a:off x="7162800" y="1853565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САММАТ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62800" y="2196465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Сибирская Ассоциация Математических Олимпиад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7000" y="2653665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математических соревнованиях Сибирского федерального округа. Развитие логического мышления и углублённых знаний в области математики.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3825240"/>
            <a:ext cx="5581650" cy="2095500"/>
          </a:xfrm>
          <a:custGeom>
            <a:avLst/>
            <a:gdLst/>
            <a:ahLst/>
            <a:cxnLst/>
            <a:rect l="l" t="t" r="r" b="b"/>
            <a:pathLst>
              <a:path w="5581650" h="2095500">
                <a:moveTo>
                  <a:pt x="38100" y="0"/>
                </a:moveTo>
                <a:lnTo>
                  <a:pt x="5467340" y="0"/>
                </a:lnTo>
                <a:cubicBezTo>
                  <a:pt x="5530472" y="0"/>
                  <a:pt x="5581650" y="51178"/>
                  <a:pt x="5581650" y="114310"/>
                </a:cubicBezTo>
                <a:lnTo>
                  <a:pt x="5581650" y="1981190"/>
                </a:lnTo>
                <a:cubicBezTo>
                  <a:pt x="5581650" y="2044322"/>
                  <a:pt x="5530472" y="2095500"/>
                  <a:pt x="5467340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29350" y="382524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8" name="Shape 26"/>
          <p:cNvSpPr/>
          <p:nvPr/>
        </p:nvSpPr>
        <p:spPr>
          <a:xfrm>
            <a:off x="6477000" y="41014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29400" y="42538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523" y="0"/>
                </a:moveTo>
                <a:cubicBezTo>
                  <a:pt x="121087" y="0"/>
                  <a:pt x="127114" y="3617"/>
                  <a:pt x="130239" y="9376"/>
                </a:cubicBezTo>
                <a:lnTo>
                  <a:pt x="226680" y="187970"/>
                </a:lnTo>
                <a:cubicBezTo>
                  <a:pt x="229672" y="193506"/>
                  <a:pt x="229538" y="200204"/>
                  <a:pt x="226323" y="205606"/>
                </a:cubicBezTo>
                <a:cubicBezTo>
                  <a:pt x="223108" y="211009"/>
                  <a:pt x="217259" y="214313"/>
                  <a:pt x="211009" y="214313"/>
                </a:cubicBezTo>
                <a:lnTo>
                  <a:pt x="18127" y="214313"/>
                </a:lnTo>
                <a:cubicBezTo>
                  <a:pt x="11832" y="214313"/>
                  <a:pt x="6028" y="211009"/>
                  <a:pt x="2813" y="205606"/>
                </a:cubicBezTo>
                <a:cubicBezTo>
                  <a:pt x="-402" y="200204"/>
                  <a:pt x="-536" y="193506"/>
                  <a:pt x="2456" y="187970"/>
                </a:cubicBezTo>
                <a:lnTo>
                  <a:pt x="98896" y="9376"/>
                </a:lnTo>
                <a:lnTo>
                  <a:pt x="100191" y="7322"/>
                </a:lnTo>
                <a:cubicBezTo>
                  <a:pt x="103450" y="2768"/>
                  <a:pt x="108764" y="0"/>
                  <a:pt x="114523" y="0"/>
                </a:cubicBezTo>
                <a:close/>
                <a:moveTo>
                  <a:pt x="76081" y="111576"/>
                </a:moveTo>
                <a:lnTo>
                  <a:pt x="88047" y="123542"/>
                </a:lnTo>
                <a:cubicBezTo>
                  <a:pt x="90815" y="126310"/>
                  <a:pt x="95369" y="126310"/>
                  <a:pt x="98137" y="123542"/>
                </a:cubicBezTo>
                <a:lnTo>
                  <a:pt x="117470" y="104209"/>
                </a:lnTo>
                <a:cubicBezTo>
                  <a:pt x="120149" y="101531"/>
                  <a:pt x="123765" y="100012"/>
                  <a:pt x="127561" y="100012"/>
                </a:cubicBezTo>
                <a:lnTo>
                  <a:pt x="146670" y="100012"/>
                </a:lnTo>
                <a:lnTo>
                  <a:pt x="114479" y="40407"/>
                </a:lnTo>
                <a:lnTo>
                  <a:pt x="76036" y="111576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0" name="Text 28"/>
          <p:cNvSpPr/>
          <p:nvPr/>
        </p:nvSpPr>
        <p:spPr>
          <a:xfrm>
            <a:off x="7162800" y="4101465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«Будущее Сибири»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62800" y="4444365"/>
            <a:ext cx="3514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Открытая межвузовская олимпиада школьников СФО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4901566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отборочных этапах по физике и химии. Победители и призёры получают льготы при поступлении в вузы Сибирского федерального округа.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6076951"/>
            <a:ext cx="11418570" cy="655320"/>
          </a:xfrm>
          <a:custGeom>
            <a:avLst/>
            <a:gdLst/>
            <a:ahLst/>
            <a:cxnLst/>
            <a:rect l="l" t="t" r="r" b="b"/>
            <a:pathLst>
              <a:path w="11418570" h="6553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541019"/>
                </a:lnTo>
                <a:cubicBezTo>
                  <a:pt x="11418570" y="604146"/>
                  <a:pt x="11367396" y="655320"/>
                  <a:pt x="11304269" y="655320"/>
                </a:cubicBezTo>
                <a:lnTo>
                  <a:pt x="114301" y="655320"/>
                </a:lnTo>
                <a:cubicBezTo>
                  <a:pt x="51174" y="655320"/>
                  <a:pt x="0" y="604146"/>
                  <a:pt x="0" y="5410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D4A574">
                  <a:alpha val="20000"/>
                </a:srgbClr>
              </a:gs>
            </a:gsLst>
            <a:lin ang="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270" y="629031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1017270" y="6271261"/>
            <a:ext cx="662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Цель: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Победа в олимпиадах для получения особых прав при поступлении в ТГУ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2160270" cy="350520"/>
          </a:xfrm>
          <a:custGeom>
            <a:avLst/>
            <a:gdLst/>
            <a:ahLst/>
            <a:cxnLst/>
            <a:rect l="l" t="t" r="r" b="b"/>
            <a:pathLst>
              <a:path w="2160270" h="350520">
                <a:moveTo>
                  <a:pt x="76200" y="0"/>
                </a:moveTo>
                <a:lnTo>
                  <a:pt x="2084070" y="0"/>
                </a:lnTo>
                <a:cubicBezTo>
                  <a:pt x="2126154" y="0"/>
                  <a:pt x="2160270" y="34116"/>
                  <a:pt x="2160270" y="76200"/>
                </a:cubicBezTo>
                <a:lnTo>
                  <a:pt x="2160270" y="274320"/>
                </a:lnTo>
                <a:cubicBezTo>
                  <a:pt x="2160270" y="316404"/>
                  <a:pt x="2126154" y="350520"/>
                  <a:pt x="2084070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6250"/>
            <a:ext cx="19150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Научная деятельность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154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Проекты и конкурсы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81151"/>
            <a:ext cx="5589270" cy="2522220"/>
          </a:xfrm>
          <a:custGeom>
            <a:avLst/>
            <a:gdLst/>
            <a:ahLst/>
            <a:cxnLst/>
            <a:rect l="l" t="t" r="r" b="b"/>
            <a:pathLst>
              <a:path w="5589270" h="252222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407913"/>
                </a:lnTo>
                <a:cubicBezTo>
                  <a:pt x="5589270" y="2471043"/>
                  <a:pt x="5538093" y="2522220"/>
                  <a:pt x="54749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C3036"/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91059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8B9A7C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41045" y="206299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2024897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Инженерные проекты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596397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и реализация технических проектов в области механики, электроники и автоматизации. Работа с прототипами, 3D-моделирование, создание функциональных моделей.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" y="3495557"/>
            <a:ext cx="1474470" cy="274320"/>
          </a:xfrm>
          <a:custGeom>
            <a:avLst/>
            <a:gdLst/>
            <a:ahLst/>
            <a:cxnLst/>
            <a:rect l="l" t="t" r="r" b="b"/>
            <a:pathLst>
              <a:path w="1474470" h="274320">
                <a:moveTo>
                  <a:pt x="137160" y="0"/>
                </a:moveTo>
                <a:lnTo>
                  <a:pt x="1337310" y="0"/>
                </a:lnTo>
                <a:cubicBezTo>
                  <a:pt x="1413061" y="0"/>
                  <a:pt x="1474470" y="61409"/>
                  <a:pt x="1474470" y="137160"/>
                </a:cubicBezTo>
                <a:lnTo>
                  <a:pt x="1474470" y="137160"/>
                </a:lnTo>
                <a:cubicBezTo>
                  <a:pt x="1474470" y="212911"/>
                  <a:pt x="1413061" y="274320"/>
                  <a:pt x="133731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" y="3491747"/>
            <a:ext cx="1533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3D-моделирование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83368" y="3495557"/>
            <a:ext cx="1445895" cy="274320"/>
          </a:xfrm>
          <a:custGeom>
            <a:avLst/>
            <a:gdLst/>
            <a:ahLst/>
            <a:cxnLst/>
            <a:rect l="l" t="t" r="r" b="b"/>
            <a:pathLst>
              <a:path w="1445895" h="274320">
                <a:moveTo>
                  <a:pt x="137160" y="0"/>
                </a:moveTo>
                <a:lnTo>
                  <a:pt x="1308735" y="0"/>
                </a:lnTo>
                <a:cubicBezTo>
                  <a:pt x="1384486" y="0"/>
                  <a:pt x="1445895" y="61409"/>
                  <a:pt x="1445895" y="137160"/>
                </a:cubicBezTo>
                <a:lnTo>
                  <a:pt x="1445895" y="137160"/>
                </a:lnTo>
                <a:cubicBezTo>
                  <a:pt x="1445895" y="212911"/>
                  <a:pt x="1384486" y="274320"/>
                  <a:pt x="1308735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9558" y="3491747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Прототипирование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13202" y="3495557"/>
            <a:ext cx="1198245" cy="274320"/>
          </a:xfrm>
          <a:custGeom>
            <a:avLst/>
            <a:gdLst/>
            <a:ahLst/>
            <a:cxnLst/>
            <a:rect l="l" t="t" r="r" b="b"/>
            <a:pathLst>
              <a:path w="1198245" h="274320">
                <a:moveTo>
                  <a:pt x="137160" y="0"/>
                </a:moveTo>
                <a:lnTo>
                  <a:pt x="1061085" y="0"/>
                </a:lnTo>
                <a:cubicBezTo>
                  <a:pt x="1136836" y="0"/>
                  <a:pt x="1198245" y="61409"/>
                  <a:pt x="1198245" y="137160"/>
                </a:cubicBezTo>
                <a:lnTo>
                  <a:pt x="1198245" y="137160"/>
                </a:lnTo>
                <a:cubicBezTo>
                  <a:pt x="1198245" y="212911"/>
                  <a:pt x="1136836" y="274320"/>
                  <a:pt x="1061085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9392" y="3491747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Автоматизация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263271"/>
            <a:ext cx="5589270" cy="2522220"/>
          </a:xfrm>
          <a:custGeom>
            <a:avLst/>
            <a:gdLst/>
            <a:ahLst/>
            <a:cxnLst/>
            <a:rect l="l" t="t" r="r" b="b"/>
            <a:pathLst>
              <a:path w="5589270" h="252222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407913"/>
                </a:lnTo>
                <a:cubicBezTo>
                  <a:pt x="5589270" y="2471043"/>
                  <a:pt x="5538093" y="2522220"/>
                  <a:pt x="54749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C3036"/>
          </a:solidFill>
          <a:ln w="10160">
            <a:solidFill>
              <a:srgbClr val="D4A574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" y="4592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574"/>
              </a:gs>
              <a:gs pos="100000">
                <a:srgbClr val="8B9A7C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783908" y="474523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03020" y="4707136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Естественнонаучные исследования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" y="5278636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Проведение экспериментальных исследований в области физики и химии. Участие в научных конференциях школьников, подготовка исследовательских работ.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" y="6177796"/>
            <a:ext cx="1179195" cy="274320"/>
          </a:xfrm>
          <a:custGeom>
            <a:avLst/>
            <a:gdLst/>
            <a:ahLst/>
            <a:cxnLst/>
            <a:rect l="l" t="t" r="r" b="b"/>
            <a:pathLst>
              <a:path w="1179195" h="274320">
                <a:moveTo>
                  <a:pt x="137160" y="0"/>
                </a:moveTo>
                <a:lnTo>
                  <a:pt x="1042035" y="0"/>
                </a:lnTo>
                <a:cubicBezTo>
                  <a:pt x="1117786" y="0"/>
                  <a:pt x="1179195" y="61409"/>
                  <a:pt x="1179195" y="137160"/>
                </a:cubicBezTo>
                <a:lnTo>
                  <a:pt x="1179195" y="137160"/>
                </a:lnTo>
                <a:cubicBezTo>
                  <a:pt x="1179195" y="212911"/>
                  <a:pt x="1117786" y="274320"/>
                  <a:pt x="1042035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10160">
            <a:solidFill>
              <a:srgbClr val="D4A574">
                <a:alpha val="5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" y="6173986"/>
            <a:ext cx="1238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84998" y="6177796"/>
            <a:ext cx="1112520" cy="274320"/>
          </a:xfrm>
          <a:custGeom>
            <a:avLst/>
            <a:gdLst/>
            <a:ahLst/>
            <a:cxnLst/>
            <a:rect l="l" t="t" r="r" b="b"/>
            <a:pathLst>
              <a:path w="1112520" h="274320">
                <a:moveTo>
                  <a:pt x="137160" y="0"/>
                </a:moveTo>
                <a:lnTo>
                  <a:pt x="975360" y="0"/>
                </a:lnTo>
                <a:cubicBezTo>
                  <a:pt x="1051111" y="0"/>
                  <a:pt x="1112520" y="61409"/>
                  <a:pt x="1112520" y="137160"/>
                </a:cubicBezTo>
                <a:lnTo>
                  <a:pt x="1112520" y="137160"/>
                </a:lnTo>
                <a:cubicBezTo>
                  <a:pt x="1112520" y="212911"/>
                  <a:pt x="1051111" y="274320"/>
                  <a:pt x="9753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10160">
            <a:solidFill>
              <a:srgbClr val="D4A574">
                <a:alpha val="5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1187" y="6173986"/>
            <a:ext cx="1171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Конференции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78123" y="6177796"/>
            <a:ext cx="1150620" cy="274320"/>
          </a:xfrm>
          <a:custGeom>
            <a:avLst/>
            <a:gdLst/>
            <a:ahLst/>
            <a:cxnLst/>
            <a:rect l="l" t="t" r="r" b="b"/>
            <a:pathLst>
              <a:path w="1150620" h="274320">
                <a:moveTo>
                  <a:pt x="137160" y="0"/>
                </a:moveTo>
                <a:lnTo>
                  <a:pt x="1013460" y="0"/>
                </a:lnTo>
                <a:cubicBezTo>
                  <a:pt x="1089211" y="0"/>
                  <a:pt x="1150620" y="61409"/>
                  <a:pt x="1150620" y="137160"/>
                </a:cubicBezTo>
                <a:lnTo>
                  <a:pt x="1150620" y="137160"/>
                </a:lnTo>
                <a:cubicBezTo>
                  <a:pt x="1150620" y="212911"/>
                  <a:pt x="1089211" y="274320"/>
                  <a:pt x="10134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10160">
            <a:solidFill>
              <a:srgbClr val="D4A574">
                <a:alpha val="5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4313" y="6173986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Исследования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9228" y="1581151"/>
            <a:ext cx="5598795" cy="5208270"/>
          </a:xfrm>
          <a:custGeom>
            <a:avLst/>
            <a:gdLst/>
            <a:ahLst/>
            <a:cxnLst/>
            <a:rect l="l" t="t" r="r" b="b"/>
            <a:pathLst>
              <a:path w="5598795" h="5208270">
                <a:moveTo>
                  <a:pt x="114322" y="0"/>
                </a:moveTo>
                <a:lnTo>
                  <a:pt x="5484473" y="0"/>
                </a:lnTo>
                <a:cubicBezTo>
                  <a:pt x="5547612" y="0"/>
                  <a:pt x="5598795" y="51183"/>
                  <a:pt x="5598795" y="114322"/>
                </a:cubicBezTo>
                <a:lnTo>
                  <a:pt x="5598795" y="5093948"/>
                </a:lnTo>
                <a:cubicBezTo>
                  <a:pt x="5598795" y="5157087"/>
                  <a:pt x="5547612" y="5208270"/>
                  <a:pt x="5484473" y="5208270"/>
                </a:cubicBezTo>
                <a:lnTo>
                  <a:pt x="114322" y="5208270"/>
                </a:lnTo>
                <a:cubicBezTo>
                  <a:pt x="51183" y="5208270"/>
                  <a:pt x="0" y="5157087"/>
                  <a:pt x="0" y="5093948"/>
                </a:cubicBezTo>
                <a:lnTo>
                  <a:pt x="0" y="114322"/>
                </a:lnTo>
                <a:cubicBezTo>
                  <a:pt x="0" y="51183"/>
                  <a:pt x="51183" y="0"/>
                  <a:pt x="114322" y="0"/>
                </a:cubicBezTo>
                <a:close/>
              </a:path>
            </a:pathLst>
          </a:custGeom>
          <a:solidFill>
            <a:srgbClr val="2C3036"/>
          </a:solidFill>
          <a:ln w="10160">
            <a:solidFill>
              <a:srgbClr val="8B9A7C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4501" y="185154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9" name="Text 27"/>
          <p:cNvSpPr/>
          <p:nvPr/>
        </p:nvSpPr>
        <p:spPr>
          <a:xfrm>
            <a:off x="6727389" y="1813561"/>
            <a:ext cx="496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Конкурсы и мероприятия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60689" y="2346840"/>
            <a:ext cx="5114925" cy="1066800"/>
          </a:xfrm>
          <a:custGeom>
            <a:avLst/>
            <a:gdLst/>
            <a:ahLst/>
            <a:cxnLst/>
            <a:rect l="l" t="t" r="r" b="b"/>
            <a:pathLst>
              <a:path w="5114925" h="1066800">
                <a:moveTo>
                  <a:pt x="38100" y="0"/>
                </a:moveTo>
                <a:lnTo>
                  <a:pt x="5038723" y="0"/>
                </a:lnTo>
                <a:cubicBezTo>
                  <a:pt x="5080808" y="0"/>
                  <a:pt x="5114925" y="34117"/>
                  <a:pt x="5114925" y="76202"/>
                </a:cubicBezTo>
                <a:lnTo>
                  <a:pt x="5114925" y="990598"/>
                </a:lnTo>
                <a:cubicBezTo>
                  <a:pt x="5114925" y="1032683"/>
                  <a:pt x="5080808" y="1066800"/>
                  <a:pt x="50387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0689" y="234684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2" name="Shape 30"/>
          <p:cNvSpPr/>
          <p:nvPr/>
        </p:nvSpPr>
        <p:spPr>
          <a:xfrm>
            <a:off x="6632139" y="24992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41676" y="263259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4" name="Text 32"/>
          <p:cNvSpPr/>
          <p:nvPr/>
        </p:nvSpPr>
        <p:spPr>
          <a:xfrm>
            <a:off x="7241739" y="249924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Научные конференции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41739" y="280404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конференциях школьников с представлением исследовательских работ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0689" y="3566040"/>
            <a:ext cx="5114925" cy="1066800"/>
          </a:xfrm>
          <a:custGeom>
            <a:avLst/>
            <a:gdLst/>
            <a:ahLst/>
            <a:cxnLst/>
            <a:rect l="l" t="t" r="r" b="b"/>
            <a:pathLst>
              <a:path w="5114925" h="1066800">
                <a:moveTo>
                  <a:pt x="38100" y="0"/>
                </a:moveTo>
                <a:lnTo>
                  <a:pt x="5038723" y="0"/>
                </a:lnTo>
                <a:cubicBezTo>
                  <a:pt x="5080808" y="0"/>
                  <a:pt x="5114925" y="34117"/>
                  <a:pt x="5114925" y="76202"/>
                </a:cubicBezTo>
                <a:lnTo>
                  <a:pt x="5114925" y="990598"/>
                </a:lnTo>
                <a:cubicBezTo>
                  <a:pt x="5114925" y="1032683"/>
                  <a:pt x="5080808" y="1066800"/>
                  <a:pt x="50387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0689" y="356604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8" name="Shape 36"/>
          <p:cNvSpPr/>
          <p:nvPr/>
        </p:nvSpPr>
        <p:spPr>
          <a:xfrm>
            <a:off x="6632139" y="37184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789301" y="385179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0" name="Text 38"/>
          <p:cNvSpPr/>
          <p:nvPr/>
        </p:nvSpPr>
        <p:spPr>
          <a:xfrm>
            <a:off x="7241739" y="371844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Конкурсы изобретений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41739" y="402324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конкурсах технических проектов и инновационных разработок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60689" y="4785240"/>
            <a:ext cx="5114925" cy="1066800"/>
          </a:xfrm>
          <a:custGeom>
            <a:avLst/>
            <a:gdLst/>
            <a:ahLst/>
            <a:cxnLst/>
            <a:rect l="l" t="t" r="r" b="b"/>
            <a:pathLst>
              <a:path w="5114925" h="1066800">
                <a:moveTo>
                  <a:pt x="38100" y="0"/>
                </a:moveTo>
                <a:lnTo>
                  <a:pt x="5038723" y="0"/>
                </a:lnTo>
                <a:cubicBezTo>
                  <a:pt x="5080808" y="0"/>
                  <a:pt x="5114925" y="34117"/>
                  <a:pt x="5114925" y="76202"/>
                </a:cubicBezTo>
                <a:lnTo>
                  <a:pt x="5114925" y="990598"/>
                </a:lnTo>
                <a:cubicBezTo>
                  <a:pt x="5114925" y="1032683"/>
                  <a:pt x="5080808" y="1066800"/>
                  <a:pt x="50387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0689" y="478524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4" name="Shape 42"/>
          <p:cNvSpPr/>
          <p:nvPr/>
        </p:nvSpPr>
        <p:spPr>
          <a:xfrm>
            <a:off x="6632139" y="49376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41676" y="507099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6" name="Text 44"/>
          <p:cNvSpPr/>
          <p:nvPr/>
        </p:nvSpPr>
        <p:spPr>
          <a:xfrm>
            <a:off x="7241739" y="493764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Мастер-классы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41739" y="524244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Посещение технических мастер-классов и семинаров по инженерным направлениям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45449" y="6008250"/>
            <a:ext cx="5122545" cy="541020"/>
          </a:xfrm>
          <a:custGeom>
            <a:avLst/>
            <a:gdLst/>
            <a:ahLst/>
            <a:cxnLst/>
            <a:rect l="l" t="t" r="r" b="b"/>
            <a:pathLst>
              <a:path w="5122545" h="541020">
                <a:moveTo>
                  <a:pt x="76203" y="0"/>
                </a:moveTo>
                <a:lnTo>
                  <a:pt x="5046342" y="0"/>
                </a:lnTo>
                <a:cubicBezTo>
                  <a:pt x="5088428" y="0"/>
                  <a:pt x="5122545" y="34117"/>
                  <a:pt x="5122545" y="76203"/>
                </a:cubicBezTo>
                <a:lnTo>
                  <a:pt x="5122545" y="464817"/>
                </a:lnTo>
                <a:cubicBezTo>
                  <a:pt x="5122545" y="506903"/>
                  <a:pt x="5088428" y="541020"/>
                  <a:pt x="5046342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D4A574">
                  <a:alpha val="20000"/>
                </a:srgbClr>
              </a:gs>
            </a:gsLst>
            <a:lin ang="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23509" y="620256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0" name="Text 48"/>
          <p:cNvSpPr/>
          <p:nvPr/>
        </p:nvSpPr>
        <p:spPr>
          <a:xfrm>
            <a:off x="6811209" y="6164461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Постоянное развитие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через практический опыт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ennett.edu.in/c4436af66e5d00d4e5aa906ac2f95000dea71824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09" b="7709"/>
          <a:stretch/>
        </p:blipFill>
        <p:spPr>
          <a:xfrm>
            <a:off x="0" y="0"/>
            <a:ext cx="12192000" cy="685629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293"/>
          </a:xfrm>
          <a:custGeom>
            <a:avLst/>
            <a:gdLst/>
            <a:ahLst/>
            <a:cxnLst/>
            <a:rect l="l" t="t" r="r" b="b"/>
            <a:pathLst>
              <a:path w="12192000" h="6856293">
                <a:moveTo>
                  <a:pt x="0" y="0"/>
                </a:moveTo>
                <a:lnTo>
                  <a:pt x="12192000" y="0"/>
                </a:lnTo>
                <a:lnTo>
                  <a:pt x="12192000" y="6856293"/>
                </a:lnTo>
                <a:lnTo>
                  <a:pt x="0" y="685629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7C59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7854" y="367854"/>
            <a:ext cx="1509659" cy="335075"/>
          </a:xfrm>
          <a:custGeom>
            <a:avLst/>
            <a:gdLst/>
            <a:ahLst/>
            <a:cxnLst/>
            <a:rect l="l" t="t" r="r" b="b"/>
            <a:pathLst>
              <a:path w="1509659" h="335075">
                <a:moveTo>
                  <a:pt x="72842" y="0"/>
                </a:moveTo>
                <a:lnTo>
                  <a:pt x="1436817" y="0"/>
                </a:lnTo>
                <a:cubicBezTo>
                  <a:pt x="1477047" y="0"/>
                  <a:pt x="1509659" y="32612"/>
                  <a:pt x="1509659" y="72842"/>
                </a:cubicBezTo>
                <a:lnTo>
                  <a:pt x="1509659" y="262233"/>
                </a:lnTo>
                <a:cubicBezTo>
                  <a:pt x="1509659" y="302436"/>
                  <a:pt x="1477020" y="335075"/>
                  <a:pt x="1436817" y="335075"/>
                </a:cubicBezTo>
                <a:lnTo>
                  <a:pt x="72842" y="335075"/>
                </a:lnTo>
                <a:cubicBezTo>
                  <a:pt x="32612" y="335075"/>
                  <a:pt x="0" y="302463"/>
                  <a:pt x="0" y="262233"/>
                </a:cubicBezTo>
                <a:lnTo>
                  <a:pt x="0" y="72842"/>
                </a:lnTo>
                <a:cubicBezTo>
                  <a:pt x="0" y="32639"/>
                  <a:pt x="32639" y="0"/>
                  <a:pt x="7284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7181" y="455265"/>
            <a:ext cx="1274287" cy="1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spc="50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Специализация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4212" y="852257"/>
            <a:ext cx="11682103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1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Беспилотные системы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7854" y="1511481"/>
            <a:ext cx="6781629" cy="2210767"/>
          </a:xfrm>
          <a:custGeom>
            <a:avLst/>
            <a:gdLst/>
            <a:ahLst/>
            <a:cxnLst/>
            <a:rect l="l" t="t" r="r" b="b"/>
            <a:pathLst>
              <a:path w="6781629" h="2210767">
                <a:moveTo>
                  <a:pt x="109256" y="0"/>
                </a:moveTo>
                <a:lnTo>
                  <a:pt x="6672373" y="0"/>
                </a:lnTo>
                <a:cubicBezTo>
                  <a:pt x="6732714" y="0"/>
                  <a:pt x="6781629" y="48916"/>
                  <a:pt x="6781629" y="109256"/>
                </a:cubicBezTo>
                <a:lnTo>
                  <a:pt x="6781629" y="2101511"/>
                </a:lnTo>
                <a:cubicBezTo>
                  <a:pt x="6781629" y="2161852"/>
                  <a:pt x="6732714" y="2210767"/>
                  <a:pt x="6672373" y="2210767"/>
                </a:cubicBezTo>
                <a:lnTo>
                  <a:pt x="109256" y="2210767"/>
                </a:lnTo>
                <a:cubicBezTo>
                  <a:pt x="48916" y="2210767"/>
                  <a:pt x="0" y="2161852"/>
                  <a:pt x="0" y="2101511"/>
                </a:cubicBezTo>
                <a:lnTo>
                  <a:pt x="0" y="109256"/>
                </a:lnTo>
                <a:cubicBezTo>
                  <a:pt x="0" y="48956"/>
                  <a:pt x="48956" y="0"/>
                  <a:pt x="109256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682" y="1769957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75119" y="13658"/>
                </a:moveTo>
                <a:cubicBezTo>
                  <a:pt x="69442" y="13658"/>
                  <a:pt x="64875" y="18225"/>
                  <a:pt x="64875" y="23901"/>
                </a:cubicBezTo>
                <a:cubicBezTo>
                  <a:pt x="64875" y="29578"/>
                  <a:pt x="69442" y="34145"/>
                  <a:pt x="75119" y="34145"/>
                </a:cubicBezTo>
                <a:lnTo>
                  <a:pt x="139994" y="34145"/>
                </a:lnTo>
                <a:lnTo>
                  <a:pt x="139994" y="54632"/>
                </a:lnTo>
                <a:lnTo>
                  <a:pt x="45754" y="54632"/>
                </a:lnTo>
                <a:lnTo>
                  <a:pt x="31755" y="37815"/>
                </a:lnTo>
                <a:cubicBezTo>
                  <a:pt x="29834" y="35511"/>
                  <a:pt x="26932" y="34145"/>
                  <a:pt x="23901" y="34145"/>
                </a:cubicBezTo>
                <a:lnTo>
                  <a:pt x="10243" y="34145"/>
                </a:lnTo>
                <a:cubicBezTo>
                  <a:pt x="6701" y="34145"/>
                  <a:pt x="3414" y="35980"/>
                  <a:pt x="1537" y="39011"/>
                </a:cubicBezTo>
                <a:cubicBezTo>
                  <a:pt x="-341" y="42041"/>
                  <a:pt x="-512" y="45797"/>
                  <a:pt x="1067" y="48998"/>
                </a:cubicBezTo>
                <a:lnTo>
                  <a:pt x="21554" y="89972"/>
                </a:lnTo>
                <a:cubicBezTo>
                  <a:pt x="23304" y="93429"/>
                  <a:pt x="26846" y="95606"/>
                  <a:pt x="30730" y="95606"/>
                </a:cubicBezTo>
                <a:lnTo>
                  <a:pt x="76741" y="95606"/>
                </a:lnTo>
                <a:lnTo>
                  <a:pt x="121129" y="156682"/>
                </a:lnTo>
                <a:cubicBezTo>
                  <a:pt x="127574" y="165517"/>
                  <a:pt x="137817" y="170724"/>
                  <a:pt x="148744" y="170724"/>
                </a:cubicBezTo>
                <a:lnTo>
                  <a:pt x="180968" y="170724"/>
                </a:lnTo>
                <a:cubicBezTo>
                  <a:pt x="213021" y="170724"/>
                  <a:pt x="239014" y="144732"/>
                  <a:pt x="239014" y="112678"/>
                </a:cubicBezTo>
                <a:cubicBezTo>
                  <a:pt x="239014" y="80625"/>
                  <a:pt x="213021" y="54632"/>
                  <a:pt x="180968" y="54632"/>
                </a:cubicBezTo>
                <a:lnTo>
                  <a:pt x="160481" y="54632"/>
                </a:lnTo>
                <a:lnTo>
                  <a:pt x="160481" y="34145"/>
                </a:lnTo>
                <a:lnTo>
                  <a:pt x="225356" y="34145"/>
                </a:lnTo>
                <a:cubicBezTo>
                  <a:pt x="231033" y="34145"/>
                  <a:pt x="235600" y="29578"/>
                  <a:pt x="235600" y="23901"/>
                </a:cubicBezTo>
                <a:cubicBezTo>
                  <a:pt x="235600" y="18225"/>
                  <a:pt x="231033" y="13658"/>
                  <a:pt x="225356" y="13658"/>
                </a:cubicBezTo>
                <a:lnTo>
                  <a:pt x="75119" y="13658"/>
                </a:lnTo>
                <a:close/>
                <a:moveTo>
                  <a:pt x="160481" y="81948"/>
                </a:moveTo>
                <a:lnTo>
                  <a:pt x="180968" y="81948"/>
                </a:lnTo>
                <a:cubicBezTo>
                  <a:pt x="197955" y="81948"/>
                  <a:pt x="211698" y="95691"/>
                  <a:pt x="211698" y="112678"/>
                </a:cubicBezTo>
                <a:cubicBezTo>
                  <a:pt x="211698" y="129665"/>
                  <a:pt x="197955" y="143409"/>
                  <a:pt x="180968" y="143409"/>
                </a:cubicBezTo>
                <a:lnTo>
                  <a:pt x="160481" y="143409"/>
                </a:lnTo>
                <a:lnTo>
                  <a:pt x="160481" y="81948"/>
                </a:lnTo>
                <a:close/>
                <a:moveTo>
                  <a:pt x="235600" y="177553"/>
                </a:moveTo>
                <a:cubicBezTo>
                  <a:pt x="229923" y="177553"/>
                  <a:pt x="225356" y="182120"/>
                  <a:pt x="225356" y="187797"/>
                </a:cubicBezTo>
                <a:cubicBezTo>
                  <a:pt x="225356" y="189675"/>
                  <a:pt x="223820" y="191211"/>
                  <a:pt x="221942" y="191211"/>
                </a:cubicBezTo>
                <a:lnTo>
                  <a:pt x="105849" y="191211"/>
                </a:lnTo>
                <a:cubicBezTo>
                  <a:pt x="100173" y="191211"/>
                  <a:pt x="95606" y="195778"/>
                  <a:pt x="95606" y="201455"/>
                </a:cubicBezTo>
                <a:cubicBezTo>
                  <a:pt x="95606" y="207131"/>
                  <a:pt x="100173" y="211698"/>
                  <a:pt x="105849" y="211698"/>
                </a:cubicBezTo>
                <a:lnTo>
                  <a:pt x="221942" y="211698"/>
                </a:lnTo>
                <a:cubicBezTo>
                  <a:pt x="235130" y="211698"/>
                  <a:pt x="245843" y="200985"/>
                  <a:pt x="245843" y="187797"/>
                </a:cubicBezTo>
                <a:cubicBezTo>
                  <a:pt x="245843" y="182120"/>
                  <a:pt x="241276" y="177553"/>
                  <a:pt x="235600" y="177553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6"/>
          <p:cNvSpPr/>
          <p:nvPr/>
        </p:nvSpPr>
        <p:spPr>
          <a:xfrm>
            <a:off x="863183" y="1733651"/>
            <a:ext cx="6173395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1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Моя работа с БПЛА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0024" y="2170590"/>
            <a:ext cx="6410133" cy="71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Занимаюсь изучением и практической работой с беспилотными летательными аппаратами. Осваиваю принципы аэродинамики, системы управления, программирование полётных контроллеров и обработку данных с бортовых сенсоров.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8234" y="3044699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2" name="Text 9"/>
          <p:cNvSpPr/>
          <p:nvPr/>
        </p:nvSpPr>
        <p:spPr>
          <a:xfrm>
            <a:off x="844972" y="3026488"/>
            <a:ext cx="14932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Мультироторные БПЛА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31398" y="3044699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4" name="Text 11"/>
          <p:cNvSpPr/>
          <p:nvPr/>
        </p:nvSpPr>
        <p:spPr>
          <a:xfrm>
            <a:off x="4068135" y="3026488"/>
            <a:ext cx="1010689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Пилотирование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8234" y="3336069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6" name="Text 13"/>
          <p:cNvSpPr/>
          <p:nvPr/>
        </p:nvSpPr>
        <p:spPr>
          <a:xfrm>
            <a:off x="844972" y="3317858"/>
            <a:ext cx="1757323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Техническое обслуживание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31398" y="3336069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8" name="Text 15"/>
          <p:cNvSpPr/>
          <p:nvPr/>
        </p:nvSpPr>
        <p:spPr>
          <a:xfrm>
            <a:off x="4068135" y="3317858"/>
            <a:ext cx="1101742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E8E6E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Аэрофотосъёмка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7854" y="3911524"/>
            <a:ext cx="6781629" cy="2702454"/>
          </a:xfrm>
          <a:custGeom>
            <a:avLst/>
            <a:gdLst/>
            <a:ahLst/>
            <a:cxnLst/>
            <a:rect l="l" t="t" r="r" b="b"/>
            <a:pathLst>
              <a:path w="6781629" h="2702454">
                <a:moveTo>
                  <a:pt x="109260" y="0"/>
                </a:moveTo>
                <a:lnTo>
                  <a:pt x="6672369" y="0"/>
                </a:lnTo>
                <a:cubicBezTo>
                  <a:pt x="6732712" y="0"/>
                  <a:pt x="6781629" y="48917"/>
                  <a:pt x="6781629" y="109260"/>
                </a:cubicBezTo>
                <a:lnTo>
                  <a:pt x="6781629" y="2593194"/>
                </a:lnTo>
                <a:cubicBezTo>
                  <a:pt x="6781629" y="2653536"/>
                  <a:pt x="6732712" y="2702454"/>
                  <a:pt x="6672369" y="2702454"/>
                </a:cubicBezTo>
                <a:lnTo>
                  <a:pt x="109260" y="2702454"/>
                </a:lnTo>
                <a:cubicBezTo>
                  <a:pt x="48917" y="2702454"/>
                  <a:pt x="0" y="2653536"/>
                  <a:pt x="0" y="2593194"/>
                </a:cubicBezTo>
                <a:lnTo>
                  <a:pt x="0" y="109260"/>
                </a:lnTo>
                <a:cubicBezTo>
                  <a:pt x="0" y="48958"/>
                  <a:pt x="48958" y="0"/>
                  <a:pt x="109260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D4A574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3682" y="4170002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95648" y="41443"/>
                </a:moveTo>
                <a:lnTo>
                  <a:pt x="95648" y="62613"/>
                </a:lnTo>
                <a:lnTo>
                  <a:pt x="95862" y="62827"/>
                </a:lnTo>
                <a:cubicBezTo>
                  <a:pt x="98636" y="27657"/>
                  <a:pt x="128043" y="0"/>
                  <a:pt x="163938" y="0"/>
                </a:cubicBezTo>
                <a:cubicBezTo>
                  <a:pt x="172517" y="0"/>
                  <a:pt x="180754" y="1579"/>
                  <a:pt x="188309" y="4482"/>
                </a:cubicBezTo>
                <a:cubicBezTo>
                  <a:pt x="192577" y="6103"/>
                  <a:pt x="193345" y="11524"/>
                  <a:pt x="190144" y="14768"/>
                </a:cubicBezTo>
                <a:lnTo>
                  <a:pt x="152286" y="52626"/>
                </a:lnTo>
                <a:cubicBezTo>
                  <a:pt x="151006" y="53906"/>
                  <a:pt x="150280" y="55656"/>
                  <a:pt x="150280" y="57449"/>
                </a:cubicBezTo>
                <a:lnTo>
                  <a:pt x="150280" y="75119"/>
                </a:lnTo>
                <a:cubicBezTo>
                  <a:pt x="150280" y="78875"/>
                  <a:pt x="153353" y="81948"/>
                  <a:pt x="157109" y="81948"/>
                </a:cubicBezTo>
                <a:lnTo>
                  <a:pt x="174779" y="81948"/>
                </a:lnTo>
                <a:cubicBezTo>
                  <a:pt x="176572" y="81948"/>
                  <a:pt x="178322" y="81222"/>
                  <a:pt x="179602" y="79942"/>
                </a:cubicBezTo>
                <a:lnTo>
                  <a:pt x="217460" y="42084"/>
                </a:lnTo>
                <a:cubicBezTo>
                  <a:pt x="220704" y="38840"/>
                  <a:pt x="226124" y="39651"/>
                  <a:pt x="227746" y="43919"/>
                </a:cubicBezTo>
                <a:cubicBezTo>
                  <a:pt x="230649" y="51473"/>
                  <a:pt x="232228" y="59711"/>
                  <a:pt x="232228" y="68290"/>
                </a:cubicBezTo>
                <a:cubicBezTo>
                  <a:pt x="232228" y="94155"/>
                  <a:pt x="217844" y="116690"/>
                  <a:pt x="196589" y="128257"/>
                </a:cubicBezTo>
                <a:lnTo>
                  <a:pt x="231374" y="163042"/>
                </a:lnTo>
                <a:cubicBezTo>
                  <a:pt x="239356" y="171023"/>
                  <a:pt x="239356" y="183998"/>
                  <a:pt x="231374" y="192022"/>
                </a:cubicBezTo>
                <a:lnTo>
                  <a:pt x="205723" y="217674"/>
                </a:lnTo>
                <a:cubicBezTo>
                  <a:pt x="197742" y="225655"/>
                  <a:pt x="184767" y="225655"/>
                  <a:pt x="176742" y="217674"/>
                </a:cubicBezTo>
                <a:lnTo>
                  <a:pt x="122964" y="163895"/>
                </a:lnTo>
                <a:cubicBezTo>
                  <a:pt x="111270" y="152201"/>
                  <a:pt x="108623" y="134915"/>
                  <a:pt x="115068" y="120659"/>
                </a:cubicBezTo>
                <a:lnTo>
                  <a:pt x="76356" y="81948"/>
                </a:lnTo>
                <a:lnTo>
                  <a:pt x="55187" y="81948"/>
                </a:lnTo>
                <a:cubicBezTo>
                  <a:pt x="50620" y="81948"/>
                  <a:pt x="46352" y="79686"/>
                  <a:pt x="43833" y="75887"/>
                </a:cubicBezTo>
                <a:lnTo>
                  <a:pt x="9987" y="25139"/>
                </a:lnTo>
                <a:cubicBezTo>
                  <a:pt x="8195" y="22450"/>
                  <a:pt x="8536" y="18822"/>
                  <a:pt x="10841" y="16518"/>
                </a:cubicBezTo>
                <a:lnTo>
                  <a:pt x="30218" y="-2860"/>
                </a:lnTo>
                <a:cubicBezTo>
                  <a:pt x="32523" y="-5164"/>
                  <a:pt x="36108" y="-5506"/>
                  <a:pt x="38840" y="-3713"/>
                </a:cubicBezTo>
                <a:lnTo>
                  <a:pt x="89588" y="30090"/>
                </a:lnTo>
                <a:cubicBezTo>
                  <a:pt x="93386" y="32608"/>
                  <a:pt x="95648" y="36876"/>
                  <a:pt x="95648" y="41443"/>
                </a:cubicBezTo>
                <a:close/>
                <a:moveTo>
                  <a:pt x="92020" y="126592"/>
                </a:moveTo>
                <a:cubicBezTo>
                  <a:pt x="89332" y="142384"/>
                  <a:pt x="93045" y="159072"/>
                  <a:pt x="103288" y="172432"/>
                </a:cubicBezTo>
                <a:lnTo>
                  <a:pt x="62741" y="212936"/>
                </a:lnTo>
                <a:cubicBezTo>
                  <a:pt x="50748" y="224929"/>
                  <a:pt x="31285" y="224929"/>
                  <a:pt x="19292" y="212936"/>
                </a:cubicBezTo>
                <a:cubicBezTo>
                  <a:pt x="7298" y="200943"/>
                  <a:pt x="7298" y="181480"/>
                  <a:pt x="19292" y="169487"/>
                </a:cubicBezTo>
                <a:lnTo>
                  <a:pt x="77082" y="111696"/>
                </a:lnTo>
                <a:lnTo>
                  <a:pt x="92020" y="12663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1" name="Text 18"/>
          <p:cNvSpPr/>
          <p:nvPr/>
        </p:nvSpPr>
        <p:spPr>
          <a:xfrm>
            <a:off x="863183" y="4133694"/>
            <a:ext cx="6173395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1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Технические навыки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0024" y="4570635"/>
            <a:ext cx="3095803" cy="837688"/>
          </a:xfrm>
          <a:custGeom>
            <a:avLst/>
            <a:gdLst/>
            <a:ahLst/>
            <a:cxnLst/>
            <a:rect l="l" t="t" r="r" b="b"/>
            <a:pathLst>
              <a:path w="3095803" h="837688">
                <a:moveTo>
                  <a:pt x="72845" y="0"/>
                </a:moveTo>
                <a:lnTo>
                  <a:pt x="3022958" y="0"/>
                </a:lnTo>
                <a:cubicBezTo>
                  <a:pt x="3063189" y="0"/>
                  <a:pt x="3095803" y="32614"/>
                  <a:pt x="3095803" y="72845"/>
                </a:cubicBezTo>
                <a:lnTo>
                  <a:pt x="3095803" y="764842"/>
                </a:lnTo>
                <a:cubicBezTo>
                  <a:pt x="3095803" y="805074"/>
                  <a:pt x="3063189" y="837688"/>
                  <a:pt x="3022958" y="837688"/>
                </a:cubicBezTo>
                <a:lnTo>
                  <a:pt x="72845" y="837688"/>
                </a:lnTo>
                <a:cubicBezTo>
                  <a:pt x="32614" y="837688"/>
                  <a:pt x="0" y="805074"/>
                  <a:pt x="0" y="764842"/>
                </a:cubicBezTo>
                <a:lnTo>
                  <a:pt x="0" y="72845"/>
                </a:lnTo>
                <a:cubicBezTo>
                  <a:pt x="0" y="32614"/>
                  <a:pt x="32614" y="0"/>
                  <a:pt x="728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0"/>
          <p:cNvSpPr/>
          <p:nvPr/>
        </p:nvSpPr>
        <p:spPr>
          <a:xfrm>
            <a:off x="735708" y="4716320"/>
            <a:ext cx="2941013" cy="32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1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85%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5708" y="5080532"/>
            <a:ext cx="28681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Сборка и настройка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31398" y="4570635"/>
            <a:ext cx="3095803" cy="837688"/>
          </a:xfrm>
          <a:custGeom>
            <a:avLst/>
            <a:gdLst/>
            <a:ahLst/>
            <a:cxnLst/>
            <a:rect l="l" t="t" r="r" b="b"/>
            <a:pathLst>
              <a:path w="3095803" h="837688">
                <a:moveTo>
                  <a:pt x="72845" y="0"/>
                </a:moveTo>
                <a:lnTo>
                  <a:pt x="3022958" y="0"/>
                </a:lnTo>
                <a:cubicBezTo>
                  <a:pt x="3063189" y="0"/>
                  <a:pt x="3095803" y="32614"/>
                  <a:pt x="3095803" y="72845"/>
                </a:cubicBezTo>
                <a:lnTo>
                  <a:pt x="3095803" y="764842"/>
                </a:lnTo>
                <a:cubicBezTo>
                  <a:pt x="3095803" y="805074"/>
                  <a:pt x="3063189" y="837688"/>
                  <a:pt x="3022958" y="837688"/>
                </a:cubicBezTo>
                <a:lnTo>
                  <a:pt x="72845" y="837688"/>
                </a:lnTo>
                <a:cubicBezTo>
                  <a:pt x="32614" y="837688"/>
                  <a:pt x="0" y="805074"/>
                  <a:pt x="0" y="764842"/>
                </a:cubicBezTo>
                <a:lnTo>
                  <a:pt x="0" y="72845"/>
                </a:lnTo>
                <a:cubicBezTo>
                  <a:pt x="0" y="32614"/>
                  <a:pt x="32614" y="0"/>
                  <a:pt x="728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3"/>
          <p:cNvSpPr/>
          <p:nvPr/>
        </p:nvSpPr>
        <p:spPr>
          <a:xfrm>
            <a:off x="3977082" y="4716320"/>
            <a:ext cx="2941013" cy="32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1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80%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977082" y="5080532"/>
            <a:ext cx="28681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Пилотирование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0024" y="5554008"/>
            <a:ext cx="3095803" cy="837688"/>
          </a:xfrm>
          <a:custGeom>
            <a:avLst/>
            <a:gdLst/>
            <a:ahLst/>
            <a:cxnLst/>
            <a:rect l="l" t="t" r="r" b="b"/>
            <a:pathLst>
              <a:path w="3095803" h="837688">
                <a:moveTo>
                  <a:pt x="72845" y="0"/>
                </a:moveTo>
                <a:lnTo>
                  <a:pt x="3022958" y="0"/>
                </a:lnTo>
                <a:cubicBezTo>
                  <a:pt x="3063189" y="0"/>
                  <a:pt x="3095803" y="32614"/>
                  <a:pt x="3095803" y="72845"/>
                </a:cubicBezTo>
                <a:lnTo>
                  <a:pt x="3095803" y="764842"/>
                </a:lnTo>
                <a:cubicBezTo>
                  <a:pt x="3095803" y="805074"/>
                  <a:pt x="3063189" y="837688"/>
                  <a:pt x="3022958" y="837688"/>
                </a:cubicBezTo>
                <a:lnTo>
                  <a:pt x="72845" y="837688"/>
                </a:lnTo>
                <a:cubicBezTo>
                  <a:pt x="32614" y="837688"/>
                  <a:pt x="0" y="805074"/>
                  <a:pt x="0" y="764842"/>
                </a:cubicBezTo>
                <a:lnTo>
                  <a:pt x="0" y="72845"/>
                </a:lnTo>
                <a:cubicBezTo>
                  <a:pt x="0" y="32614"/>
                  <a:pt x="32614" y="0"/>
                  <a:pt x="728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6"/>
          <p:cNvSpPr/>
          <p:nvPr/>
        </p:nvSpPr>
        <p:spPr>
          <a:xfrm>
            <a:off x="735708" y="5699693"/>
            <a:ext cx="2941013" cy="32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1" b="1" dirty="0">
                <a:solidFill>
                  <a:srgbClr val="8B9A7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75%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5708" y="6063905"/>
            <a:ext cx="28681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831398" y="5554008"/>
            <a:ext cx="3095803" cy="837688"/>
          </a:xfrm>
          <a:custGeom>
            <a:avLst/>
            <a:gdLst/>
            <a:ahLst/>
            <a:cxnLst/>
            <a:rect l="l" t="t" r="r" b="b"/>
            <a:pathLst>
              <a:path w="3095803" h="837688">
                <a:moveTo>
                  <a:pt x="72845" y="0"/>
                </a:moveTo>
                <a:lnTo>
                  <a:pt x="3022958" y="0"/>
                </a:lnTo>
                <a:cubicBezTo>
                  <a:pt x="3063189" y="0"/>
                  <a:pt x="3095803" y="32614"/>
                  <a:pt x="3095803" y="72845"/>
                </a:cubicBezTo>
                <a:lnTo>
                  <a:pt x="3095803" y="764842"/>
                </a:lnTo>
                <a:cubicBezTo>
                  <a:pt x="3095803" y="805074"/>
                  <a:pt x="3063189" y="837688"/>
                  <a:pt x="3022958" y="837688"/>
                </a:cubicBezTo>
                <a:lnTo>
                  <a:pt x="72845" y="837688"/>
                </a:lnTo>
                <a:cubicBezTo>
                  <a:pt x="32614" y="837688"/>
                  <a:pt x="0" y="805074"/>
                  <a:pt x="0" y="764842"/>
                </a:cubicBezTo>
                <a:lnTo>
                  <a:pt x="0" y="72845"/>
                </a:lnTo>
                <a:cubicBezTo>
                  <a:pt x="0" y="32614"/>
                  <a:pt x="32614" y="0"/>
                  <a:pt x="7284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29"/>
          <p:cNvSpPr/>
          <p:nvPr/>
        </p:nvSpPr>
        <p:spPr>
          <a:xfrm>
            <a:off x="3977082" y="5699693"/>
            <a:ext cx="2941013" cy="32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1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977082" y="6063905"/>
            <a:ext cx="28681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Обработка данных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375181" y="1511481"/>
            <a:ext cx="4441567" cy="3394457"/>
          </a:xfrm>
          <a:custGeom>
            <a:avLst/>
            <a:gdLst/>
            <a:ahLst/>
            <a:cxnLst/>
            <a:rect l="l" t="t" r="r" b="b"/>
            <a:pathLst>
              <a:path w="4441567" h="3394457">
                <a:moveTo>
                  <a:pt x="109268" y="0"/>
                </a:moveTo>
                <a:lnTo>
                  <a:pt x="4332299" y="0"/>
                </a:lnTo>
                <a:cubicBezTo>
                  <a:pt x="4392646" y="0"/>
                  <a:pt x="4441567" y="48921"/>
                  <a:pt x="4441567" y="109268"/>
                </a:cubicBezTo>
                <a:lnTo>
                  <a:pt x="4441567" y="3285189"/>
                </a:lnTo>
                <a:cubicBezTo>
                  <a:pt x="4441567" y="3345536"/>
                  <a:pt x="4392646" y="3394457"/>
                  <a:pt x="4332299" y="3394457"/>
                </a:cubicBezTo>
                <a:lnTo>
                  <a:pt x="109268" y="3394457"/>
                </a:lnTo>
                <a:cubicBezTo>
                  <a:pt x="48921" y="3394457"/>
                  <a:pt x="0" y="3345536"/>
                  <a:pt x="0" y="3285189"/>
                </a:cubicBezTo>
                <a:lnTo>
                  <a:pt x="0" y="109268"/>
                </a:lnTo>
                <a:cubicBezTo>
                  <a:pt x="0" y="48961"/>
                  <a:pt x="48961" y="0"/>
                  <a:pt x="109268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8B9A7C">
                <a:alpha val="3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97351" y="2188800"/>
            <a:ext cx="4088281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Направления развития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97351" y="2625855"/>
            <a:ext cx="291370" cy="291370"/>
          </a:xfrm>
          <a:custGeom>
            <a:avLst/>
            <a:gdLst/>
            <a:ahLst/>
            <a:cxnLst/>
            <a:rect l="l" t="t" r="r" b="b"/>
            <a:pathLst>
              <a:path w="291370" h="291370">
                <a:moveTo>
                  <a:pt x="72842" y="0"/>
                </a:moveTo>
                <a:lnTo>
                  <a:pt x="218527" y="0"/>
                </a:lnTo>
                <a:cubicBezTo>
                  <a:pt x="258757" y="0"/>
                  <a:pt x="291370" y="32613"/>
                  <a:pt x="291370" y="72842"/>
                </a:cubicBezTo>
                <a:lnTo>
                  <a:pt x="291370" y="218527"/>
                </a:lnTo>
                <a:cubicBezTo>
                  <a:pt x="291370" y="258757"/>
                  <a:pt x="258757" y="291370"/>
                  <a:pt x="218527" y="291370"/>
                </a:cubicBezTo>
                <a:lnTo>
                  <a:pt x="72842" y="291370"/>
                </a:lnTo>
                <a:cubicBezTo>
                  <a:pt x="32613" y="291370"/>
                  <a:pt x="0" y="258757"/>
                  <a:pt x="0" y="218527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717882" y="2680487"/>
            <a:ext cx="118369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997984" y="2589434"/>
            <a:ext cx="292280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 автономных полётов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97351" y="3062909"/>
            <a:ext cx="291370" cy="291370"/>
          </a:xfrm>
          <a:custGeom>
            <a:avLst/>
            <a:gdLst/>
            <a:ahLst/>
            <a:cxnLst/>
            <a:rect l="l" t="t" r="r" b="b"/>
            <a:pathLst>
              <a:path w="291370" h="291370">
                <a:moveTo>
                  <a:pt x="72842" y="0"/>
                </a:moveTo>
                <a:lnTo>
                  <a:pt x="218527" y="0"/>
                </a:lnTo>
                <a:cubicBezTo>
                  <a:pt x="258757" y="0"/>
                  <a:pt x="291370" y="32613"/>
                  <a:pt x="291370" y="72842"/>
                </a:cubicBezTo>
                <a:lnTo>
                  <a:pt x="291370" y="218527"/>
                </a:lnTo>
                <a:cubicBezTo>
                  <a:pt x="291370" y="258757"/>
                  <a:pt x="258757" y="291370"/>
                  <a:pt x="218527" y="291370"/>
                </a:cubicBezTo>
                <a:lnTo>
                  <a:pt x="72842" y="291370"/>
                </a:lnTo>
                <a:cubicBezTo>
                  <a:pt x="32613" y="291370"/>
                  <a:pt x="0" y="258757"/>
                  <a:pt x="0" y="218527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7707183" y="3117541"/>
            <a:ext cx="13658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997984" y="3026488"/>
            <a:ext cx="3004750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сенсоров и систем навигации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97351" y="3499964"/>
            <a:ext cx="291370" cy="291370"/>
          </a:xfrm>
          <a:custGeom>
            <a:avLst/>
            <a:gdLst/>
            <a:ahLst/>
            <a:cxnLst/>
            <a:rect l="l" t="t" r="r" b="b"/>
            <a:pathLst>
              <a:path w="291370" h="291370">
                <a:moveTo>
                  <a:pt x="72842" y="0"/>
                </a:moveTo>
                <a:lnTo>
                  <a:pt x="218527" y="0"/>
                </a:lnTo>
                <a:cubicBezTo>
                  <a:pt x="258757" y="0"/>
                  <a:pt x="291370" y="32613"/>
                  <a:pt x="291370" y="72842"/>
                </a:cubicBezTo>
                <a:lnTo>
                  <a:pt x="291370" y="218527"/>
                </a:lnTo>
                <a:cubicBezTo>
                  <a:pt x="291370" y="258757"/>
                  <a:pt x="258757" y="291370"/>
                  <a:pt x="218527" y="291370"/>
                </a:cubicBezTo>
                <a:lnTo>
                  <a:pt x="72842" y="291370"/>
                </a:lnTo>
                <a:cubicBezTo>
                  <a:pt x="32613" y="291370"/>
                  <a:pt x="0" y="258757"/>
                  <a:pt x="0" y="218527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705476" y="3554596"/>
            <a:ext cx="13658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997984" y="3463543"/>
            <a:ext cx="203048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Компьютерное зрение и ИИ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97351" y="3937019"/>
            <a:ext cx="291370" cy="291370"/>
          </a:xfrm>
          <a:custGeom>
            <a:avLst/>
            <a:gdLst/>
            <a:ahLst/>
            <a:cxnLst/>
            <a:rect l="l" t="t" r="r" b="b"/>
            <a:pathLst>
              <a:path w="291370" h="291370">
                <a:moveTo>
                  <a:pt x="72842" y="0"/>
                </a:moveTo>
                <a:lnTo>
                  <a:pt x="218527" y="0"/>
                </a:lnTo>
                <a:cubicBezTo>
                  <a:pt x="258757" y="0"/>
                  <a:pt x="291370" y="32613"/>
                  <a:pt x="291370" y="72842"/>
                </a:cubicBezTo>
                <a:lnTo>
                  <a:pt x="291370" y="218527"/>
                </a:lnTo>
                <a:cubicBezTo>
                  <a:pt x="291370" y="258757"/>
                  <a:pt x="258757" y="291370"/>
                  <a:pt x="218527" y="291370"/>
                </a:cubicBezTo>
                <a:lnTo>
                  <a:pt x="72842" y="291370"/>
                </a:lnTo>
                <a:cubicBezTo>
                  <a:pt x="32613" y="291370"/>
                  <a:pt x="0" y="258757"/>
                  <a:pt x="0" y="218527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7705590" y="3991650"/>
            <a:ext cx="13658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997984" y="3900597"/>
            <a:ext cx="2503958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Промышленное применение БПЛА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375181" y="5095100"/>
            <a:ext cx="4441567" cy="1518764"/>
          </a:xfrm>
          <a:custGeom>
            <a:avLst/>
            <a:gdLst/>
            <a:ahLst/>
            <a:cxnLst/>
            <a:rect l="l" t="t" r="r" b="b"/>
            <a:pathLst>
              <a:path w="4441567" h="1518764">
                <a:moveTo>
                  <a:pt x="109260" y="0"/>
                </a:moveTo>
                <a:lnTo>
                  <a:pt x="4332307" y="0"/>
                </a:lnTo>
                <a:cubicBezTo>
                  <a:pt x="4392649" y="0"/>
                  <a:pt x="4441567" y="48917"/>
                  <a:pt x="4441567" y="109260"/>
                </a:cubicBezTo>
                <a:lnTo>
                  <a:pt x="4441567" y="1409505"/>
                </a:lnTo>
                <a:cubicBezTo>
                  <a:pt x="4441567" y="1469847"/>
                  <a:pt x="4392649" y="1518764"/>
                  <a:pt x="4332307" y="1518764"/>
                </a:cubicBezTo>
                <a:lnTo>
                  <a:pt x="109260" y="1518764"/>
                </a:lnTo>
                <a:cubicBezTo>
                  <a:pt x="48917" y="1518764"/>
                  <a:pt x="0" y="1469847"/>
                  <a:pt x="0" y="1409505"/>
                </a:cubicBezTo>
                <a:lnTo>
                  <a:pt x="0" y="109260"/>
                </a:lnTo>
                <a:cubicBezTo>
                  <a:pt x="0" y="48917"/>
                  <a:pt x="48917" y="0"/>
                  <a:pt x="10926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100000">
                <a:srgbClr val="D4A574">
                  <a:alpha val="3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11009" y="5335481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20487" y="83570"/>
                </a:moveTo>
                <a:lnTo>
                  <a:pt x="109776" y="120318"/>
                </a:lnTo>
                <a:cubicBezTo>
                  <a:pt x="113959" y="122025"/>
                  <a:pt x="118397" y="122922"/>
                  <a:pt x="122922" y="122922"/>
                </a:cubicBezTo>
                <a:cubicBezTo>
                  <a:pt x="127446" y="122922"/>
                  <a:pt x="131885" y="122025"/>
                  <a:pt x="136067" y="120318"/>
                </a:cubicBezTo>
                <a:lnTo>
                  <a:pt x="239526" y="77722"/>
                </a:lnTo>
                <a:cubicBezTo>
                  <a:pt x="243368" y="76143"/>
                  <a:pt x="245843" y="72430"/>
                  <a:pt x="245843" y="68290"/>
                </a:cubicBezTo>
                <a:cubicBezTo>
                  <a:pt x="245843" y="64150"/>
                  <a:pt x="243368" y="60436"/>
                  <a:pt x="239526" y="58857"/>
                </a:cubicBezTo>
                <a:lnTo>
                  <a:pt x="136067" y="16262"/>
                </a:lnTo>
                <a:cubicBezTo>
                  <a:pt x="131885" y="14554"/>
                  <a:pt x="127446" y="13658"/>
                  <a:pt x="122922" y="13658"/>
                </a:cubicBezTo>
                <a:cubicBezTo>
                  <a:pt x="118397" y="13658"/>
                  <a:pt x="113959" y="14554"/>
                  <a:pt x="109776" y="16262"/>
                </a:cubicBezTo>
                <a:lnTo>
                  <a:pt x="6317" y="58857"/>
                </a:lnTo>
                <a:cubicBezTo>
                  <a:pt x="2476" y="60436"/>
                  <a:pt x="0" y="64150"/>
                  <a:pt x="0" y="68290"/>
                </a:cubicBezTo>
                <a:lnTo>
                  <a:pt x="0" y="194626"/>
                </a:lnTo>
                <a:cubicBezTo>
                  <a:pt x="0" y="200302"/>
                  <a:pt x="4567" y="204869"/>
                  <a:pt x="10243" y="204869"/>
                </a:cubicBezTo>
                <a:cubicBezTo>
                  <a:pt x="15920" y="204869"/>
                  <a:pt x="20487" y="200302"/>
                  <a:pt x="20487" y="194626"/>
                </a:cubicBezTo>
                <a:lnTo>
                  <a:pt x="20487" y="83570"/>
                </a:lnTo>
                <a:close/>
                <a:moveTo>
                  <a:pt x="40974" y="114172"/>
                </a:moveTo>
                <a:lnTo>
                  <a:pt x="40974" y="163895"/>
                </a:lnTo>
                <a:cubicBezTo>
                  <a:pt x="40974" y="186516"/>
                  <a:pt x="77680" y="204869"/>
                  <a:pt x="122922" y="204869"/>
                </a:cubicBezTo>
                <a:cubicBezTo>
                  <a:pt x="168164" y="204869"/>
                  <a:pt x="204869" y="186516"/>
                  <a:pt x="204869" y="163895"/>
                </a:cubicBezTo>
                <a:lnTo>
                  <a:pt x="204869" y="114129"/>
                </a:lnTo>
                <a:lnTo>
                  <a:pt x="143878" y="139268"/>
                </a:lnTo>
                <a:cubicBezTo>
                  <a:pt x="137220" y="142000"/>
                  <a:pt x="130135" y="143409"/>
                  <a:pt x="122922" y="143409"/>
                </a:cubicBezTo>
                <a:cubicBezTo>
                  <a:pt x="115708" y="143409"/>
                  <a:pt x="108623" y="142000"/>
                  <a:pt x="101965" y="139268"/>
                </a:cubicBezTo>
                <a:lnTo>
                  <a:pt x="40974" y="114129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0" name="Text 47"/>
          <p:cNvSpPr/>
          <p:nvPr/>
        </p:nvSpPr>
        <p:spPr>
          <a:xfrm>
            <a:off x="7979773" y="5317270"/>
            <a:ext cx="874109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Связь с ТГУ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597351" y="5681482"/>
            <a:ext cx="4070070" cy="71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ФТФ ТГУ существует направление </a:t>
            </a:r>
            <a:pPr>
              <a:lnSpc>
                <a:spcPct val="140000"/>
              </a:lnSpc>
            </a:pPr>
            <a:r>
              <a:rPr lang="en-US" sz="114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«Технологии проектирования и управления беспилотными авиационными системами»</a:t>
            </a:r>
            <a:pPr>
              <a:lnSpc>
                <a:spcPct val="140000"/>
              </a:lnSpc>
            </a:pPr>
            <a:r>
              <a:rPr lang="en-US" sz="114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моя цель!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461" y="371461"/>
            <a:ext cx="1395736" cy="338360"/>
          </a:xfrm>
          <a:custGeom>
            <a:avLst/>
            <a:gdLst/>
            <a:ahLst/>
            <a:cxnLst/>
            <a:rect l="l" t="t" r="r" b="b"/>
            <a:pathLst>
              <a:path w="1395736" h="338360">
                <a:moveTo>
                  <a:pt x="73556" y="0"/>
                </a:moveTo>
                <a:lnTo>
                  <a:pt x="1322180" y="0"/>
                </a:lnTo>
                <a:cubicBezTo>
                  <a:pt x="1362804" y="0"/>
                  <a:pt x="1395736" y="32932"/>
                  <a:pt x="1395736" y="73556"/>
                </a:cubicBezTo>
                <a:lnTo>
                  <a:pt x="1395736" y="264804"/>
                </a:lnTo>
                <a:cubicBezTo>
                  <a:pt x="1395736" y="305428"/>
                  <a:pt x="1362804" y="338360"/>
                  <a:pt x="1322180" y="338360"/>
                </a:cubicBezTo>
                <a:lnTo>
                  <a:pt x="73556" y="338360"/>
                </a:lnTo>
                <a:cubicBezTo>
                  <a:pt x="32932" y="338360"/>
                  <a:pt x="0" y="305428"/>
                  <a:pt x="0" y="264804"/>
                </a:cubicBezTo>
                <a:lnTo>
                  <a:pt x="0" y="73556"/>
                </a:lnTo>
                <a:cubicBezTo>
                  <a:pt x="0" y="32959"/>
                  <a:pt x="32959" y="0"/>
                  <a:pt x="73556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252" y="459729"/>
            <a:ext cx="1157826" cy="16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spc="51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Аргументация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860613"/>
            <a:ext cx="11677104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Почему именно я?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1541011"/>
            <a:ext cx="3696217" cy="2243475"/>
          </a:xfrm>
          <a:custGeom>
            <a:avLst/>
            <a:gdLst/>
            <a:ahLst/>
            <a:cxnLst/>
            <a:rect l="l" t="t" r="r" b="b"/>
            <a:pathLst>
              <a:path w="3696217" h="2243475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2133141"/>
                </a:lnTo>
                <a:cubicBezTo>
                  <a:pt x="3696217" y="2194077"/>
                  <a:pt x="3646819" y="2243475"/>
                  <a:pt x="3585883" y="2243475"/>
                </a:cubicBezTo>
                <a:lnTo>
                  <a:pt x="110334" y="2243475"/>
                </a:lnTo>
                <a:cubicBezTo>
                  <a:pt x="49398" y="2243475"/>
                  <a:pt x="0" y="2194077"/>
                  <a:pt x="0" y="213314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6" name="Shape 4"/>
          <p:cNvSpPr/>
          <p:nvPr/>
        </p:nvSpPr>
        <p:spPr>
          <a:xfrm>
            <a:off x="367783" y="1541011"/>
            <a:ext cx="3696217" cy="36778"/>
          </a:xfrm>
          <a:custGeom>
            <a:avLst/>
            <a:gdLst/>
            <a:ahLst/>
            <a:cxnLst/>
            <a:rect l="l" t="t" r="r" b="b"/>
            <a:pathLst>
              <a:path w="3696217" h="36778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88452" y="1780070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7176" y="1908794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43100" y="20113"/>
                </a:moveTo>
                <a:cubicBezTo>
                  <a:pt x="43100" y="9015"/>
                  <a:pt x="52115" y="0"/>
                  <a:pt x="63213" y="0"/>
                </a:cubicBezTo>
                <a:lnTo>
                  <a:pt x="71833" y="0"/>
                </a:lnTo>
                <a:cubicBezTo>
                  <a:pt x="78190" y="0"/>
                  <a:pt x="83326" y="5136"/>
                  <a:pt x="83326" y="11493"/>
                </a:cubicBezTo>
                <a:lnTo>
                  <a:pt x="83326" y="172398"/>
                </a:lnTo>
                <a:cubicBezTo>
                  <a:pt x="83326" y="178755"/>
                  <a:pt x="78190" y="183891"/>
                  <a:pt x="71833" y="183891"/>
                </a:cubicBezTo>
                <a:lnTo>
                  <a:pt x="60339" y="183891"/>
                </a:lnTo>
                <a:cubicBezTo>
                  <a:pt x="49636" y="183891"/>
                  <a:pt x="40621" y="176564"/>
                  <a:pt x="38071" y="166652"/>
                </a:cubicBezTo>
                <a:cubicBezTo>
                  <a:pt x="37820" y="166652"/>
                  <a:pt x="37604" y="166652"/>
                  <a:pt x="37353" y="166652"/>
                </a:cubicBezTo>
                <a:cubicBezTo>
                  <a:pt x="21478" y="166652"/>
                  <a:pt x="8620" y="153794"/>
                  <a:pt x="8620" y="137919"/>
                </a:cubicBezTo>
                <a:cubicBezTo>
                  <a:pt x="8620" y="131454"/>
                  <a:pt x="10775" y="125492"/>
                  <a:pt x="14367" y="120679"/>
                </a:cubicBezTo>
                <a:cubicBezTo>
                  <a:pt x="7399" y="115435"/>
                  <a:pt x="2873" y="107102"/>
                  <a:pt x="2873" y="97692"/>
                </a:cubicBezTo>
                <a:cubicBezTo>
                  <a:pt x="2873" y="86594"/>
                  <a:pt x="9195" y="76933"/>
                  <a:pt x="18389" y="72156"/>
                </a:cubicBezTo>
                <a:cubicBezTo>
                  <a:pt x="15839" y="67846"/>
                  <a:pt x="14367" y="62818"/>
                  <a:pt x="14367" y="57466"/>
                </a:cubicBezTo>
                <a:cubicBezTo>
                  <a:pt x="14367" y="41591"/>
                  <a:pt x="27225" y="28733"/>
                  <a:pt x="43100" y="28733"/>
                </a:cubicBezTo>
                <a:lnTo>
                  <a:pt x="43100" y="20113"/>
                </a:lnTo>
                <a:close/>
                <a:moveTo>
                  <a:pt x="140792" y="20113"/>
                </a:moveTo>
                <a:lnTo>
                  <a:pt x="140792" y="28733"/>
                </a:lnTo>
                <a:cubicBezTo>
                  <a:pt x="156667" y="28733"/>
                  <a:pt x="169525" y="41591"/>
                  <a:pt x="169525" y="57466"/>
                </a:cubicBezTo>
                <a:cubicBezTo>
                  <a:pt x="169525" y="62854"/>
                  <a:pt x="168052" y="67882"/>
                  <a:pt x="165502" y="72156"/>
                </a:cubicBezTo>
                <a:cubicBezTo>
                  <a:pt x="174733" y="76933"/>
                  <a:pt x="181018" y="86558"/>
                  <a:pt x="181018" y="97692"/>
                </a:cubicBezTo>
                <a:cubicBezTo>
                  <a:pt x="181018" y="107102"/>
                  <a:pt x="176493" y="115435"/>
                  <a:pt x="169525" y="120679"/>
                </a:cubicBezTo>
                <a:cubicBezTo>
                  <a:pt x="173117" y="125492"/>
                  <a:pt x="175271" y="131454"/>
                  <a:pt x="175271" y="137919"/>
                </a:cubicBezTo>
                <a:cubicBezTo>
                  <a:pt x="175271" y="153794"/>
                  <a:pt x="162413" y="166652"/>
                  <a:pt x="146538" y="166652"/>
                </a:cubicBezTo>
                <a:cubicBezTo>
                  <a:pt x="146287" y="166652"/>
                  <a:pt x="146072" y="166652"/>
                  <a:pt x="145820" y="166652"/>
                </a:cubicBezTo>
                <a:cubicBezTo>
                  <a:pt x="143270" y="176564"/>
                  <a:pt x="134255" y="183891"/>
                  <a:pt x="123552" y="183891"/>
                </a:cubicBezTo>
                <a:lnTo>
                  <a:pt x="112059" y="183891"/>
                </a:lnTo>
                <a:cubicBezTo>
                  <a:pt x="105702" y="183891"/>
                  <a:pt x="100566" y="178755"/>
                  <a:pt x="100566" y="172398"/>
                </a:cubicBezTo>
                <a:lnTo>
                  <a:pt x="100566" y="11493"/>
                </a:lnTo>
                <a:cubicBezTo>
                  <a:pt x="100566" y="5136"/>
                  <a:pt x="105702" y="0"/>
                  <a:pt x="112059" y="0"/>
                </a:cubicBezTo>
                <a:lnTo>
                  <a:pt x="120679" y="0"/>
                </a:lnTo>
                <a:cubicBezTo>
                  <a:pt x="131777" y="0"/>
                  <a:pt x="140792" y="9015"/>
                  <a:pt x="140792" y="20113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140127" y="1872015"/>
            <a:ext cx="174696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Технический потенциал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8452" y="2368522"/>
            <a:ext cx="3328434" cy="119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Глубокий интерес к инженерным наукам, математике и физике. Практический опыт работы с техническими системами, понимание физических процессов и инженерных принципов.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7783" y="3986767"/>
            <a:ext cx="3696217" cy="2004416"/>
          </a:xfrm>
          <a:custGeom>
            <a:avLst/>
            <a:gdLst/>
            <a:ahLst/>
            <a:cxnLst/>
            <a:rect l="l" t="t" r="r" b="b"/>
            <a:pathLst>
              <a:path w="3696217" h="2004416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1894073"/>
                </a:lnTo>
                <a:cubicBezTo>
                  <a:pt x="3696217" y="1955014"/>
                  <a:pt x="3646815" y="2004416"/>
                  <a:pt x="3585874" y="2004416"/>
                </a:cubicBezTo>
                <a:lnTo>
                  <a:pt x="110343" y="2004416"/>
                </a:lnTo>
                <a:cubicBezTo>
                  <a:pt x="49443" y="2004416"/>
                  <a:pt x="0" y="1954973"/>
                  <a:pt x="0" y="1894073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7783" y="3986767"/>
            <a:ext cx="3696217" cy="36778"/>
          </a:xfrm>
          <a:custGeom>
            <a:avLst/>
            <a:gdLst/>
            <a:ahLst/>
            <a:cxnLst/>
            <a:rect l="l" t="t" r="r" b="b"/>
            <a:pathLst>
              <a:path w="3696217" h="36778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3" name="Shape 11"/>
          <p:cNvSpPr/>
          <p:nvPr/>
        </p:nvSpPr>
        <p:spPr>
          <a:xfrm>
            <a:off x="588452" y="4225825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7176" y="4354549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0" y="28733"/>
                </a:moveTo>
                <a:cubicBezTo>
                  <a:pt x="0" y="19215"/>
                  <a:pt x="7722" y="11493"/>
                  <a:pt x="17240" y="11493"/>
                </a:cubicBezTo>
                <a:lnTo>
                  <a:pt x="51719" y="11493"/>
                </a:lnTo>
                <a:cubicBezTo>
                  <a:pt x="61237" y="11493"/>
                  <a:pt x="68959" y="19215"/>
                  <a:pt x="68959" y="28733"/>
                </a:cubicBezTo>
                <a:lnTo>
                  <a:pt x="68959" y="34480"/>
                </a:lnTo>
                <a:lnTo>
                  <a:pt x="114932" y="34480"/>
                </a:lnTo>
                <a:lnTo>
                  <a:pt x="114932" y="28733"/>
                </a:lnTo>
                <a:cubicBezTo>
                  <a:pt x="114932" y="19215"/>
                  <a:pt x="122654" y="11493"/>
                  <a:pt x="132172" y="11493"/>
                </a:cubicBezTo>
                <a:lnTo>
                  <a:pt x="166652" y="11493"/>
                </a:lnTo>
                <a:cubicBezTo>
                  <a:pt x="176169" y="11493"/>
                  <a:pt x="183891" y="19215"/>
                  <a:pt x="183891" y="28733"/>
                </a:cubicBezTo>
                <a:lnTo>
                  <a:pt x="183891" y="63213"/>
                </a:lnTo>
                <a:cubicBezTo>
                  <a:pt x="183891" y="72730"/>
                  <a:pt x="176169" y="80452"/>
                  <a:pt x="166652" y="80452"/>
                </a:cubicBezTo>
                <a:lnTo>
                  <a:pt x="132172" y="80452"/>
                </a:lnTo>
                <a:cubicBezTo>
                  <a:pt x="122654" y="80452"/>
                  <a:pt x="114932" y="72730"/>
                  <a:pt x="114932" y="63213"/>
                </a:cubicBezTo>
                <a:lnTo>
                  <a:pt x="114932" y="57466"/>
                </a:lnTo>
                <a:lnTo>
                  <a:pt x="68959" y="57466"/>
                </a:lnTo>
                <a:lnTo>
                  <a:pt x="68959" y="63213"/>
                </a:lnTo>
                <a:cubicBezTo>
                  <a:pt x="68959" y="65835"/>
                  <a:pt x="68349" y="68349"/>
                  <a:pt x="67307" y="70576"/>
                </a:cubicBezTo>
                <a:lnTo>
                  <a:pt x="91946" y="103439"/>
                </a:lnTo>
                <a:lnTo>
                  <a:pt x="120679" y="103439"/>
                </a:lnTo>
                <a:cubicBezTo>
                  <a:pt x="130197" y="103439"/>
                  <a:pt x="137919" y="111161"/>
                  <a:pt x="137919" y="120679"/>
                </a:cubicBezTo>
                <a:lnTo>
                  <a:pt x="137919" y="155158"/>
                </a:lnTo>
                <a:cubicBezTo>
                  <a:pt x="137919" y="164676"/>
                  <a:pt x="130197" y="172398"/>
                  <a:pt x="120679" y="172398"/>
                </a:cubicBezTo>
                <a:lnTo>
                  <a:pt x="86199" y="172398"/>
                </a:lnTo>
                <a:cubicBezTo>
                  <a:pt x="76681" y="172398"/>
                  <a:pt x="68959" y="164676"/>
                  <a:pt x="68959" y="155158"/>
                </a:cubicBezTo>
                <a:lnTo>
                  <a:pt x="68959" y="120679"/>
                </a:lnTo>
                <a:cubicBezTo>
                  <a:pt x="68959" y="118057"/>
                  <a:pt x="69570" y="115543"/>
                  <a:pt x="70611" y="113316"/>
                </a:cubicBezTo>
                <a:lnTo>
                  <a:pt x="45973" y="80452"/>
                </a:lnTo>
                <a:lnTo>
                  <a:pt x="17240" y="80452"/>
                </a:lnTo>
                <a:cubicBezTo>
                  <a:pt x="7722" y="80452"/>
                  <a:pt x="0" y="72730"/>
                  <a:pt x="0" y="63213"/>
                </a:cubicBezTo>
                <a:lnTo>
                  <a:pt x="0" y="28733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127" y="4317771"/>
            <a:ext cx="1112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Опыт проектов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8452" y="4814278"/>
            <a:ext cx="3328434" cy="9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Реальный опыт работы над инженерными проектами, участие в конкурсах и конференциях. Умение доводить начатое до конца и достигать поставленных целей.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8466" y="1541011"/>
            <a:ext cx="3696217" cy="2123946"/>
          </a:xfrm>
          <a:custGeom>
            <a:avLst/>
            <a:gdLst/>
            <a:ahLst/>
            <a:cxnLst/>
            <a:rect l="l" t="t" r="r" b="b"/>
            <a:pathLst>
              <a:path w="3696217" h="2123946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2013607"/>
                </a:lnTo>
                <a:cubicBezTo>
                  <a:pt x="3696217" y="2074545"/>
                  <a:pt x="3646817" y="2123946"/>
                  <a:pt x="3585878" y="2123946"/>
                </a:cubicBezTo>
                <a:lnTo>
                  <a:pt x="110339" y="2123946"/>
                </a:lnTo>
                <a:cubicBezTo>
                  <a:pt x="49441" y="2123946"/>
                  <a:pt x="0" y="2074504"/>
                  <a:pt x="0" y="201360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8466" y="1541011"/>
            <a:ext cx="3696217" cy="36778"/>
          </a:xfrm>
          <a:custGeom>
            <a:avLst/>
            <a:gdLst/>
            <a:ahLst/>
            <a:cxnLst/>
            <a:rect l="l" t="t" r="r" b="b"/>
            <a:pathLst>
              <a:path w="3696217" h="36778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69136" y="183983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09353" y="1968558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80560" y="45973"/>
                </a:moveTo>
                <a:lnTo>
                  <a:pt x="50175" y="-4633"/>
                </a:lnTo>
                <a:cubicBezTo>
                  <a:pt x="47840" y="-8512"/>
                  <a:pt x="42956" y="-9913"/>
                  <a:pt x="38933" y="-7902"/>
                </a:cubicBezTo>
                <a:lnTo>
                  <a:pt x="7830" y="7650"/>
                </a:lnTo>
                <a:cubicBezTo>
                  <a:pt x="3556" y="9769"/>
                  <a:pt x="1832" y="14941"/>
                  <a:pt x="3951" y="19215"/>
                </a:cubicBezTo>
                <a:lnTo>
                  <a:pt x="28949" y="69175"/>
                </a:lnTo>
                <a:cubicBezTo>
                  <a:pt x="18138" y="81350"/>
                  <a:pt x="11601" y="97369"/>
                  <a:pt x="11601" y="114932"/>
                </a:cubicBezTo>
                <a:cubicBezTo>
                  <a:pt x="11601" y="153003"/>
                  <a:pt x="42489" y="183891"/>
                  <a:pt x="80560" y="183891"/>
                </a:cubicBezTo>
                <a:cubicBezTo>
                  <a:pt x="118632" y="183891"/>
                  <a:pt x="149520" y="153003"/>
                  <a:pt x="149520" y="114932"/>
                </a:cubicBezTo>
                <a:cubicBezTo>
                  <a:pt x="149520" y="97369"/>
                  <a:pt x="142947" y="81350"/>
                  <a:pt x="132172" y="69175"/>
                </a:cubicBezTo>
                <a:lnTo>
                  <a:pt x="157170" y="19215"/>
                </a:lnTo>
                <a:cubicBezTo>
                  <a:pt x="159289" y="14941"/>
                  <a:pt x="157565" y="9769"/>
                  <a:pt x="153327" y="7650"/>
                </a:cubicBezTo>
                <a:lnTo>
                  <a:pt x="122187" y="-7937"/>
                </a:lnTo>
                <a:cubicBezTo>
                  <a:pt x="118165" y="-9949"/>
                  <a:pt x="113244" y="-8512"/>
                  <a:pt x="110945" y="-4669"/>
                </a:cubicBezTo>
                <a:lnTo>
                  <a:pt x="80560" y="45973"/>
                </a:lnTo>
                <a:close/>
                <a:moveTo>
                  <a:pt x="91622" y="97154"/>
                </a:moveTo>
                <a:cubicBezTo>
                  <a:pt x="92125" y="98159"/>
                  <a:pt x="93059" y="98842"/>
                  <a:pt x="94137" y="98985"/>
                </a:cubicBezTo>
                <a:lnTo>
                  <a:pt x="112131" y="101607"/>
                </a:lnTo>
                <a:cubicBezTo>
                  <a:pt x="114896" y="102002"/>
                  <a:pt x="115974" y="105378"/>
                  <a:pt x="113998" y="107354"/>
                </a:cubicBezTo>
                <a:lnTo>
                  <a:pt x="100961" y="120068"/>
                </a:lnTo>
                <a:cubicBezTo>
                  <a:pt x="100171" y="120858"/>
                  <a:pt x="99811" y="121936"/>
                  <a:pt x="99991" y="123049"/>
                </a:cubicBezTo>
                <a:lnTo>
                  <a:pt x="103080" y="140971"/>
                </a:lnTo>
                <a:cubicBezTo>
                  <a:pt x="103547" y="143701"/>
                  <a:pt x="100673" y="145820"/>
                  <a:pt x="98195" y="144527"/>
                </a:cubicBezTo>
                <a:lnTo>
                  <a:pt x="82105" y="136051"/>
                </a:lnTo>
                <a:cubicBezTo>
                  <a:pt x="81135" y="135548"/>
                  <a:pt x="79950" y="135548"/>
                  <a:pt x="78980" y="136051"/>
                </a:cubicBezTo>
                <a:lnTo>
                  <a:pt x="62889" y="144527"/>
                </a:lnTo>
                <a:cubicBezTo>
                  <a:pt x="60411" y="145820"/>
                  <a:pt x="57538" y="143737"/>
                  <a:pt x="58005" y="140971"/>
                </a:cubicBezTo>
                <a:lnTo>
                  <a:pt x="61094" y="123049"/>
                </a:lnTo>
                <a:cubicBezTo>
                  <a:pt x="61273" y="121972"/>
                  <a:pt x="60914" y="120858"/>
                  <a:pt x="60124" y="120068"/>
                </a:cubicBezTo>
                <a:lnTo>
                  <a:pt x="47086" y="107354"/>
                </a:lnTo>
                <a:cubicBezTo>
                  <a:pt x="45075" y="105414"/>
                  <a:pt x="46188" y="102038"/>
                  <a:pt x="48954" y="101607"/>
                </a:cubicBezTo>
                <a:lnTo>
                  <a:pt x="66948" y="98985"/>
                </a:lnTo>
                <a:cubicBezTo>
                  <a:pt x="68025" y="98842"/>
                  <a:pt x="68995" y="98123"/>
                  <a:pt x="69462" y="97154"/>
                </a:cubicBezTo>
                <a:lnTo>
                  <a:pt x="77507" y="80848"/>
                </a:lnTo>
                <a:cubicBezTo>
                  <a:pt x="78729" y="78333"/>
                  <a:pt x="82284" y="78333"/>
                  <a:pt x="83541" y="80848"/>
                </a:cubicBezTo>
                <a:lnTo>
                  <a:pt x="91587" y="97154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0810" y="1931780"/>
            <a:ext cx="186649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Олимпиадная подготовка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9136" y="2428287"/>
            <a:ext cx="3328434" cy="9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Систематическая подготовка к олимпиадам по физике, математике и химии. Участие в престижных соревнованиях, стремление к высоким результатам.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8466" y="3867237"/>
            <a:ext cx="3696217" cy="2123946"/>
          </a:xfrm>
          <a:custGeom>
            <a:avLst/>
            <a:gdLst/>
            <a:ahLst/>
            <a:cxnLst/>
            <a:rect l="l" t="t" r="r" b="b"/>
            <a:pathLst>
              <a:path w="3696217" h="2123946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2013607"/>
                </a:lnTo>
                <a:cubicBezTo>
                  <a:pt x="3696217" y="2074545"/>
                  <a:pt x="3646817" y="2123946"/>
                  <a:pt x="3585878" y="2123946"/>
                </a:cubicBezTo>
                <a:lnTo>
                  <a:pt x="110339" y="2123946"/>
                </a:lnTo>
                <a:cubicBezTo>
                  <a:pt x="49441" y="2123946"/>
                  <a:pt x="0" y="2074504"/>
                  <a:pt x="0" y="2013607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48466" y="3867237"/>
            <a:ext cx="3696217" cy="36778"/>
          </a:xfrm>
          <a:custGeom>
            <a:avLst/>
            <a:gdLst/>
            <a:ahLst/>
            <a:cxnLst/>
            <a:rect l="l" t="t" r="r" b="b"/>
            <a:pathLst>
              <a:path w="3696217" h="36778">
                <a:moveTo>
                  <a:pt x="36778" y="0"/>
                </a:moveTo>
                <a:lnTo>
                  <a:pt x="3659439" y="0"/>
                </a:lnTo>
                <a:cubicBezTo>
                  <a:pt x="3679751" y="0"/>
                  <a:pt x="3696217" y="16466"/>
                  <a:pt x="3696217" y="36778"/>
                </a:cubicBezTo>
                <a:lnTo>
                  <a:pt x="3696217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9136" y="416606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7860" y="4294785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45973" y="114932"/>
                </a:moveTo>
                <a:lnTo>
                  <a:pt x="8799" y="114932"/>
                </a:lnTo>
                <a:cubicBezTo>
                  <a:pt x="-144" y="114932"/>
                  <a:pt x="-5639" y="105199"/>
                  <a:pt x="-1042" y="97513"/>
                </a:cubicBezTo>
                <a:lnTo>
                  <a:pt x="17958" y="65835"/>
                </a:lnTo>
                <a:cubicBezTo>
                  <a:pt x="21083" y="60627"/>
                  <a:pt x="26686" y="57466"/>
                  <a:pt x="32756" y="57466"/>
                </a:cubicBezTo>
                <a:lnTo>
                  <a:pt x="66876" y="57466"/>
                </a:lnTo>
                <a:cubicBezTo>
                  <a:pt x="94208" y="11170"/>
                  <a:pt x="134973" y="8835"/>
                  <a:pt x="162234" y="12822"/>
                </a:cubicBezTo>
                <a:cubicBezTo>
                  <a:pt x="166831" y="13505"/>
                  <a:pt x="170423" y="17096"/>
                  <a:pt x="171069" y="21658"/>
                </a:cubicBezTo>
                <a:cubicBezTo>
                  <a:pt x="175056" y="48918"/>
                  <a:pt x="172721" y="89683"/>
                  <a:pt x="126425" y="117015"/>
                </a:cubicBezTo>
                <a:lnTo>
                  <a:pt x="126425" y="151136"/>
                </a:lnTo>
                <a:cubicBezTo>
                  <a:pt x="126425" y="157206"/>
                  <a:pt x="123265" y="162809"/>
                  <a:pt x="118057" y="165933"/>
                </a:cubicBezTo>
                <a:lnTo>
                  <a:pt x="86379" y="184933"/>
                </a:lnTo>
                <a:cubicBezTo>
                  <a:pt x="78729" y="189530"/>
                  <a:pt x="68959" y="183999"/>
                  <a:pt x="68959" y="175092"/>
                </a:cubicBezTo>
                <a:lnTo>
                  <a:pt x="68959" y="137919"/>
                </a:lnTo>
                <a:cubicBezTo>
                  <a:pt x="68959" y="125240"/>
                  <a:pt x="58651" y="114932"/>
                  <a:pt x="45973" y="114932"/>
                </a:cubicBezTo>
                <a:lnTo>
                  <a:pt x="45937" y="114932"/>
                </a:lnTo>
                <a:close/>
                <a:moveTo>
                  <a:pt x="143665" y="57466"/>
                </a:moveTo>
                <a:cubicBezTo>
                  <a:pt x="143665" y="47951"/>
                  <a:pt x="135940" y="40226"/>
                  <a:pt x="126425" y="40226"/>
                </a:cubicBezTo>
                <a:cubicBezTo>
                  <a:pt x="116910" y="40226"/>
                  <a:pt x="109186" y="47951"/>
                  <a:pt x="109186" y="57466"/>
                </a:cubicBezTo>
                <a:cubicBezTo>
                  <a:pt x="109186" y="66981"/>
                  <a:pt x="116910" y="74706"/>
                  <a:pt x="126425" y="74706"/>
                </a:cubicBezTo>
                <a:cubicBezTo>
                  <a:pt x="135940" y="74706"/>
                  <a:pt x="143665" y="66981"/>
                  <a:pt x="143665" y="5746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5020810" y="4258006"/>
            <a:ext cx="1682606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Мотивация к развитию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69136" y="4754513"/>
            <a:ext cx="3328434" cy="956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Ярко выраженное стремление развиваться в технологической сфере, постоянное самообразование, готовность к новым вызовам и сложным задачам.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942" y="1526300"/>
            <a:ext cx="3685184" cy="4457528"/>
          </a:xfrm>
          <a:custGeom>
            <a:avLst/>
            <a:gdLst/>
            <a:ahLst/>
            <a:cxnLst/>
            <a:rect l="l" t="t" r="r" b="b"/>
            <a:pathLst>
              <a:path w="3685184" h="4457528">
                <a:moveTo>
                  <a:pt x="110334" y="0"/>
                </a:moveTo>
                <a:lnTo>
                  <a:pt x="3574849" y="0"/>
                </a:lnTo>
                <a:cubicBezTo>
                  <a:pt x="3635785" y="0"/>
                  <a:pt x="3685184" y="49398"/>
                  <a:pt x="3685184" y="110334"/>
                </a:cubicBezTo>
                <a:lnTo>
                  <a:pt x="3685184" y="4347193"/>
                </a:lnTo>
                <a:cubicBezTo>
                  <a:pt x="3685184" y="4408129"/>
                  <a:pt x="3635785" y="4457528"/>
                  <a:pt x="3574849" y="4457528"/>
                </a:cubicBezTo>
                <a:lnTo>
                  <a:pt x="110334" y="4457528"/>
                </a:lnTo>
                <a:cubicBezTo>
                  <a:pt x="49398" y="4457528"/>
                  <a:pt x="0" y="4408129"/>
                  <a:pt x="0" y="4347193"/>
                </a:cubicBezTo>
                <a:lnTo>
                  <a:pt x="0" y="110334"/>
                </a:lnTo>
                <a:cubicBezTo>
                  <a:pt x="0" y="49398"/>
                  <a:pt x="49398" y="0"/>
                  <a:pt x="1103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D4A574">
                  <a:alpha val="2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122" y="2285771"/>
            <a:ext cx="3346824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8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Мои преимущества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57290" y="2800550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2" name="Shape 30"/>
          <p:cNvSpPr/>
          <p:nvPr/>
        </p:nvSpPr>
        <p:spPr>
          <a:xfrm>
            <a:off x="8476819" y="2910885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835407" y="2874107"/>
            <a:ext cx="200441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Практический опыт с БПЛА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7290" y="331544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5" name="Shape 33"/>
          <p:cNvSpPr/>
          <p:nvPr/>
        </p:nvSpPr>
        <p:spPr>
          <a:xfrm>
            <a:off x="8476819" y="3425781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835407" y="3389003"/>
            <a:ext cx="139757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Олимпиадная база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57290" y="3830342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8" name="Shape 36"/>
          <p:cNvSpPr/>
          <p:nvPr/>
        </p:nvSpPr>
        <p:spPr>
          <a:xfrm>
            <a:off x="8476819" y="3940677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835407" y="3903899"/>
            <a:ext cx="161824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Проектное мышление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7290" y="4345238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1" name="Shape 39"/>
          <p:cNvSpPr/>
          <p:nvPr/>
        </p:nvSpPr>
        <p:spPr>
          <a:xfrm>
            <a:off x="8476819" y="4455573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835407" y="4418795"/>
            <a:ext cx="156307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Чёткие цели и планы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57290" y="4860134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4" name="Shape 42"/>
          <p:cNvSpPr/>
          <p:nvPr/>
        </p:nvSpPr>
        <p:spPr>
          <a:xfrm>
            <a:off x="8476819" y="4970469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24931" y="20142"/>
                </a:moveTo>
                <a:cubicBezTo>
                  <a:pt x="129040" y="23130"/>
                  <a:pt x="129960" y="28877"/>
                  <a:pt x="126971" y="32986"/>
                </a:cubicBezTo>
                <a:lnTo>
                  <a:pt x="53415" y="134126"/>
                </a:lnTo>
                <a:cubicBezTo>
                  <a:pt x="51834" y="136310"/>
                  <a:pt x="49392" y="137660"/>
                  <a:pt x="46691" y="137890"/>
                </a:cubicBezTo>
                <a:cubicBezTo>
                  <a:pt x="43990" y="138120"/>
                  <a:pt x="41376" y="137114"/>
                  <a:pt x="39479" y="135218"/>
                </a:cubicBezTo>
                <a:lnTo>
                  <a:pt x="2701" y="98439"/>
                </a:lnTo>
                <a:cubicBezTo>
                  <a:pt x="-891" y="94848"/>
                  <a:pt x="-891" y="89015"/>
                  <a:pt x="2701" y="85423"/>
                </a:cubicBezTo>
                <a:cubicBezTo>
                  <a:pt x="6293" y="81832"/>
                  <a:pt x="12125" y="81832"/>
                  <a:pt x="15717" y="85423"/>
                </a:cubicBezTo>
                <a:lnTo>
                  <a:pt x="44881" y="114587"/>
                </a:lnTo>
                <a:lnTo>
                  <a:pt x="112116" y="22153"/>
                </a:lnTo>
                <a:cubicBezTo>
                  <a:pt x="115105" y="18044"/>
                  <a:pt x="120851" y="17125"/>
                  <a:pt x="124960" y="20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835407" y="4933691"/>
            <a:ext cx="144354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Готовность учиться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71461" y="6178752"/>
            <a:ext cx="11454595" cy="678559"/>
          </a:xfrm>
          <a:custGeom>
            <a:avLst/>
            <a:gdLst/>
            <a:ahLst/>
            <a:cxnLst/>
            <a:rect l="l" t="t" r="r" b="b"/>
            <a:pathLst>
              <a:path w="11454595" h="678559">
                <a:moveTo>
                  <a:pt x="110334" y="0"/>
                </a:moveTo>
                <a:lnTo>
                  <a:pt x="11344262" y="0"/>
                </a:lnTo>
                <a:cubicBezTo>
                  <a:pt x="11405197" y="0"/>
                  <a:pt x="11454595" y="49398"/>
                  <a:pt x="11454595" y="110334"/>
                </a:cubicBezTo>
                <a:lnTo>
                  <a:pt x="11454595" y="568226"/>
                </a:lnTo>
                <a:cubicBezTo>
                  <a:pt x="11454595" y="629161"/>
                  <a:pt x="11405197" y="678559"/>
                  <a:pt x="11344262" y="678559"/>
                </a:cubicBezTo>
                <a:lnTo>
                  <a:pt x="110334" y="678559"/>
                </a:lnTo>
                <a:cubicBezTo>
                  <a:pt x="49398" y="678559"/>
                  <a:pt x="0" y="629161"/>
                  <a:pt x="0" y="568226"/>
                </a:cubicBezTo>
                <a:lnTo>
                  <a:pt x="0" y="110334"/>
                </a:lnTo>
                <a:cubicBezTo>
                  <a:pt x="0" y="49439"/>
                  <a:pt x="49439" y="0"/>
                  <a:pt x="11033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100000">
                <a:srgbClr val="D4A574">
                  <a:alpha val="30000"/>
                </a:srgbClr>
              </a:gs>
            </a:gsLst>
            <a:lin ang="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2095" y="6425168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0" y="77579"/>
                </a:moveTo>
                <a:cubicBezTo>
                  <a:pt x="0" y="53767"/>
                  <a:pt x="19287" y="34480"/>
                  <a:pt x="43100" y="34480"/>
                </a:cubicBezTo>
                <a:lnTo>
                  <a:pt x="45973" y="34480"/>
                </a:lnTo>
                <a:cubicBezTo>
                  <a:pt x="52330" y="34480"/>
                  <a:pt x="57466" y="39616"/>
                  <a:pt x="57466" y="45973"/>
                </a:cubicBezTo>
                <a:cubicBezTo>
                  <a:pt x="57466" y="52330"/>
                  <a:pt x="52330" y="57466"/>
                  <a:pt x="45973" y="57466"/>
                </a:cubicBezTo>
                <a:lnTo>
                  <a:pt x="43100" y="57466"/>
                </a:lnTo>
                <a:cubicBezTo>
                  <a:pt x="32001" y="57466"/>
                  <a:pt x="22986" y="66481"/>
                  <a:pt x="22986" y="77579"/>
                </a:cubicBezTo>
                <a:lnTo>
                  <a:pt x="22986" y="80452"/>
                </a:lnTo>
                <a:lnTo>
                  <a:pt x="45973" y="80452"/>
                </a:lnTo>
                <a:cubicBezTo>
                  <a:pt x="58651" y="80452"/>
                  <a:pt x="68959" y="90760"/>
                  <a:pt x="68959" y="103439"/>
                </a:cubicBezTo>
                <a:lnTo>
                  <a:pt x="68959" y="126425"/>
                </a:lnTo>
                <a:cubicBezTo>
                  <a:pt x="68959" y="139104"/>
                  <a:pt x="58651" y="149412"/>
                  <a:pt x="45973" y="149412"/>
                </a:cubicBezTo>
                <a:lnTo>
                  <a:pt x="22986" y="149412"/>
                </a:lnTo>
                <a:cubicBezTo>
                  <a:pt x="10308" y="149412"/>
                  <a:pt x="0" y="139104"/>
                  <a:pt x="0" y="126425"/>
                </a:cubicBezTo>
                <a:lnTo>
                  <a:pt x="0" y="77579"/>
                </a:lnTo>
                <a:close/>
                <a:moveTo>
                  <a:pt x="91946" y="77579"/>
                </a:moveTo>
                <a:cubicBezTo>
                  <a:pt x="91946" y="53767"/>
                  <a:pt x="111233" y="34480"/>
                  <a:pt x="135045" y="34480"/>
                </a:cubicBezTo>
                <a:lnTo>
                  <a:pt x="137919" y="34480"/>
                </a:lnTo>
                <a:cubicBezTo>
                  <a:pt x="144276" y="34480"/>
                  <a:pt x="149412" y="39616"/>
                  <a:pt x="149412" y="45973"/>
                </a:cubicBezTo>
                <a:cubicBezTo>
                  <a:pt x="149412" y="52330"/>
                  <a:pt x="144276" y="57466"/>
                  <a:pt x="137919" y="57466"/>
                </a:cubicBezTo>
                <a:lnTo>
                  <a:pt x="135045" y="57466"/>
                </a:lnTo>
                <a:cubicBezTo>
                  <a:pt x="123947" y="57466"/>
                  <a:pt x="114932" y="66481"/>
                  <a:pt x="114932" y="77579"/>
                </a:cubicBezTo>
                <a:lnTo>
                  <a:pt x="114932" y="80452"/>
                </a:lnTo>
                <a:lnTo>
                  <a:pt x="137919" y="80452"/>
                </a:lnTo>
                <a:cubicBezTo>
                  <a:pt x="150597" y="80452"/>
                  <a:pt x="160905" y="90760"/>
                  <a:pt x="160905" y="103439"/>
                </a:cubicBezTo>
                <a:lnTo>
                  <a:pt x="160905" y="126425"/>
                </a:lnTo>
                <a:cubicBezTo>
                  <a:pt x="160905" y="139104"/>
                  <a:pt x="150597" y="149412"/>
                  <a:pt x="137919" y="149412"/>
                </a:cubicBezTo>
                <a:lnTo>
                  <a:pt x="114932" y="149412"/>
                </a:lnTo>
                <a:cubicBezTo>
                  <a:pt x="102254" y="149412"/>
                  <a:pt x="91946" y="139104"/>
                  <a:pt x="91946" y="126425"/>
                </a:cubicBezTo>
                <a:lnTo>
                  <a:pt x="91946" y="77579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8" name="Text 46"/>
          <p:cNvSpPr/>
          <p:nvPr/>
        </p:nvSpPr>
        <p:spPr>
          <a:xfrm>
            <a:off x="1295055" y="6388390"/>
            <a:ext cx="9603729" cy="242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48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— это сочетание технического потенциала, практического опыта и неукротимого стремления к развитию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50840" y="6425168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160905" y="106312"/>
                </a:moveTo>
                <a:cubicBezTo>
                  <a:pt x="160905" y="130125"/>
                  <a:pt x="141618" y="149412"/>
                  <a:pt x="117805" y="149412"/>
                </a:cubicBezTo>
                <a:lnTo>
                  <a:pt x="114932" y="149412"/>
                </a:lnTo>
                <a:cubicBezTo>
                  <a:pt x="108575" y="149412"/>
                  <a:pt x="103439" y="144276"/>
                  <a:pt x="103439" y="137919"/>
                </a:cubicBezTo>
                <a:cubicBezTo>
                  <a:pt x="103439" y="131561"/>
                  <a:pt x="108575" y="126425"/>
                  <a:pt x="114932" y="126425"/>
                </a:cubicBezTo>
                <a:lnTo>
                  <a:pt x="117805" y="126425"/>
                </a:lnTo>
                <a:cubicBezTo>
                  <a:pt x="128904" y="126425"/>
                  <a:pt x="137919" y="117410"/>
                  <a:pt x="137919" y="106312"/>
                </a:cubicBezTo>
                <a:lnTo>
                  <a:pt x="137919" y="103439"/>
                </a:lnTo>
                <a:lnTo>
                  <a:pt x="114932" y="103439"/>
                </a:lnTo>
                <a:cubicBezTo>
                  <a:pt x="102254" y="103439"/>
                  <a:pt x="91946" y="93131"/>
                  <a:pt x="91946" y="80452"/>
                </a:cubicBezTo>
                <a:lnTo>
                  <a:pt x="91946" y="57466"/>
                </a:lnTo>
                <a:cubicBezTo>
                  <a:pt x="91946" y="44788"/>
                  <a:pt x="102254" y="34480"/>
                  <a:pt x="114932" y="34480"/>
                </a:cubicBezTo>
                <a:lnTo>
                  <a:pt x="137919" y="34480"/>
                </a:lnTo>
                <a:cubicBezTo>
                  <a:pt x="150597" y="34480"/>
                  <a:pt x="160905" y="44788"/>
                  <a:pt x="160905" y="57466"/>
                </a:cubicBezTo>
                <a:lnTo>
                  <a:pt x="160905" y="106312"/>
                </a:lnTo>
                <a:close/>
                <a:moveTo>
                  <a:pt x="68959" y="106312"/>
                </a:moveTo>
                <a:cubicBezTo>
                  <a:pt x="68959" y="130125"/>
                  <a:pt x="49672" y="149412"/>
                  <a:pt x="25860" y="149412"/>
                </a:cubicBezTo>
                <a:lnTo>
                  <a:pt x="22986" y="149412"/>
                </a:lnTo>
                <a:cubicBezTo>
                  <a:pt x="16629" y="149412"/>
                  <a:pt x="11493" y="144276"/>
                  <a:pt x="11493" y="137919"/>
                </a:cubicBezTo>
                <a:cubicBezTo>
                  <a:pt x="11493" y="131561"/>
                  <a:pt x="16629" y="126425"/>
                  <a:pt x="22986" y="126425"/>
                </a:cubicBezTo>
                <a:lnTo>
                  <a:pt x="25860" y="126425"/>
                </a:lnTo>
                <a:cubicBezTo>
                  <a:pt x="36958" y="126425"/>
                  <a:pt x="45973" y="117410"/>
                  <a:pt x="45973" y="106312"/>
                </a:cubicBezTo>
                <a:lnTo>
                  <a:pt x="45973" y="103439"/>
                </a:lnTo>
                <a:lnTo>
                  <a:pt x="22986" y="103439"/>
                </a:lnTo>
                <a:cubicBezTo>
                  <a:pt x="10308" y="103439"/>
                  <a:pt x="0" y="93131"/>
                  <a:pt x="0" y="80452"/>
                </a:cubicBezTo>
                <a:lnTo>
                  <a:pt x="0" y="57466"/>
                </a:lnTo>
                <a:cubicBezTo>
                  <a:pt x="0" y="44788"/>
                  <a:pt x="10308" y="34480"/>
                  <a:pt x="22986" y="34480"/>
                </a:cubicBezTo>
                <a:lnTo>
                  <a:pt x="45973" y="34480"/>
                </a:lnTo>
                <a:cubicBezTo>
                  <a:pt x="58651" y="34480"/>
                  <a:pt x="68959" y="44788"/>
                  <a:pt x="68959" y="57466"/>
                </a:cubicBezTo>
                <a:lnTo>
                  <a:pt x="68959" y="106312"/>
                </a:lnTo>
                <a:close/>
              </a:path>
            </a:pathLst>
          </a:custGeom>
          <a:solidFill>
            <a:srgbClr val="D4A57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169670" cy="350520"/>
          </a:xfrm>
          <a:custGeom>
            <a:avLst/>
            <a:gdLst/>
            <a:ahLst/>
            <a:cxnLst/>
            <a:rect l="l" t="t" r="r" b="b"/>
            <a:pathLst>
              <a:path w="1169670" h="350520">
                <a:moveTo>
                  <a:pt x="76200" y="0"/>
                </a:moveTo>
                <a:lnTo>
                  <a:pt x="1093470" y="0"/>
                </a:lnTo>
                <a:cubicBezTo>
                  <a:pt x="1135554" y="0"/>
                  <a:pt x="1169670" y="34116"/>
                  <a:pt x="1169670" y="76200"/>
                </a:cubicBezTo>
                <a:lnTo>
                  <a:pt x="1169670" y="274320"/>
                </a:lnTo>
                <a:cubicBezTo>
                  <a:pt x="1169670" y="316404"/>
                  <a:pt x="1135554" y="350520"/>
                  <a:pt x="1093470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6250"/>
            <a:ext cx="92416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Ожидания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154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Что я ожидаю от форума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77341"/>
            <a:ext cx="5581650" cy="1885950"/>
          </a:xfrm>
          <a:custGeom>
            <a:avLst/>
            <a:gdLst/>
            <a:ahLst/>
            <a:cxnLst/>
            <a:rect l="l" t="t" r="r" b="b"/>
            <a:pathLst>
              <a:path w="5581650" h="18859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771643"/>
                </a:lnTo>
                <a:cubicBezTo>
                  <a:pt x="5581650" y="1834773"/>
                  <a:pt x="5530473" y="1885950"/>
                  <a:pt x="5467343" y="1885950"/>
                </a:cubicBez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77341"/>
            <a:ext cx="38100" cy="1885950"/>
          </a:xfrm>
          <a:custGeom>
            <a:avLst/>
            <a:gdLst/>
            <a:ahLst/>
            <a:cxnLst/>
            <a:rect l="l" t="t" r="r" b="b"/>
            <a:pathLst>
              <a:path w="38100" h="1885950">
                <a:moveTo>
                  <a:pt x="38100" y="0"/>
                </a:moveTo>
                <a:lnTo>
                  <a:pt x="38100" y="0"/>
                </a:lnTo>
                <a:lnTo>
                  <a:pt x="38100" y="1885950"/>
                </a:ln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059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9583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939291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Новые знания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491741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Получение актуальной информации о современных технологиях, трендах в инженерии и научных исследованиях. Изучение передовых методов и подходов в области беспилотных систем и робототехники.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653791"/>
            <a:ext cx="5581650" cy="1885950"/>
          </a:xfrm>
          <a:custGeom>
            <a:avLst/>
            <a:gdLst/>
            <a:ahLst/>
            <a:cxnLst/>
            <a:rect l="l" t="t" r="r" b="b"/>
            <a:pathLst>
              <a:path w="5581650" h="18859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771643"/>
                </a:lnTo>
                <a:cubicBezTo>
                  <a:pt x="5581650" y="1834773"/>
                  <a:pt x="5530473" y="1885950"/>
                  <a:pt x="5467343" y="1885950"/>
                </a:cubicBez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653791"/>
            <a:ext cx="38100" cy="1885950"/>
          </a:xfrm>
          <a:custGeom>
            <a:avLst/>
            <a:gdLst/>
            <a:ahLst/>
            <a:cxnLst/>
            <a:rect l="l" t="t" r="r" b="b"/>
            <a:pathLst>
              <a:path w="38100" h="1885950">
                <a:moveTo>
                  <a:pt x="38100" y="0"/>
                </a:moveTo>
                <a:lnTo>
                  <a:pt x="38100" y="0"/>
                </a:lnTo>
                <a:lnTo>
                  <a:pt x="38100" y="1885950"/>
                </a:ln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88239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1525" y="403479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015741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Новые знакомства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" y="4568191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Общение с единомышленниками, встреча с представителями ТГУ и других технических вузов. Нетворкинг с участниками, разделяющими интерес к технологиям и инновациям.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577341"/>
            <a:ext cx="5581650" cy="1885950"/>
          </a:xfrm>
          <a:custGeom>
            <a:avLst/>
            <a:gdLst/>
            <a:ahLst/>
            <a:cxnLst/>
            <a:rect l="l" t="t" r="r" b="b"/>
            <a:pathLst>
              <a:path w="5581650" h="18859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771643"/>
                </a:lnTo>
                <a:cubicBezTo>
                  <a:pt x="5581650" y="1834773"/>
                  <a:pt x="5530473" y="1885950"/>
                  <a:pt x="5467343" y="1885950"/>
                </a:cubicBez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9350" y="1577341"/>
            <a:ext cx="38100" cy="1885950"/>
          </a:xfrm>
          <a:custGeom>
            <a:avLst/>
            <a:gdLst/>
            <a:ahLst/>
            <a:cxnLst/>
            <a:rect l="l" t="t" r="r" b="b"/>
            <a:pathLst>
              <a:path w="38100" h="1885950">
                <a:moveTo>
                  <a:pt x="38100" y="0"/>
                </a:moveTo>
                <a:lnTo>
                  <a:pt x="38100" y="0"/>
                </a:lnTo>
                <a:lnTo>
                  <a:pt x="38100" y="1885950"/>
                </a:ln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18059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57975" y="19583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800" y="1939291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Проекты и идеи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0" y="2491741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Вдохновение для новых проектов, получение обратной связи на свои идеи. Возможность найти наставников и партнёров для будущих исследований и разработок.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653791"/>
            <a:ext cx="5581650" cy="1885950"/>
          </a:xfrm>
          <a:custGeom>
            <a:avLst/>
            <a:gdLst/>
            <a:ahLst/>
            <a:cxnLst/>
            <a:rect l="l" t="t" r="r" b="b"/>
            <a:pathLst>
              <a:path w="5581650" h="18859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771643"/>
                </a:lnTo>
                <a:cubicBezTo>
                  <a:pt x="5581650" y="1834773"/>
                  <a:pt x="5530473" y="1885950"/>
                  <a:pt x="5467343" y="1885950"/>
                </a:cubicBez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653791"/>
            <a:ext cx="38100" cy="1885950"/>
          </a:xfrm>
          <a:custGeom>
            <a:avLst/>
            <a:gdLst/>
            <a:ahLst/>
            <a:cxnLst/>
            <a:rect l="l" t="t" r="r" b="b"/>
            <a:pathLst>
              <a:path w="38100" h="1885950">
                <a:moveTo>
                  <a:pt x="38100" y="0"/>
                </a:moveTo>
                <a:lnTo>
                  <a:pt x="38100" y="0"/>
                </a:lnTo>
                <a:lnTo>
                  <a:pt x="38100" y="1885950"/>
                </a:lnTo>
                <a:lnTo>
                  <a:pt x="38100" y="1885950"/>
                </a:lnTo>
                <a:cubicBezTo>
                  <a:pt x="17072" y="1885950"/>
                  <a:pt x="0" y="1868878"/>
                  <a:pt x="0" y="1847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88239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40347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7162800" y="4015741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Возможности для развития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0" y="4568191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Информация о программах, грантах, конкурсах и образовательных возможностях. Понимание перспектив развития в технологической сфере и путей достижения целей.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573405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1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12106" y="58902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252209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Поставить цели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80410" y="573405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574">
                  <a:alpha val="20000"/>
                </a:srgbClr>
              </a:gs>
              <a:gs pos="100000">
                <a:srgbClr val="D4A574">
                  <a:alpha val="10000"/>
                </a:srgbClr>
              </a:gs>
            </a:gsLst>
            <a:lin ang="2700000" scaled="1"/>
          </a:gradFill>
          <a:ln w="10160">
            <a:solidFill>
              <a:srgbClr val="D4A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9847" y="589025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3398520" y="6252209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Найти контакты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6010" y="573405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8B9A7C">
                  <a:alpha val="20000"/>
                </a:srgbClr>
              </a:gs>
              <a:gs pos="100000">
                <a:srgbClr val="8B9A7C">
                  <a:alpha val="10000"/>
                </a:srgbClr>
              </a:gs>
            </a:gsLst>
            <a:lin ang="2700000" scaled="1"/>
          </a:gradFill>
          <a:ln w="10160">
            <a:solidFill>
              <a:srgbClr val="8B9A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85447" y="589025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7" name="Text 35"/>
          <p:cNvSpPr/>
          <p:nvPr/>
        </p:nvSpPr>
        <p:spPr>
          <a:xfrm>
            <a:off x="6294120" y="6252209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Узнать о ТГУ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71610" y="573405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1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8906" y="58902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0" name="Text 38"/>
          <p:cNvSpPr/>
          <p:nvPr/>
        </p:nvSpPr>
        <p:spPr>
          <a:xfrm>
            <a:off x="9189720" y="6252209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Вдохновиться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n.tsu.ru/f9abd026f5492ee810c2a3f4cc739f9438e5517f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27" b="7827"/>
          <a:stretch/>
        </p:blipFill>
        <p:spPr>
          <a:xfrm>
            <a:off x="0" y="0"/>
            <a:ext cx="12192000" cy="685568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84"/>
          </a:xfrm>
          <a:custGeom>
            <a:avLst/>
            <a:gdLst/>
            <a:ahLst/>
            <a:cxnLst/>
            <a:rect l="l" t="t" r="r" b="b"/>
            <a:pathLst>
              <a:path w="12192000" h="6855684">
                <a:moveTo>
                  <a:pt x="0" y="0"/>
                </a:moveTo>
                <a:lnTo>
                  <a:pt x="12192000" y="0"/>
                </a:lnTo>
                <a:lnTo>
                  <a:pt x="12192000" y="6855684"/>
                </a:lnTo>
                <a:lnTo>
                  <a:pt x="0" y="685568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7C59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4283" y="374283"/>
            <a:ext cx="970913" cy="340931"/>
          </a:xfrm>
          <a:custGeom>
            <a:avLst/>
            <a:gdLst/>
            <a:ahLst/>
            <a:cxnLst/>
            <a:rect l="l" t="t" r="r" b="b"/>
            <a:pathLst>
              <a:path w="970913" h="340931">
                <a:moveTo>
                  <a:pt x="74115" y="0"/>
                </a:moveTo>
                <a:lnTo>
                  <a:pt x="896798" y="0"/>
                </a:lnTo>
                <a:cubicBezTo>
                  <a:pt x="937731" y="0"/>
                  <a:pt x="970913" y="33182"/>
                  <a:pt x="970913" y="74115"/>
                </a:cubicBezTo>
                <a:lnTo>
                  <a:pt x="970913" y="266816"/>
                </a:lnTo>
                <a:cubicBezTo>
                  <a:pt x="970913" y="307749"/>
                  <a:pt x="937731" y="340931"/>
                  <a:pt x="896798" y="340931"/>
                </a:cubicBezTo>
                <a:lnTo>
                  <a:pt x="74115" y="340931"/>
                </a:lnTo>
                <a:cubicBezTo>
                  <a:pt x="33182" y="340931"/>
                  <a:pt x="0" y="307749"/>
                  <a:pt x="0" y="266816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6220" y="463222"/>
            <a:ext cx="735944" cy="17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51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Будущее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578" y="867152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Образовательные планы: ТГУ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4283" y="1537898"/>
            <a:ext cx="6724129" cy="2045588"/>
          </a:xfrm>
          <a:custGeom>
            <a:avLst/>
            <a:gdLst/>
            <a:ahLst/>
            <a:cxnLst/>
            <a:rect l="l" t="t" r="r" b="b"/>
            <a:pathLst>
              <a:path w="6724129" h="2045588">
                <a:moveTo>
                  <a:pt x="111178" y="0"/>
                </a:moveTo>
                <a:lnTo>
                  <a:pt x="6612951" y="0"/>
                </a:lnTo>
                <a:cubicBezTo>
                  <a:pt x="6674353" y="0"/>
                  <a:pt x="6724129" y="49776"/>
                  <a:pt x="6724129" y="111178"/>
                </a:cubicBezTo>
                <a:lnTo>
                  <a:pt x="6724129" y="1934410"/>
                </a:lnTo>
                <a:cubicBezTo>
                  <a:pt x="6724129" y="1995812"/>
                  <a:pt x="6674353" y="2045588"/>
                  <a:pt x="6612951" y="2045588"/>
                </a:cubicBezTo>
                <a:lnTo>
                  <a:pt x="111178" y="2045588"/>
                </a:lnTo>
                <a:cubicBezTo>
                  <a:pt x="49776" y="2045588"/>
                  <a:pt x="0" y="1995812"/>
                  <a:pt x="0" y="1934410"/>
                </a:cubicBezTo>
                <a:lnTo>
                  <a:pt x="0" y="111178"/>
                </a:lnTo>
                <a:cubicBezTo>
                  <a:pt x="0" y="49817"/>
                  <a:pt x="49817" y="0"/>
                  <a:pt x="111178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129" y="180089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8078" y="8772"/>
                </a:moveTo>
                <a:cubicBezTo>
                  <a:pt x="113822" y="6340"/>
                  <a:pt x="108568" y="6340"/>
                  <a:pt x="104268" y="8772"/>
                </a:cubicBezTo>
                <a:lnTo>
                  <a:pt x="6992" y="64359"/>
                </a:lnTo>
                <a:cubicBezTo>
                  <a:pt x="1520" y="67486"/>
                  <a:pt x="-1173" y="73913"/>
                  <a:pt x="434" y="79993"/>
                </a:cubicBezTo>
                <a:cubicBezTo>
                  <a:pt x="2041" y="86072"/>
                  <a:pt x="7600" y="90328"/>
                  <a:pt x="13897" y="90328"/>
                </a:cubicBezTo>
                <a:lnTo>
                  <a:pt x="27793" y="90328"/>
                </a:lnTo>
                <a:lnTo>
                  <a:pt x="27793" y="180657"/>
                </a:lnTo>
                <a:lnTo>
                  <a:pt x="27793" y="180657"/>
                </a:lnTo>
                <a:lnTo>
                  <a:pt x="5559" y="197333"/>
                </a:lnTo>
                <a:cubicBezTo>
                  <a:pt x="2041" y="199938"/>
                  <a:pt x="0" y="204064"/>
                  <a:pt x="0" y="208450"/>
                </a:cubicBezTo>
                <a:cubicBezTo>
                  <a:pt x="0" y="216136"/>
                  <a:pt x="6210" y="222347"/>
                  <a:pt x="13897" y="222347"/>
                </a:cubicBezTo>
                <a:lnTo>
                  <a:pt x="208450" y="222347"/>
                </a:lnTo>
                <a:cubicBezTo>
                  <a:pt x="216136" y="222347"/>
                  <a:pt x="222347" y="216136"/>
                  <a:pt x="222347" y="208450"/>
                </a:cubicBezTo>
                <a:cubicBezTo>
                  <a:pt x="222347" y="204064"/>
                  <a:pt x="220305" y="199938"/>
                  <a:pt x="216788" y="197333"/>
                </a:cubicBezTo>
                <a:lnTo>
                  <a:pt x="194553" y="180657"/>
                </a:lnTo>
                <a:lnTo>
                  <a:pt x="194553" y="90328"/>
                </a:lnTo>
                <a:lnTo>
                  <a:pt x="208450" y="90328"/>
                </a:lnTo>
                <a:cubicBezTo>
                  <a:pt x="214747" y="90328"/>
                  <a:pt x="220262" y="86072"/>
                  <a:pt x="221869" y="79993"/>
                </a:cubicBezTo>
                <a:cubicBezTo>
                  <a:pt x="223476" y="73913"/>
                  <a:pt x="220783" y="67486"/>
                  <a:pt x="215311" y="64359"/>
                </a:cubicBezTo>
                <a:lnTo>
                  <a:pt x="118035" y="8772"/>
                </a:lnTo>
                <a:close/>
                <a:moveTo>
                  <a:pt x="173708" y="90328"/>
                </a:moveTo>
                <a:lnTo>
                  <a:pt x="173708" y="180657"/>
                </a:lnTo>
                <a:lnTo>
                  <a:pt x="145915" y="180657"/>
                </a:lnTo>
                <a:lnTo>
                  <a:pt x="145915" y="90328"/>
                </a:lnTo>
                <a:lnTo>
                  <a:pt x="173708" y="90328"/>
                </a:lnTo>
                <a:close/>
                <a:moveTo>
                  <a:pt x="125070" y="90328"/>
                </a:moveTo>
                <a:lnTo>
                  <a:pt x="125070" y="180657"/>
                </a:lnTo>
                <a:lnTo>
                  <a:pt x="97277" y="180657"/>
                </a:lnTo>
                <a:lnTo>
                  <a:pt x="97277" y="90328"/>
                </a:lnTo>
                <a:lnTo>
                  <a:pt x="125070" y="90328"/>
                </a:lnTo>
                <a:close/>
                <a:moveTo>
                  <a:pt x="76432" y="90328"/>
                </a:moveTo>
                <a:lnTo>
                  <a:pt x="76432" y="180657"/>
                </a:lnTo>
                <a:lnTo>
                  <a:pt x="48638" y="180657"/>
                </a:lnTo>
                <a:lnTo>
                  <a:pt x="48638" y="90328"/>
                </a:lnTo>
                <a:lnTo>
                  <a:pt x="76432" y="90328"/>
                </a:lnTo>
                <a:close/>
                <a:moveTo>
                  <a:pt x="111173" y="41690"/>
                </a:moveTo>
                <a:cubicBezTo>
                  <a:pt x="118843" y="41690"/>
                  <a:pt x="125070" y="47917"/>
                  <a:pt x="125070" y="55587"/>
                </a:cubicBezTo>
                <a:cubicBezTo>
                  <a:pt x="125070" y="63256"/>
                  <a:pt x="118843" y="69483"/>
                  <a:pt x="111173" y="69483"/>
                </a:cubicBezTo>
                <a:cubicBezTo>
                  <a:pt x="103503" y="69483"/>
                  <a:pt x="97277" y="63256"/>
                  <a:pt x="97277" y="55587"/>
                </a:cubicBezTo>
                <a:cubicBezTo>
                  <a:pt x="97277" y="47917"/>
                  <a:pt x="103503" y="41690"/>
                  <a:pt x="111173" y="4169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6"/>
          <p:cNvSpPr/>
          <p:nvPr/>
        </p:nvSpPr>
        <p:spPr>
          <a:xfrm>
            <a:off x="878269" y="1763948"/>
            <a:ext cx="610526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Почему ТГУ?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0336" y="2208528"/>
            <a:ext cx="6346140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Томский государственный университет — один из ведущих классических университетов России, входит в топ-10 вузов страны. Сильная инженерная школа, современные лаборатории, связь с промышленностью.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4041" y="3083091"/>
            <a:ext cx="1258111" cy="266816"/>
          </a:xfrm>
          <a:custGeom>
            <a:avLst/>
            <a:gdLst/>
            <a:ahLst/>
            <a:cxnLst/>
            <a:rect l="l" t="t" r="r" b="b"/>
            <a:pathLst>
              <a:path w="1258111" h="266816">
                <a:moveTo>
                  <a:pt x="133408" y="0"/>
                </a:moveTo>
                <a:lnTo>
                  <a:pt x="1124703" y="0"/>
                </a:lnTo>
                <a:cubicBezTo>
                  <a:pt x="1198382" y="0"/>
                  <a:pt x="1258111" y="59729"/>
                  <a:pt x="1258111" y="133408"/>
                </a:cubicBezTo>
                <a:lnTo>
                  <a:pt x="1258111" y="133408"/>
                </a:lnTo>
                <a:cubicBezTo>
                  <a:pt x="1258111" y="207087"/>
                  <a:pt x="1198382" y="266816"/>
                  <a:pt x="1124703" y="266816"/>
                </a:cubicBezTo>
                <a:lnTo>
                  <a:pt x="133408" y="266816"/>
                </a:lnTo>
                <a:cubicBezTo>
                  <a:pt x="59729" y="266816"/>
                  <a:pt x="0" y="207087"/>
                  <a:pt x="0" y="133408"/>
                </a:cubicBezTo>
                <a:lnTo>
                  <a:pt x="0" y="133408"/>
                </a:lnTo>
                <a:cubicBezTo>
                  <a:pt x="0" y="59729"/>
                  <a:pt x="59729" y="0"/>
                  <a:pt x="133408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0336" y="3079385"/>
            <a:ext cx="1315550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Топ-10 вузов РФ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939278" y="3083091"/>
            <a:ext cx="1137673" cy="266816"/>
          </a:xfrm>
          <a:custGeom>
            <a:avLst/>
            <a:gdLst/>
            <a:ahLst/>
            <a:cxnLst/>
            <a:rect l="l" t="t" r="r" b="b"/>
            <a:pathLst>
              <a:path w="1137673" h="266816">
                <a:moveTo>
                  <a:pt x="133408" y="0"/>
                </a:moveTo>
                <a:lnTo>
                  <a:pt x="1004265" y="0"/>
                </a:lnTo>
                <a:cubicBezTo>
                  <a:pt x="1077944" y="0"/>
                  <a:pt x="1137673" y="59729"/>
                  <a:pt x="1137673" y="133408"/>
                </a:cubicBezTo>
                <a:lnTo>
                  <a:pt x="1137673" y="133408"/>
                </a:lnTo>
                <a:cubicBezTo>
                  <a:pt x="1137673" y="207087"/>
                  <a:pt x="1077944" y="266816"/>
                  <a:pt x="1004265" y="266816"/>
                </a:cubicBezTo>
                <a:lnTo>
                  <a:pt x="133408" y="266816"/>
                </a:lnTo>
                <a:cubicBezTo>
                  <a:pt x="59729" y="266816"/>
                  <a:pt x="0" y="207087"/>
                  <a:pt x="0" y="133408"/>
                </a:cubicBezTo>
                <a:lnTo>
                  <a:pt x="0" y="133408"/>
                </a:lnTo>
                <a:cubicBezTo>
                  <a:pt x="0" y="59729"/>
                  <a:pt x="59729" y="0"/>
                  <a:pt x="133408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5573" y="3079385"/>
            <a:ext cx="1195112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Сильная наука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56047" y="3083091"/>
            <a:ext cx="915326" cy="266816"/>
          </a:xfrm>
          <a:custGeom>
            <a:avLst/>
            <a:gdLst/>
            <a:ahLst/>
            <a:cxnLst/>
            <a:rect l="l" t="t" r="r" b="b"/>
            <a:pathLst>
              <a:path w="915326" h="266816">
                <a:moveTo>
                  <a:pt x="133408" y="0"/>
                </a:moveTo>
                <a:lnTo>
                  <a:pt x="781919" y="0"/>
                </a:lnTo>
                <a:cubicBezTo>
                  <a:pt x="855598" y="0"/>
                  <a:pt x="915326" y="59729"/>
                  <a:pt x="915326" y="133408"/>
                </a:cubicBezTo>
                <a:lnTo>
                  <a:pt x="915326" y="133408"/>
                </a:lnTo>
                <a:cubicBezTo>
                  <a:pt x="915326" y="207087"/>
                  <a:pt x="855598" y="266816"/>
                  <a:pt x="781919" y="266816"/>
                </a:cubicBezTo>
                <a:lnTo>
                  <a:pt x="133408" y="266816"/>
                </a:lnTo>
                <a:cubicBezTo>
                  <a:pt x="59729" y="266816"/>
                  <a:pt x="0" y="207087"/>
                  <a:pt x="0" y="133408"/>
                </a:cubicBezTo>
                <a:lnTo>
                  <a:pt x="0" y="133408"/>
                </a:lnTo>
                <a:cubicBezTo>
                  <a:pt x="0" y="59729"/>
                  <a:pt x="59729" y="0"/>
                  <a:pt x="133408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2341" y="3079385"/>
            <a:ext cx="972766" cy="259404"/>
          </a:xfrm>
          <a:prstGeom prst="rect">
            <a:avLst/>
          </a:prstGeom>
          <a:noFill/>
          <a:ln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Инновации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4283" y="3772364"/>
            <a:ext cx="6724129" cy="3083205"/>
          </a:xfrm>
          <a:custGeom>
            <a:avLst/>
            <a:gdLst/>
            <a:ahLst/>
            <a:cxnLst/>
            <a:rect l="l" t="t" r="r" b="b"/>
            <a:pathLst>
              <a:path w="6724129" h="3083205">
                <a:moveTo>
                  <a:pt x="111180" y="0"/>
                </a:moveTo>
                <a:lnTo>
                  <a:pt x="6612949" y="0"/>
                </a:lnTo>
                <a:cubicBezTo>
                  <a:pt x="6674352" y="0"/>
                  <a:pt x="6724129" y="49777"/>
                  <a:pt x="6724129" y="111180"/>
                </a:cubicBezTo>
                <a:lnTo>
                  <a:pt x="6724129" y="2972024"/>
                </a:lnTo>
                <a:cubicBezTo>
                  <a:pt x="6724129" y="3033428"/>
                  <a:pt x="6674352" y="3083205"/>
                  <a:pt x="6612949" y="3083205"/>
                </a:cubicBezTo>
                <a:lnTo>
                  <a:pt x="111180" y="3083205"/>
                </a:lnTo>
                <a:cubicBezTo>
                  <a:pt x="49777" y="3083205"/>
                  <a:pt x="0" y="3033428"/>
                  <a:pt x="0" y="2972024"/>
                </a:cubicBezTo>
                <a:lnTo>
                  <a:pt x="0" y="111180"/>
                </a:lnTo>
                <a:cubicBezTo>
                  <a:pt x="0" y="49818"/>
                  <a:pt x="49818" y="0"/>
                  <a:pt x="111180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D4A574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4232" y="4035359"/>
            <a:ext cx="250140" cy="222347"/>
          </a:xfrm>
          <a:custGeom>
            <a:avLst/>
            <a:gdLst/>
            <a:ahLst/>
            <a:cxnLst/>
            <a:rect l="l" t="t" r="r" b="b"/>
            <a:pathLst>
              <a:path w="250140" h="222347">
                <a:moveTo>
                  <a:pt x="134407" y="-8208"/>
                </a:moveTo>
                <a:cubicBezTo>
                  <a:pt x="132626" y="-11682"/>
                  <a:pt x="129022" y="-13897"/>
                  <a:pt x="125113" y="-13897"/>
                </a:cubicBezTo>
                <a:cubicBezTo>
                  <a:pt x="121205" y="-13897"/>
                  <a:pt x="117600" y="-11682"/>
                  <a:pt x="115820" y="-8208"/>
                </a:cubicBezTo>
                <a:lnTo>
                  <a:pt x="83858" y="54414"/>
                </a:lnTo>
                <a:lnTo>
                  <a:pt x="14418" y="65445"/>
                </a:lnTo>
                <a:cubicBezTo>
                  <a:pt x="10553" y="66053"/>
                  <a:pt x="7339" y="68788"/>
                  <a:pt x="6123" y="72523"/>
                </a:cubicBezTo>
                <a:cubicBezTo>
                  <a:pt x="4907" y="76258"/>
                  <a:pt x="5906" y="80340"/>
                  <a:pt x="8642" y="83119"/>
                </a:cubicBezTo>
                <a:lnTo>
                  <a:pt x="58323" y="132843"/>
                </a:lnTo>
                <a:lnTo>
                  <a:pt x="47379" y="202283"/>
                </a:lnTo>
                <a:cubicBezTo>
                  <a:pt x="46771" y="206148"/>
                  <a:pt x="48378" y="210057"/>
                  <a:pt x="51548" y="212358"/>
                </a:cubicBezTo>
                <a:cubicBezTo>
                  <a:pt x="54718" y="214660"/>
                  <a:pt x="58887" y="215007"/>
                  <a:pt x="62405" y="213227"/>
                </a:cubicBezTo>
                <a:lnTo>
                  <a:pt x="125113" y="181351"/>
                </a:lnTo>
                <a:lnTo>
                  <a:pt x="187779" y="213227"/>
                </a:lnTo>
                <a:cubicBezTo>
                  <a:pt x="191253" y="215007"/>
                  <a:pt x="195465" y="214660"/>
                  <a:pt x="198635" y="212358"/>
                </a:cubicBezTo>
                <a:cubicBezTo>
                  <a:pt x="201806" y="210057"/>
                  <a:pt x="203412" y="206192"/>
                  <a:pt x="202804" y="202283"/>
                </a:cubicBezTo>
                <a:lnTo>
                  <a:pt x="191817" y="132843"/>
                </a:lnTo>
                <a:lnTo>
                  <a:pt x="241498" y="83119"/>
                </a:lnTo>
                <a:cubicBezTo>
                  <a:pt x="244277" y="80340"/>
                  <a:pt x="245233" y="76258"/>
                  <a:pt x="244017" y="72523"/>
                </a:cubicBezTo>
                <a:cubicBezTo>
                  <a:pt x="242801" y="68788"/>
                  <a:pt x="239630" y="66053"/>
                  <a:pt x="235722" y="65445"/>
                </a:cubicBezTo>
                <a:lnTo>
                  <a:pt x="166326" y="54414"/>
                </a:lnTo>
                <a:lnTo>
                  <a:pt x="134407" y="-8208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Text 16"/>
          <p:cNvSpPr/>
          <p:nvPr/>
        </p:nvSpPr>
        <p:spPr>
          <a:xfrm>
            <a:off x="878269" y="3998415"/>
            <a:ext cx="610526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Интересующие факультеты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8864" y="4480052"/>
            <a:ext cx="3048000" cy="1000559"/>
          </a:xfrm>
          <a:custGeom>
            <a:avLst/>
            <a:gdLst/>
            <a:ahLst/>
            <a:cxnLst/>
            <a:rect l="l" t="t" r="r" b="b"/>
            <a:pathLst>
              <a:path w="3048000" h="1000559">
                <a:moveTo>
                  <a:pt x="37058" y="0"/>
                </a:moveTo>
                <a:lnTo>
                  <a:pt x="2973889" y="0"/>
                </a:lnTo>
                <a:cubicBezTo>
                  <a:pt x="3014819" y="0"/>
                  <a:pt x="3048000" y="33181"/>
                  <a:pt x="3048000" y="74111"/>
                </a:cubicBezTo>
                <a:lnTo>
                  <a:pt x="3048000" y="926448"/>
                </a:lnTo>
                <a:cubicBezTo>
                  <a:pt x="3048000" y="967378"/>
                  <a:pt x="3014819" y="1000559"/>
                  <a:pt x="297388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Shape 18"/>
          <p:cNvSpPr/>
          <p:nvPr/>
        </p:nvSpPr>
        <p:spPr>
          <a:xfrm>
            <a:off x="618864" y="4480052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2" name="Text 19"/>
          <p:cNvSpPr/>
          <p:nvPr/>
        </p:nvSpPr>
        <p:spPr>
          <a:xfrm>
            <a:off x="785624" y="4628283"/>
            <a:ext cx="282565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ФТФ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5624" y="4924745"/>
            <a:ext cx="279786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Физико-технический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85624" y="5184150"/>
            <a:ext cx="278859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Баллистика, мехатроника, БПЛА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30498" y="4480052"/>
            <a:ext cx="3048000" cy="1000559"/>
          </a:xfrm>
          <a:custGeom>
            <a:avLst/>
            <a:gdLst/>
            <a:ahLst/>
            <a:cxnLst/>
            <a:rect l="l" t="t" r="r" b="b"/>
            <a:pathLst>
              <a:path w="3048000" h="1000559">
                <a:moveTo>
                  <a:pt x="37058" y="0"/>
                </a:moveTo>
                <a:lnTo>
                  <a:pt x="2973889" y="0"/>
                </a:lnTo>
                <a:cubicBezTo>
                  <a:pt x="3014819" y="0"/>
                  <a:pt x="3048000" y="33181"/>
                  <a:pt x="3048000" y="74111"/>
                </a:cubicBezTo>
                <a:lnTo>
                  <a:pt x="3048000" y="926448"/>
                </a:lnTo>
                <a:cubicBezTo>
                  <a:pt x="3048000" y="967378"/>
                  <a:pt x="3014819" y="1000559"/>
                  <a:pt x="297388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3"/>
          <p:cNvSpPr/>
          <p:nvPr/>
        </p:nvSpPr>
        <p:spPr>
          <a:xfrm>
            <a:off x="3830498" y="4480052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7" name="Text 24"/>
          <p:cNvSpPr/>
          <p:nvPr/>
        </p:nvSpPr>
        <p:spPr>
          <a:xfrm>
            <a:off x="3997257" y="4628283"/>
            <a:ext cx="282565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ММФ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997257" y="4924745"/>
            <a:ext cx="279786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Механико-математический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997257" y="5184150"/>
            <a:ext cx="278859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Математика, механика, моделирование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8864" y="5628725"/>
            <a:ext cx="3048000" cy="1000559"/>
          </a:xfrm>
          <a:custGeom>
            <a:avLst/>
            <a:gdLst/>
            <a:ahLst/>
            <a:cxnLst/>
            <a:rect l="l" t="t" r="r" b="b"/>
            <a:pathLst>
              <a:path w="3048000" h="1000559">
                <a:moveTo>
                  <a:pt x="37058" y="0"/>
                </a:moveTo>
                <a:lnTo>
                  <a:pt x="2973889" y="0"/>
                </a:lnTo>
                <a:cubicBezTo>
                  <a:pt x="3014819" y="0"/>
                  <a:pt x="3048000" y="33181"/>
                  <a:pt x="3048000" y="74111"/>
                </a:cubicBezTo>
                <a:lnTo>
                  <a:pt x="3048000" y="926448"/>
                </a:lnTo>
                <a:cubicBezTo>
                  <a:pt x="3048000" y="967378"/>
                  <a:pt x="3014819" y="1000559"/>
                  <a:pt x="297388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8"/>
          <p:cNvSpPr/>
          <p:nvPr/>
        </p:nvSpPr>
        <p:spPr>
          <a:xfrm>
            <a:off x="618864" y="5628725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2" name="Text 29"/>
          <p:cNvSpPr/>
          <p:nvPr/>
        </p:nvSpPr>
        <p:spPr>
          <a:xfrm>
            <a:off x="785624" y="5776956"/>
            <a:ext cx="282565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8B9A7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ФФ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85624" y="6073418"/>
            <a:ext cx="279786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Физический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85624" y="6332822"/>
            <a:ext cx="278859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Физика, информационные системы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830498" y="5628725"/>
            <a:ext cx="3048000" cy="1000559"/>
          </a:xfrm>
          <a:custGeom>
            <a:avLst/>
            <a:gdLst/>
            <a:ahLst/>
            <a:cxnLst/>
            <a:rect l="l" t="t" r="r" b="b"/>
            <a:pathLst>
              <a:path w="3048000" h="1000559">
                <a:moveTo>
                  <a:pt x="37058" y="0"/>
                </a:moveTo>
                <a:lnTo>
                  <a:pt x="2973889" y="0"/>
                </a:lnTo>
                <a:cubicBezTo>
                  <a:pt x="3014819" y="0"/>
                  <a:pt x="3048000" y="33181"/>
                  <a:pt x="3048000" y="74111"/>
                </a:cubicBezTo>
                <a:lnTo>
                  <a:pt x="3048000" y="926448"/>
                </a:lnTo>
                <a:cubicBezTo>
                  <a:pt x="3048000" y="967378"/>
                  <a:pt x="3014819" y="1000559"/>
                  <a:pt x="2973889" y="1000559"/>
                </a:cubicBez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3"/>
          <p:cNvSpPr/>
          <p:nvPr/>
        </p:nvSpPr>
        <p:spPr>
          <a:xfrm>
            <a:off x="3830498" y="5628725"/>
            <a:ext cx="37058" cy="1000559"/>
          </a:xfrm>
          <a:custGeom>
            <a:avLst/>
            <a:gdLst/>
            <a:ahLst/>
            <a:cxnLst/>
            <a:rect l="l" t="t" r="r" b="b"/>
            <a:pathLst>
              <a:path w="37058" h="1000559">
                <a:moveTo>
                  <a:pt x="37058" y="0"/>
                </a:moveTo>
                <a:lnTo>
                  <a:pt x="37058" y="0"/>
                </a:lnTo>
                <a:lnTo>
                  <a:pt x="37058" y="1000559"/>
                </a:lnTo>
                <a:lnTo>
                  <a:pt x="37058" y="1000559"/>
                </a:lnTo>
                <a:cubicBezTo>
                  <a:pt x="16591" y="1000559"/>
                  <a:pt x="0" y="983968"/>
                  <a:pt x="0" y="96350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7" name="Text 34"/>
          <p:cNvSpPr/>
          <p:nvPr/>
        </p:nvSpPr>
        <p:spPr>
          <a:xfrm>
            <a:off x="3997257" y="5776956"/>
            <a:ext cx="282565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РФФ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997257" y="6073418"/>
            <a:ext cx="279786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Радиофизический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997257" y="6332822"/>
            <a:ext cx="2788596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Радиофизика, оптотехника, лазеры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331297" y="1537898"/>
            <a:ext cx="4482135" cy="3583484"/>
          </a:xfrm>
          <a:custGeom>
            <a:avLst/>
            <a:gdLst/>
            <a:ahLst/>
            <a:cxnLst/>
            <a:rect l="l" t="t" r="r" b="b"/>
            <a:pathLst>
              <a:path w="4482135" h="3583484">
                <a:moveTo>
                  <a:pt x="111160" y="0"/>
                </a:moveTo>
                <a:lnTo>
                  <a:pt x="4370975" y="0"/>
                </a:lnTo>
                <a:cubicBezTo>
                  <a:pt x="4432367" y="0"/>
                  <a:pt x="4482135" y="49768"/>
                  <a:pt x="4482135" y="111160"/>
                </a:cubicBezTo>
                <a:lnTo>
                  <a:pt x="4482135" y="3472325"/>
                </a:lnTo>
                <a:cubicBezTo>
                  <a:pt x="4482135" y="3533717"/>
                  <a:pt x="4432367" y="3583484"/>
                  <a:pt x="4370975" y="3583484"/>
                </a:cubicBezTo>
                <a:lnTo>
                  <a:pt x="111160" y="3583484"/>
                </a:lnTo>
                <a:cubicBezTo>
                  <a:pt x="49768" y="3583484"/>
                  <a:pt x="0" y="3533717"/>
                  <a:pt x="0" y="3472325"/>
                </a:cubicBezTo>
                <a:lnTo>
                  <a:pt x="0" y="111160"/>
                </a:lnTo>
                <a:cubicBezTo>
                  <a:pt x="0" y="49809"/>
                  <a:pt x="49809" y="0"/>
                  <a:pt x="111160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8B9A7C">
                <a:alpha val="30196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57349" y="2067594"/>
            <a:ext cx="412267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Целевые направления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80510" y="2549344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3" name="Text 40"/>
          <p:cNvSpPr/>
          <p:nvPr/>
        </p:nvSpPr>
        <p:spPr>
          <a:xfrm>
            <a:off x="7876972" y="2512287"/>
            <a:ext cx="249213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Баллистика и гидроаэродинамика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876972" y="2734633"/>
            <a:ext cx="248286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БПЛА и управление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80510" y="3105211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6" name="Text 43"/>
          <p:cNvSpPr/>
          <p:nvPr/>
        </p:nvSpPr>
        <p:spPr>
          <a:xfrm>
            <a:off x="7876972" y="3068153"/>
            <a:ext cx="223272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Мехатроника и робототехника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876972" y="3290499"/>
            <a:ext cx="222346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Промышленная робототехника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80510" y="3661077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9" name="Text 46"/>
          <p:cNvSpPr/>
          <p:nvPr/>
        </p:nvSpPr>
        <p:spPr>
          <a:xfrm>
            <a:off x="7876972" y="3624019"/>
            <a:ext cx="182509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Прикладная механика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876972" y="3846366"/>
            <a:ext cx="181583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Компьютерный инжиниринг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580510" y="4216943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2" name="Text 49"/>
          <p:cNvSpPr/>
          <p:nvPr/>
        </p:nvSpPr>
        <p:spPr>
          <a:xfrm>
            <a:off x="7876972" y="4179885"/>
            <a:ext cx="260330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 и компьютерные науки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876972" y="4402232"/>
            <a:ext cx="259404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Программирование, ИИ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331297" y="5309912"/>
            <a:ext cx="4482135" cy="1545308"/>
          </a:xfrm>
          <a:custGeom>
            <a:avLst/>
            <a:gdLst/>
            <a:ahLst/>
            <a:cxnLst/>
            <a:rect l="l" t="t" r="r" b="b"/>
            <a:pathLst>
              <a:path w="4482135" h="1545308">
                <a:moveTo>
                  <a:pt x="111169" y="0"/>
                </a:moveTo>
                <a:lnTo>
                  <a:pt x="4370965" y="0"/>
                </a:lnTo>
                <a:cubicBezTo>
                  <a:pt x="4432363" y="0"/>
                  <a:pt x="4482135" y="49772"/>
                  <a:pt x="4482135" y="111169"/>
                </a:cubicBezTo>
                <a:lnTo>
                  <a:pt x="4482135" y="1434139"/>
                </a:lnTo>
                <a:cubicBezTo>
                  <a:pt x="4482135" y="1495536"/>
                  <a:pt x="4432363" y="1545308"/>
                  <a:pt x="4370965" y="1545308"/>
                </a:cubicBezTo>
                <a:lnTo>
                  <a:pt x="111169" y="1545308"/>
                </a:lnTo>
                <a:cubicBezTo>
                  <a:pt x="49772" y="1545308"/>
                  <a:pt x="0" y="1495536"/>
                  <a:pt x="0" y="1434139"/>
                </a:cubicBezTo>
                <a:lnTo>
                  <a:pt x="0" y="111169"/>
                </a:lnTo>
                <a:cubicBezTo>
                  <a:pt x="0" y="49813"/>
                  <a:pt x="49813" y="0"/>
                  <a:pt x="11116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100000">
                <a:srgbClr val="D4A574">
                  <a:alpha val="30000"/>
                </a:srgbClr>
              </a:gs>
            </a:gsLst>
            <a:lin ang="2700000" scaled="1"/>
          </a:gradFill>
          <a:ln w="10160">
            <a:solidFill>
              <a:srgbClr val="4A7C5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85142" y="5554496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62665" y="0"/>
                </a:moveTo>
                <a:lnTo>
                  <a:pt x="159942" y="0"/>
                </a:lnTo>
                <a:cubicBezTo>
                  <a:pt x="171450" y="0"/>
                  <a:pt x="180830" y="9467"/>
                  <a:pt x="180396" y="20932"/>
                </a:cubicBezTo>
                <a:cubicBezTo>
                  <a:pt x="180309" y="23233"/>
                  <a:pt x="180222" y="25535"/>
                  <a:pt x="180092" y="27793"/>
                </a:cubicBezTo>
                <a:lnTo>
                  <a:pt x="201632" y="27793"/>
                </a:lnTo>
                <a:cubicBezTo>
                  <a:pt x="212966" y="27793"/>
                  <a:pt x="222954" y="37174"/>
                  <a:pt x="222086" y="49420"/>
                </a:cubicBezTo>
                <a:cubicBezTo>
                  <a:pt x="218829" y="94454"/>
                  <a:pt x="195813" y="119207"/>
                  <a:pt x="170842" y="132149"/>
                </a:cubicBezTo>
                <a:cubicBezTo>
                  <a:pt x="163981" y="135710"/>
                  <a:pt x="156989" y="138359"/>
                  <a:pt x="150344" y="140313"/>
                </a:cubicBezTo>
                <a:cubicBezTo>
                  <a:pt x="141572" y="152733"/>
                  <a:pt x="132453" y="159290"/>
                  <a:pt x="125200" y="162808"/>
                </a:cubicBezTo>
                <a:lnTo>
                  <a:pt x="125200" y="194553"/>
                </a:lnTo>
                <a:lnTo>
                  <a:pt x="152994" y="194553"/>
                </a:lnTo>
                <a:cubicBezTo>
                  <a:pt x="160680" y="194553"/>
                  <a:pt x="166890" y="200763"/>
                  <a:pt x="166890" y="208450"/>
                </a:cubicBezTo>
                <a:cubicBezTo>
                  <a:pt x="166890" y="216136"/>
                  <a:pt x="160680" y="222347"/>
                  <a:pt x="152994" y="222347"/>
                </a:cubicBezTo>
                <a:lnTo>
                  <a:pt x="69614" y="222347"/>
                </a:lnTo>
                <a:cubicBezTo>
                  <a:pt x="61927" y="222347"/>
                  <a:pt x="55717" y="216136"/>
                  <a:pt x="55717" y="208450"/>
                </a:cubicBezTo>
                <a:cubicBezTo>
                  <a:pt x="55717" y="200763"/>
                  <a:pt x="61927" y="194553"/>
                  <a:pt x="69614" y="194553"/>
                </a:cubicBezTo>
                <a:lnTo>
                  <a:pt x="97407" y="194553"/>
                </a:lnTo>
                <a:lnTo>
                  <a:pt x="97407" y="162808"/>
                </a:lnTo>
                <a:cubicBezTo>
                  <a:pt x="90459" y="159464"/>
                  <a:pt x="81817" y="153254"/>
                  <a:pt x="73392" y="141833"/>
                </a:cubicBezTo>
                <a:cubicBezTo>
                  <a:pt x="65401" y="139748"/>
                  <a:pt x="56716" y="136578"/>
                  <a:pt x="48247" y="131801"/>
                </a:cubicBezTo>
                <a:cubicBezTo>
                  <a:pt x="24753" y="118643"/>
                  <a:pt x="3561" y="93846"/>
                  <a:pt x="521" y="49333"/>
                </a:cubicBezTo>
                <a:cubicBezTo>
                  <a:pt x="-304" y="37130"/>
                  <a:pt x="9641" y="27750"/>
                  <a:pt x="20975" y="27750"/>
                </a:cubicBezTo>
                <a:lnTo>
                  <a:pt x="42515" y="27750"/>
                </a:lnTo>
                <a:cubicBezTo>
                  <a:pt x="42385" y="25492"/>
                  <a:pt x="42298" y="23233"/>
                  <a:pt x="42211" y="20888"/>
                </a:cubicBezTo>
                <a:cubicBezTo>
                  <a:pt x="41777" y="9380"/>
                  <a:pt x="51157" y="-43"/>
                  <a:pt x="62665" y="-43"/>
                </a:cubicBezTo>
                <a:close/>
                <a:moveTo>
                  <a:pt x="44078" y="48638"/>
                </a:moveTo>
                <a:lnTo>
                  <a:pt x="21323" y="48638"/>
                </a:lnTo>
                <a:cubicBezTo>
                  <a:pt x="24015" y="85421"/>
                  <a:pt x="40908" y="103834"/>
                  <a:pt x="58323" y="113605"/>
                </a:cubicBezTo>
                <a:cubicBezTo>
                  <a:pt x="52069" y="97407"/>
                  <a:pt x="46901" y="76258"/>
                  <a:pt x="44078" y="48638"/>
                </a:cubicBezTo>
                <a:close/>
                <a:moveTo>
                  <a:pt x="165023" y="111521"/>
                </a:moveTo>
                <a:cubicBezTo>
                  <a:pt x="182611" y="101185"/>
                  <a:pt x="198505" y="82815"/>
                  <a:pt x="201198" y="48638"/>
                </a:cubicBezTo>
                <a:lnTo>
                  <a:pt x="178485" y="48638"/>
                </a:lnTo>
                <a:cubicBezTo>
                  <a:pt x="175793" y="75085"/>
                  <a:pt x="170929" y="95626"/>
                  <a:pt x="165023" y="111521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6" name="Text 53"/>
          <p:cNvSpPr/>
          <p:nvPr/>
        </p:nvSpPr>
        <p:spPr>
          <a:xfrm>
            <a:off x="7946456" y="5535967"/>
            <a:ext cx="151936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Льготы от олимпиад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557349" y="5906545"/>
            <a:ext cx="4104146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Победители олимпиад получают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баллов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 профильному предмету или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D4A57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зачисление без вступительных испытаний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 ТГУ!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464945" cy="350520"/>
          </a:xfrm>
          <a:custGeom>
            <a:avLst/>
            <a:gdLst/>
            <a:ahLst/>
            <a:cxnLst/>
            <a:rect l="l" t="t" r="r" b="b"/>
            <a:pathLst>
              <a:path w="1464945" h="350520">
                <a:moveTo>
                  <a:pt x="76200" y="0"/>
                </a:moveTo>
                <a:lnTo>
                  <a:pt x="1388745" y="0"/>
                </a:lnTo>
                <a:cubicBezTo>
                  <a:pt x="1430829" y="0"/>
                  <a:pt x="1464945" y="34116"/>
                  <a:pt x="1464945" y="76200"/>
                </a:cubicBezTo>
                <a:lnTo>
                  <a:pt x="1464945" y="274320"/>
                </a:lnTo>
                <a:cubicBezTo>
                  <a:pt x="1464945" y="316404"/>
                  <a:pt x="1430829" y="350520"/>
                  <a:pt x="138874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6250"/>
            <a:ext cx="1223129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Путь развития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154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Мой путь в технологиях</a:t>
            </a:r>
            <a:endParaRPr lang="en-US" sz="1600" dirty="0"/>
          </a:p>
        </p:txBody>
      </p:sp>
      <p:pic>
        <p:nvPicPr>
          <p:cNvPr id="5" name="Image 0" descr="https://kimi-img.moonshot.cn/pub/slides/26-03-18-15:22:48-d6t55i0qf0fvimjmfqug.png">    </p:cNvPr>
          <p:cNvPicPr>
            <a:picLocks noChangeAspect="1"/>
          </p:cNvPicPr>
          <p:nvPr/>
        </p:nvPicPr>
        <p:blipFill>
          <a:blip r:embed="rId1"/>
          <a:srcRect l="50" r="50" t="0" b="0"/>
          <a:stretch/>
        </p:blipFill>
        <p:spPr>
          <a:xfrm>
            <a:off x="381000" y="1577341"/>
            <a:ext cx="11430000" cy="382905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1000" y="5581650"/>
            <a:ext cx="2743200" cy="895350"/>
          </a:xfrm>
          <a:custGeom>
            <a:avLst/>
            <a:gdLst/>
            <a:ahLst/>
            <a:cxnLst/>
            <a:rect l="l" t="t" r="r" b="b"/>
            <a:pathLst>
              <a:path w="2743200" h="895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781050"/>
                </a:lnTo>
                <a:cubicBezTo>
                  <a:pt x="2743200" y="844176"/>
                  <a:pt x="2692026" y="895350"/>
                  <a:pt x="262890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5581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" name="Text 5"/>
          <p:cNvSpPr/>
          <p:nvPr/>
        </p:nvSpPr>
        <p:spPr>
          <a:xfrm>
            <a:off x="4619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00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класс, активная подготовка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76600" y="5581650"/>
            <a:ext cx="2743200" cy="895350"/>
          </a:xfrm>
          <a:custGeom>
            <a:avLst/>
            <a:gdLst/>
            <a:ahLst/>
            <a:cxnLst/>
            <a:rect l="l" t="t" r="r" b="b"/>
            <a:pathLst>
              <a:path w="2743200" h="895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781050"/>
                </a:lnTo>
                <a:cubicBezTo>
                  <a:pt x="2743200" y="844176"/>
                  <a:pt x="2692026" y="895350"/>
                  <a:pt x="262890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1" name="Shape 8"/>
          <p:cNvSpPr/>
          <p:nvPr/>
        </p:nvSpPr>
        <p:spPr>
          <a:xfrm>
            <a:off x="3276600" y="5581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2" name="Text 9"/>
          <p:cNvSpPr/>
          <p:nvPr/>
        </p:nvSpPr>
        <p:spPr>
          <a:xfrm>
            <a:off x="33575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956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класс, углублённая работа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5581650"/>
            <a:ext cx="2743200" cy="895350"/>
          </a:xfrm>
          <a:custGeom>
            <a:avLst/>
            <a:gdLst/>
            <a:ahLst/>
            <a:cxnLst/>
            <a:rect l="l" t="t" r="r" b="b"/>
            <a:pathLst>
              <a:path w="2743200" h="895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781050"/>
                </a:lnTo>
                <a:cubicBezTo>
                  <a:pt x="2743200" y="844176"/>
                  <a:pt x="2692026" y="895350"/>
                  <a:pt x="262890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5581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6" name="Text 13"/>
          <p:cNvSpPr/>
          <p:nvPr/>
        </p:nvSpPr>
        <p:spPr>
          <a:xfrm>
            <a:off x="62531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9A7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912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класс, поступление в ТГУ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67800" y="5581650"/>
            <a:ext cx="2743200" cy="895350"/>
          </a:xfrm>
          <a:custGeom>
            <a:avLst/>
            <a:gdLst/>
            <a:ahLst/>
            <a:cxnLst/>
            <a:rect l="l" t="t" r="r" b="b"/>
            <a:pathLst>
              <a:path w="2743200" h="895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781050"/>
                </a:lnTo>
                <a:cubicBezTo>
                  <a:pt x="2743200" y="844176"/>
                  <a:pt x="2692026" y="895350"/>
                  <a:pt x="262890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036"/>
          </a:solidFill>
          <a:ln/>
        </p:spPr>
      </p:sp>
      <p:sp>
        <p:nvSpPr>
          <p:cNvPr id="19" name="Shape 16"/>
          <p:cNvSpPr/>
          <p:nvPr/>
        </p:nvSpPr>
        <p:spPr>
          <a:xfrm>
            <a:off x="9067800" y="5581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0" name="Text 17"/>
          <p:cNvSpPr/>
          <p:nvPr/>
        </p:nvSpPr>
        <p:spPr>
          <a:xfrm>
            <a:off x="91487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2031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868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Выпуск, инженер-исследователь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esustainabletimes.com/3c1f0cd710d552e7db0819def38aa177e3ce9ba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21" b="2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7C59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53517"/>
            <a:ext cx="2084070" cy="388620"/>
          </a:xfrm>
          <a:custGeom>
            <a:avLst/>
            <a:gdLst/>
            <a:ahLst/>
            <a:cxnLst/>
            <a:rect l="l" t="t" r="r" b="b"/>
            <a:pathLst>
              <a:path w="2084070" h="388620">
                <a:moveTo>
                  <a:pt x="76201" y="0"/>
                </a:moveTo>
                <a:lnTo>
                  <a:pt x="2007869" y="0"/>
                </a:lnTo>
                <a:cubicBezTo>
                  <a:pt x="2049954" y="0"/>
                  <a:pt x="2084070" y="34116"/>
                  <a:pt x="2084070" y="76201"/>
                </a:cubicBezTo>
                <a:lnTo>
                  <a:pt x="2084070" y="312419"/>
                </a:lnTo>
                <a:cubicBezTo>
                  <a:pt x="2084070" y="354504"/>
                  <a:pt x="2049954" y="388620"/>
                  <a:pt x="20078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541148"/>
            <a:ext cx="1769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вызовам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74548"/>
            <a:ext cx="6057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Спасибо за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6E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внимание!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17648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D4A574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360548"/>
            <a:ext cx="5829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новым проектам,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знаниям и достижениям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1919" y="1062992"/>
            <a:ext cx="3122295" cy="2827020"/>
          </a:xfrm>
          <a:custGeom>
            <a:avLst/>
            <a:gdLst/>
            <a:ahLst/>
            <a:cxnLst/>
            <a:rect l="l" t="t" r="r" b="b"/>
            <a:pathLst>
              <a:path w="3122295" h="2827020">
                <a:moveTo>
                  <a:pt x="152405" y="0"/>
                </a:moveTo>
                <a:lnTo>
                  <a:pt x="2969890" y="0"/>
                </a:lnTo>
                <a:cubicBezTo>
                  <a:pt x="3054061" y="0"/>
                  <a:pt x="3122295" y="68234"/>
                  <a:pt x="3122295" y="152405"/>
                </a:cubicBezTo>
                <a:lnTo>
                  <a:pt x="3122295" y="2674615"/>
                </a:lnTo>
                <a:cubicBezTo>
                  <a:pt x="3122295" y="2758786"/>
                  <a:pt x="3054061" y="2827020"/>
                  <a:pt x="2969890" y="2827020"/>
                </a:cubicBezTo>
                <a:lnTo>
                  <a:pt x="152405" y="2827020"/>
                </a:lnTo>
                <a:cubicBezTo>
                  <a:pt x="68234" y="2827020"/>
                  <a:pt x="0" y="2758786"/>
                  <a:pt x="0" y="267461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2C3036">
              <a:alpha val="9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04816" y="140958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28600" y="214313"/>
                </a:lnTo>
                <a:cubicBezTo>
                  <a:pt x="244361" y="214313"/>
                  <a:pt x="257175" y="201498"/>
                  <a:pt x="257175" y="185738"/>
                </a:cubicBez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28575" y="14288"/>
                </a:lnTo>
                <a:close/>
                <a:moveTo>
                  <a:pt x="64294" y="128588"/>
                </a:moveTo>
                <a:lnTo>
                  <a:pt x="92869" y="128588"/>
                </a:lnTo>
                <a:cubicBezTo>
                  <a:pt x="112603" y="128588"/>
                  <a:pt x="128588" y="144572"/>
                  <a:pt x="128588" y="164306"/>
                </a:cubicBezTo>
                <a:cubicBezTo>
                  <a:pt x="128588" y="168235"/>
                  <a:pt x="125373" y="171450"/>
                  <a:pt x="121444" y="171450"/>
                </a:cubicBezTo>
                <a:lnTo>
                  <a:pt x="35719" y="171450"/>
                </a:lnTo>
                <a:cubicBezTo>
                  <a:pt x="31790" y="171450"/>
                  <a:pt x="28575" y="168235"/>
                  <a:pt x="28575" y="164306"/>
                </a:cubicBezTo>
                <a:cubicBezTo>
                  <a:pt x="28575" y="144572"/>
                  <a:pt x="44559" y="128588"/>
                  <a:pt x="64294" y="128588"/>
                </a:cubicBezTo>
                <a:close/>
                <a:moveTo>
                  <a:pt x="53578" y="85725"/>
                </a:moveTo>
                <a:cubicBezTo>
                  <a:pt x="53578" y="71925"/>
                  <a:pt x="64782" y="60722"/>
                  <a:pt x="78581" y="60722"/>
                </a:cubicBezTo>
                <a:cubicBezTo>
                  <a:pt x="92381" y="60722"/>
                  <a:pt x="103584" y="71925"/>
                  <a:pt x="103584" y="85725"/>
                </a:cubicBezTo>
                <a:cubicBezTo>
                  <a:pt x="103584" y="99525"/>
                  <a:pt x="92381" y="110728"/>
                  <a:pt x="78581" y="110728"/>
                </a:cubicBezTo>
                <a:cubicBezTo>
                  <a:pt x="64782" y="110728"/>
                  <a:pt x="53578" y="99525"/>
                  <a:pt x="53578" y="85725"/>
                </a:cubicBezTo>
                <a:close/>
                <a:moveTo>
                  <a:pt x="160734" y="64294"/>
                </a:moveTo>
                <a:lnTo>
                  <a:pt x="210741" y="64294"/>
                </a:lnTo>
                <a:cubicBezTo>
                  <a:pt x="216679" y="64294"/>
                  <a:pt x="221456" y="69071"/>
                  <a:pt x="221456" y="75009"/>
                </a:cubicBezTo>
                <a:cubicBezTo>
                  <a:pt x="221456" y="80948"/>
                  <a:pt x="216679" y="85725"/>
                  <a:pt x="210741" y="85725"/>
                </a:cubicBezTo>
                <a:lnTo>
                  <a:pt x="160734" y="85725"/>
                </a:lnTo>
                <a:cubicBezTo>
                  <a:pt x="154796" y="85725"/>
                  <a:pt x="150019" y="80948"/>
                  <a:pt x="150019" y="75009"/>
                </a:cubicBezTo>
                <a:cubicBezTo>
                  <a:pt x="150019" y="69071"/>
                  <a:pt x="154796" y="64294"/>
                  <a:pt x="160734" y="64294"/>
                </a:cubicBezTo>
                <a:close/>
                <a:moveTo>
                  <a:pt x="160734" y="107156"/>
                </a:moveTo>
                <a:lnTo>
                  <a:pt x="210741" y="107156"/>
                </a:lnTo>
                <a:cubicBezTo>
                  <a:pt x="216679" y="107156"/>
                  <a:pt x="221456" y="111934"/>
                  <a:pt x="221456" y="117872"/>
                </a:cubicBezTo>
                <a:cubicBezTo>
                  <a:pt x="221456" y="123810"/>
                  <a:pt x="216679" y="128588"/>
                  <a:pt x="210741" y="128588"/>
                </a:cubicBezTo>
                <a:lnTo>
                  <a:pt x="160734" y="128588"/>
                </a:lnTo>
                <a:cubicBezTo>
                  <a:pt x="154796" y="128588"/>
                  <a:pt x="150019" y="123810"/>
                  <a:pt x="150019" y="117872"/>
                </a:cubicBezTo>
                <a:cubicBezTo>
                  <a:pt x="150019" y="111934"/>
                  <a:pt x="154796" y="107156"/>
                  <a:pt x="160734" y="10715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8"/>
          <p:cNvSpPr/>
          <p:nvPr/>
        </p:nvSpPr>
        <p:spPr>
          <a:xfrm>
            <a:off x="9276279" y="1371600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Контактная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90529" y="19048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135785" y="20382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4" name="Text 11"/>
          <p:cNvSpPr/>
          <p:nvPr/>
        </p:nvSpPr>
        <p:spPr>
          <a:xfrm>
            <a:off x="9600129" y="1904884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ФИО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0129" y="2095384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Вишкурев Артём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990529" y="25144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111972" y="264783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71438"/>
                </a:move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95213" y="4800"/>
                </a:lnTo>
                <a:cubicBezTo>
                  <a:pt x="102022" y="-1302"/>
                  <a:pt x="112328" y="-1302"/>
                  <a:pt x="119100" y="4800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lose/>
                <a:moveTo>
                  <a:pt x="83344" y="139898"/>
                </a:moveTo>
                <a:lnTo>
                  <a:pt x="83344" y="172641"/>
                </a:lnTo>
                <a:lnTo>
                  <a:pt x="130969" y="172641"/>
                </a:lnTo>
                <a:lnTo>
                  <a:pt x="130969" y="139898"/>
                </a:lnTo>
                <a:cubicBezTo>
                  <a:pt x="130969" y="131676"/>
                  <a:pt x="124309" y="125016"/>
                  <a:pt x="116086" y="125016"/>
                </a:cubicBezTo>
                <a:lnTo>
                  <a:pt x="98227" y="125016"/>
                </a:lnTo>
                <a:cubicBezTo>
                  <a:pt x="90004" y="125016"/>
                  <a:pt x="83344" y="131676"/>
                  <a:pt x="83344" y="139898"/>
                </a:cubicBezTo>
                <a:close/>
                <a:moveTo>
                  <a:pt x="41672" y="142875"/>
                </a:moveTo>
                <a:cubicBezTo>
                  <a:pt x="44946" y="142875"/>
                  <a:pt x="47625" y="140196"/>
                  <a:pt x="47625" y="136922"/>
                </a:cubicBez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lose/>
                <a:moveTo>
                  <a:pt x="47625" y="89297"/>
                </a:move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ubicBezTo>
                  <a:pt x="44946" y="95250"/>
                  <a:pt x="47625" y="92571"/>
                  <a:pt x="47625" y="89297"/>
                </a:cubicBezTo>
                <a:close/>
                <a:moveTo>
                  <a:pt x="184547" y="142875"/>
                </a:moveTo>
                <a:cubicBezTo>
                  <a:pt x="187821" y="142875"/>
                  <a:pt x="190500" y="140196"/>
                  <a:pt x="190500" y="136922"/>
                </a:cubicBez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lose/>
                <a:moveTo>
                  <a:pt x="190500" y="89297"/>
                </a:move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ubicBezTo>
                  <a:pt x="187821" y="95250"/>
                  <a:pt x="190500" y="92571"/>
                  <a:pt x="190500" y="89297"/>
                </a:cubicBezTo>
                <a:close/>
                <a:moveTo>
                  <a:pt x="107156" y="95250"/>
                </a:moveTo>
                <a:cubicBezTo>
                  <a:pt x="120299" y="95250"/>
                  <a:pt x="130969" y="84580"/>
                  <a:pt x="130969" y="71438"/>
                </a:cubicBezTo>
                <a:cubicBezTo>
                  <a:pt x="130969" y="58295"/>
                  <a:pt x="120299" y="47625"/>
                  <a:pt x="107156" y="47625"/>
                </a:cubicBezTo>
                <a:cubicBezTo>
                  <a:pt x="94014" y="47625"/>
                  <a:pt x="83344" y="58295"/>
                  <a:pt x="83344" y="71438"/>
                </a:cubicBezTo>
                <a:cubicBezTo>
                  <a:pt x="83344" y="84580"/>
                  <a:pt x="94014" y="95250"/>
                  <a:pt x="107156" y="9525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8" name="Text 15"/>
          <p:cNvSpPr/>
          <p:nvPr/>
        </p:nvSpPr>
        <p:spPr>
          <a:xfrm>
            <a:off x="9600129" y="2514484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Школа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0129" y="2704984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990529" y="31240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9111972" y="325743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2" name="Text 19"/>
          <p:cNvSpPr/>
          <p:nvPr/>
        </p:nvSpPr>
        <p:spPr>
          <a:xfrm>
            <a:off x="9600129" y="3124084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A7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00129" y="3314584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681210" y="420231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67900" y="43890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6" name="Shape 23"/>
          <p:cNvSpPr/>
          <p:nvPr/>
        </p:nvSpPr>
        <p:spPr>
          <a:xfrm>
            <a:off x="10443210" y="420231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10160">
            <a:solidFill>
              <a:srgbClr val="D4A57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44188" y="43890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8" name="Shape 25"/>
          <p:cNvSpPr/>
          <p:nvPr/>
        </p:nvSpPr>
        <p:spPr>
          <a:xfrm>
            <a:off x="11205210" y="4202312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8B9A7C">
              <a:alpha val="20000"/>
            </a:srgbClr>
          </a:solidFill>
          <a:ln w="10160">
            <a:solidFill>
              <a:srgbClr val="8B9A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391900" y="43890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0" name="Text 27"/>
          <p:cNvSpPr/>
          <p:nvPr/>
        </p:nvSpPr>
        <p:spPr>
          <a:xfrm>
            <a:off x="10136624" y="5112902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dirty="0">
                <a:solidFill>
                  <a:srgbClr val="E8E6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Будущий студент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088999" y="5455802"/>
            <a:ext cx="1724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ТГУ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Вишкурев Артём - Визитка для форума Технологические лидеры</dc:title>
  <dc:subject>Вишкурев Артём - Визитка для форума Технологические лидеры</dc:subject>
  <dc:creator>Kimi</dc:creator>
  <cp:lastModifiedBy>Kimi</cp:lastModifiedBy>
  <cp:revision>1</cp:revision>
  <dcterms:created xsi:type="dcterms:W3CDTF">2026-03-18T07:23:24Z</dcterms:created>
  <dcterms:modified xsi:type="dcterms:W3CDTF">2026-03-18T07:23:24Z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{"Label":"Вишкурев Артём - Визитка для форума Технологические лидеры","ContentProducer":"001191110108MACG2KBH8F10000","ProduceID":"19cffccf-ba02-8741-8000-0000d20b6291","ReservedCode1":"","ContentPropagator":"001191110108MACG2KBH8F20000","PropagateID":"19cffccf-ba02-8741-8000-0000d20b6291","ReservedCode2":""}</vt:lpwstr>
  </property>
</Properties>
</file>