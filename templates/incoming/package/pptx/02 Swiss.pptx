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1491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ЛЕКТОРИЙ «СЕТКА»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005572" y="762000"/>
            <a:ext cx="146292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04 / 2026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182303"/>
            <a:ext cx="16874490" cy="311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2750" b="1" spc="-382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ШВЕЙЦАРСКАЯ ТИПОГРАФИКА</a:t>
            </a:r>
            <a:pPr algn="l" indent="0" marL="0">
              <a:lnSpc>
                <a:spcPct val="79167"/>
              </a:lnSpc>
              <a:buNone/>
            </a:pPr>
            <a:r>
              <a:rPr lang="en-US" sz="12750" b="1" spc="-382" kern="0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952500" y="8404860"/>
            <a:ext cx="6278880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Сетка, порядок и объективность: как один стиль определил графический дизайн XX века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192500" y="8382000"/>
            <a:ext cx="1143000" cy="1143000"/>
          </a:xfrm>
          <a:prstGeom prst="rect">
            <a:avLst/>
          </a:prstGeom>
          <a:solidFill>
            <a:srgbClr val="E3061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СОДЕРЖАНИЕ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60270"/>
            <a:ext cx="16383000" cy="381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272790"/>
            <a:ext cx="8191500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541270"/>
            <a:ext cx="43136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50563" y="2541270"/>
            <a:ext cx="429983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Истоки: Базель и Цюрих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3272790"/>
            <a:ext cx="8191500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2198370"/>
            <a:ext cx="15240" cy="10896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9616440" y="2541270"/>
            <a:ext cx="46029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343436" y="2541270"/>
            <a:ext cx="303520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Модульная сетка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362450"/>
            <a:ext cx="8191500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630930"/>
            <a:ext cx="46029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9496" y="3630930"/>
            <a:ext cx="4144899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Гротески и асимметрия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0" y="4362450"/>
            <a:ext cx="8191500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0" y="3288030"/>
            <a:ext cx="15240" cy="10896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616440" y="3630930"/>
            <a:ext cx="46482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347960" y="3630930"/>
            <a:ext cx="324357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Наследие в цифре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0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254115"/>
            <a:ext cx="180213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52500" y="6810375"/>
            <a:ext cx="16874490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ИСТОКИ: БАЗЕЛЬ И ЦЮРИХ</a:t>
            </a:r>
            <a:endParaRPr lang="en-US" sz="1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ПРИНЦИПА СТИЛЯ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60270"/>
            <a:ext cx="16383000" cy="381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55570"/>
            <a:ext cx="533400" cy="53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3417570"/>
            <a:ext cx="558791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Сетка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52500" y="4057650"/>
            <a:ext cx="523231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Модульная структура задаёт место каждому элементу до того, как он появился</a:t>
            </a:r>
            <a:endParaRPr lang="en-US" sz="202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3921" y="2655570"/>
            <a:ext cx="533400" cy="533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03921" y="3417570"/>
            <a:ext cx="558804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Гротеск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6603921" y="4057650"/>
            <a:ext cx="523244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шрифт без засечек, два-три кегля — иерархия строится размером и весом</a:t>
            </a:r>
            <a:endParaRPr lang="en-US" sz="202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55460" y="2655570"/>
            <a:ext cx="533400" cy="533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255460" y="3417570"/>
            <a:ext cx="558804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Асимметрия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12255460" y="4057650"/>
            <a:ext cx="523244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Флаговый набор и активное пустое поле вместо центральной оси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90850"/>
            <a:ext cx="18021300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149"/>
              </a:lnSpc>
              <a:buNone/>
            </a:pPr>
            <a:r>
              <a:rPr lang="en-US" sz="22500" b="1" spc="-900" kern="0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1957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952500" y="6229350"/>
            <a:ext cx="1079182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Год выпуска Helvetica — шрифта, который стал синонимом нейтральности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ХРОНОЛОГИЯ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350770"/>
            <a:ext cx="3752850" cy="533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670810"/>
            <a:ext cx="412813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1928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" y="3364230"/>
            <a:ext cx="38654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Ян Чихольд издаёт «Новую типографику»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162550" y="2350770"/>
            <a:ext cx="3752850" cy="533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5162550" y="2670810"/>
            <a:ext cx="412813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1957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162550" y="3364230"/>
            <a:ext cx="38654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Helvetica и Univers выходят в один год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2350770"/>
            <a:ext cx="3752850" cy="533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2670810"/>
            <a:ext cx="412813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1961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372600" y="3364230"/>
            <a:ext cx="38654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Мюллер-Брокманн формулирует систему сеток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582650" y="2350770"/>
            <a:ext cx="3752850" cy="533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13582650" y="2670810"/>
            <a:ext cx="412813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1984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3582650" y="3364230"/>
            <a:ext cx="38654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Macintosh переносит стиль на экраны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И ПОСЛЕ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65020"/>
            <a:ext cx="16383000" cy="381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971800"/>
            <a:ext cx="6143625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369820"/>
            <a:ext cx="632793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Критерий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7096125" y="2971800"/>
            <a:ext cx="5119688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7096125" y="236982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8888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Классика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2215813" y="2971800"/>
            <a:ext cx="5119688" cy="15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12215813" y="236982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Свисс-стиль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52500" y="3855720"/>
            <a:ext cx="6143625" cy="152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253740"/>
            <a:ext cx="632793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Композиция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7096125" y="3855720"/>
            <a:ext cx="5119688" cy="152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7096125" y="325374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Центральная ось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2215813" y="3855720"/>
            <a:ext cx="5119688" cy="152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12215813" y="325374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Асимметрия по сетке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52500" y="4739640"/>
            <a:ext cx="6143625" cy="152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137660"/>
            <a:ext cx="632793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Шрифт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7096125" y="4739640"/>
            <a:ext cx="5119688" cy="152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7096125" y="413766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Антиква, курсивы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2215813" y="4739640"/>
            <a:ext cx="5119688" cy="152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12215813" y="413766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гротеск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52500" y="5021580"/>
            <a:ext cx="632793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Иллюстрация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7096125" y="502158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Рисунок, орнамент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2215813" y="5021580"/>
            <a:ext cx="52732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Фотография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3089910"/>
            <a:ext cx="1143000" cy="1143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3737610"/>
            <a:ext cx="14716125" cy="2644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spc="-114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Сетка — это не клетка. Это система, внутри которой свобода становится осмысленной.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6877050"/>
            <a:ext cx="171831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168" kern="0" dirty="0">
                <a:solidFill>
                  <a:srgbClr val="88888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ЙОЗЕФ МЮЛЛЕР-БРОКМАНН — ПО МОТИВАМ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475672"/>
            <a:ext cx="745617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НАСЛЕДИЕ В ИНТЕРФЕЙСАХ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5098732"/>
            <a:ext cx="7456170" cy="175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99"/>
              </a:lnSpc>
              <a:buNone/>
            </a:pPr>
            <a:r>
              <a:rPr lang="en-US" sz="2175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Дизайн-системы, колонки CSS-грида и токены типографики — прямые потомки модульной сетки. Каждый макет из 12 колонок цитирует Цюрих шестидесятых.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5" name="Shape 3"/>
          <p:cNvSpPr/>
          <p:nvPr/>
        </p:nvSpPr>
        <p:spPr>
          <a:xfrm>
            <a:off x="9182100" y="38100"/>
            <a:ext cx="2997160" cy="3378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217360" y="38100"/>
            <a:ext cx="2997160" cy="3378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Shape 5"/>
          <p:cNvSpPr/>
          <p:nvPr/>
        </p:nvSpPr>
        <p:spPr>
          <a:xfrm>
            <a:off x="15252621" y="38100"/>
            <a:ext cx="2997280" cy="3378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182100" y="3454360"/>
            <a:ext cx="2997160" cy="3378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Shape 7"/>
          <p:cNvSpPr/>
          <p:nvPr/>
        </p:nvSpPr>
        <p:spPr>
          <a:xfrm>
            <a:off x="12217360" y="3454360"/>
            <a:ext cx="2997160" cy="33781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15252621" y="3454360"/>
            <a:ext cx="2997280" cy="33781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Shape 9"/>
          <p:cNvSpPr/>
          <p:nvPr/>
        </p:nvSpPr>
        <p:spPr>
          <a:xfrm>
            <a:off x="9182100" y="6870621"/>
            <a:ext cx="2997160" cy="3378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17360" y="6870621"/>
            <a:ext cx="2997160" cy="33782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52621" y="6870621"/>
            <a:ext cx="2997280" cy="337828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254115"/>
            <a:ext cx="180213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52500" y="6810375"/>
            <a:ext cx="16874490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НАСЛЕДИЕ В ЦИФРЕ</a:t>
            </a:r>
            <a:endParaRPr lang="en-US" sz="1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СТИЛЬ В ЦИФРАХ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255520"/>
            <a:ext cx="16383000" cy="381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827020"/>
            <a:ext cx="4033838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16" kern="0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4076700"/>
            <a:ext cx="377713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колонок в классической сетке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191125" y="2827020"/>
            <a:ext cx="4033838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16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2–3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191125" y="4076700"/>
            <a:ext cx="403383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кегля на макет — не больше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429750" y="2827020"/>
            <a:ext cx="4033838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16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429750" y="4076700"/>
            <a:ext cx="403383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гарнитура на всю систему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668375" y="2827020"/>
            <a:ext cx="4033838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16" kern="0" dirty="0">
                <a:solidFill>
                  <a:srgbClr val="E3061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60+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3668375" y="4076700"/>
            <a:ext cx="377713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лет стилю — и он всё ещё норма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0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ЛЕКТОРИЙ «СЕТКА»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408170"/>
            <a:ext cx="18021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2000" b="1" spc="-360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СПАСИБО</a:t>
            </a:r>
            <a:pPr algn="l" indent="0" marL="0">
              <a:lnSpc>
                <a:spcPct val="79167"/>
              </a:lnSpc>
              <a:buNone/>
            </a:pPr>
            <a:r>
              <a:rPr lang="en-US" sz="12000" b="1" spc="-360" kern="0" dirty="0">
                <a:solidFill>
                  <a:srgbClr val="11111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52500" y="9204960"/>
            <a:ext cx="48831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Вопросы — сейчас или в кулуарах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434310" y="9204960"/>
            <a:ext cx="20913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setka.example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2026-08-13T14:38:25Z</dcterms:created>
  <dcterms:modified xsi:type="dcterms:W3CDTF">2026-08-13T14:38:25Z</dcterms:modified>
</cp:coreProperties>
</file>