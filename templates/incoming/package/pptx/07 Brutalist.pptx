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666750"/>
            <a:ext cx="16573500" cy="906780"/>
          </a:xfrm>
          <a:prstGeom prst="rect">
            <a:avLst/>
          </a:prstGeom>
          <a:ln w="4572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3970" y="941070"/>
            <a:ext cx="158419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ФЕСТИВАЛЬ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863840" y="941070"/>
            <a:ext cx="228828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27–29.08.2026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083790" y="941070"/>
            <a:ext cx="211226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ЗАВОД «АРМА»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7250" y="4425315"/>
            <a:ext cx="1823085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581"/>
              </a:lnSpc>
              <a:buNone/>
            </a:pPr>
            <a:r>
              <a:rPr lang="en-US" sz="13500" b="1" spc="-270" kern="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БЕТОН</a:t>
            </a:r>
            <a:pPr algn="l" indent="0" marL="0">
              <a:lnSpc>
                <a:spcPct val="72581"/>
              </a:lnSpc>
              <a:buNone/>
            </a:pPr>
            <a:r>
              <a:rPr lang="en-US" sz="13500" b="1" spc="-270" kern="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*</a:t>
            </a:r>
            <a:endParaRPr lang="en-US" sz="13500" dirty="0"/>
          </a:p>
        </p:txBody>
      </p:sp>
      <p:sp>
        <p:nvSpPr>
          <p:cNvPr id="7" name="Text 5"/>
          <p:cNvSpPr/>
          <p:nvPr/>
        </p:nvSpPr>
        <p:spPr>
          <a:xfrm>
            <a:off x="857250" y="8820150"/>
            <a:ext cx="7848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*музыка, стрит-арт и уличная еда на старом заводе. три дня. без дресс-кода.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3948410" y="8881110"/>
            <a:ext cx="3482340" cy="7391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4329410" y="9071610"/>
            <a:ext cx="282481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ВХОД ПО БРАСЛЕТАМ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ВНУТРИ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57250" y="2209800"/>
            <a:ext cx="8134350" cy="1516380"/>
          </a:xfrm>
          <a:prstGeom prst="rect">
            <a:avLst/>
          </a:prstGeom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88585" dir="2700000">
              <a:srgbClr val="000000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60170" y="2636520"/>
            <a:ext cx="875348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502218" y="2766060"/>
            <a:ext cx="3621024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ТРИ СЦЕНЫ И ЛАЙНАП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96400" y="2209800"/>
            <a:ext cx="8134350" cy="1516380"/>
          </a:xfrm>
          <a:prstGeom prst="rect">
            <a:avLst/>
          </a:prstGeom>
          <a:solidFill>
            <a:srgbClr val="FFD400"/>
          </a:solidFill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88585" dir="2700000">
              <a:srgbClr val="00000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99320" y="2636520"/>
            <a:ext cx="1042273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1108293" y="2766060"/>
            <a:ext cx="3822192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СТРИТ-АРТ ПРОГРАММА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57250" y="4030980"/>
            <a:ext cx="8134350" cy="1516380"/>
          </a:xfrm>
          <a:prstGeom prst="rect">
            <a:avLst/>
          </a:prstGeom>
          <a:solidFill>
            <a:srgbClr val="FFD400"/>
          </a:solidFill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88585" dir="2700000">
              <a:srgbClr val="000000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60170" y="4457700"/>
            <a:ext cx="1040606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667476" y="4587240"/>
            <a:ext cx="341985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ЕДА, МАРКЕТ, КЕМП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296400" y="4030980"/>
            <a:ext cx="8134350" cy="1516380"/>
          </a:xfrm>
          <a:prstGeom prst="rect">
            <a:avLst/>
          </a:prstGeom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88585" dir="2700000">
              <a:srgbClr val="000000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99320" y="4457700"/>
            <a:ext cx="1060371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1126391" y="4587240"/>
            <a:ext cx="3419856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БИЛЕТЫ И ПАРТНЁРЫ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3288030"/>
            <a:ext cx="2125980" cy="701040"/>
          </a:xfrm>
          <a:prstGeom prst="rect">
            <a:avLst/>
          </a:prstGeom>
          <a:ln w="381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0150" y="3459480"/>
            <a:ext cx="151638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57250" y="4370070"/>
            <a:ext cx="17070705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034"/>
              </a:lnSpc>
              <a:buNone/>
            </a:pPr>
            <a:r>
              <a:rPr lang="en-US" sz="11250" b="1" dirty="0">
                <a:solidFill>
                  <a:srgbClr val="FFD4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СЦЕНЫ</a:t>
            </a:r>
            <a:endParaRPr lang="en-US" sz="1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СЦЕНЫ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57250" y="2209800"/>
            <a:ext cx="5245061" cy="3249930"/>
          </a:xfrm>
          <a:prstGeom prst="rect">
            <a:avLst/>
          </a:prstGeom>
          <a:solidFill>
            <a:srgbClr val="FFFFFF"/>
          </a:solidFill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88585" dir="2700000">
              <a:srgbClr val="000000">
                <a:alpha val="10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0170" y="2712720"/>
            <a:ext cx="571500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60170" y="3512820"/>
            <a:ext cx="4663142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ГЛАВНАЯ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360170" y="4213860"/>
            <a:ext cx="43663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Хедлайнеры и живые составы. Цех №1, 12 000 человек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6521411" y="2209800"/>
            <a:ext cx="5245061" cy="3249930"/>
          </a:xfrm>
          <a:prstGeom prst="rect">
            <a:avLst/>
          </a:prstGeom>
          <a:solidFill>
            <a:srgbClr val="FFFFFF"/>
          </a:solidFill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88585" dir="2700000">
              <a:srgbClr val="000000">
                <a:alpha val="10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4331" y="2712720"/>
            <a:ext cx="571500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24331" y="3512820"/>
            <a:ext cx="4663142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ТЕХНО-ДВОР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7024331" y="4213860"/>
            <a:ext cx="43663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Диджеи до рассвета под открытым небом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12185571" y="2209800"/>
            <a:ext cx="5245061" cy="3249930"/>
          </a:xfrm>
          <a:prstGeom prst="rect">
            <a:avLst/>
          </a:prstGeom>
          <a:solidFill>
            <a:srgbClr val="FFFFFF"/>
          </a:solidFill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88585" dir="2700000">
              <a:srgbClr val="000000">
                <a:alpha val="10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88491" y="2712720"/>
            <a:ext cx="571500" cy="571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88491" y="3512820"/>
            <a:ext cx="4663142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ЛОКАЛЬНАЯ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12688491" y="4213860"/>
            <a:ext cx="4366397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72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Молодые группы города — open call открыт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3241358"/>
            <a:ext cx="18230850" cy="239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13"/>
              </a:lnSpc>
              <a:buNone/>
            </a:pPr>
            <a:r>
              <a:rPr lang="en-US" sz="19500" b="1" spc="-390" kern="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48</a:t>
            </a:r>
            <a:pPr algn="l" indent="0" marL="0">
              <a:lnSpc>
                <a:spcPct val="76613"/>
              </a:lnSpc>
              <a:buNone/>
            </a:pPr>
            <a:r>
              <a:rPr lang="en-US" sz="19500" b="1" spc="-390" kern="0" dirty="0">
                <a:solidFill>
                  <a:srgbClr val="FFD4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857250" y="6051232"/>
            <a:ext cx="1177290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НЕПРЕРЫВНОЙ МУЗЫКИ: ТРИ СЦЕНЫ РАБОТАЮТ ПОСМЕННО ВСЕ ТРИ ДНЯ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ТРИ ДНЯ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57250" y="2400300"/>
            <a:ext cx="5245061" cy="91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796540"/>
            <a:ext cx="57695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ПТ 27.08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57250" y="3558540"/>
            <a:ext cx="5402412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92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Открытие, локальная сцена, ночной техно-двор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521411" y="2400300"/>
            <a:ext cx="5245061" cy="91440"/>
          </a:xfrm>
          <a:prstGeom prst="rect">
            <a:avLst/>
          </a:prstGeom>
          <a:solidFill>
            <a:srgbClr val="FFD400"/>
          </a:solidFill>
          <a:ln/>
        </p:spPr>
      </p:sp>
      <p:sp>
        <p:nvSpPr>
          <p:cNvPr id="7" name="Text 5"/>
          <p:cNvSpPr/>
          <p:nvPr/>
        </p:nvSpPr>
        <p:spPr>
          <a:xfrm>
            <a:off x="6521411" y="2796540"/>
            <a:ext cx="57695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СБ 28.08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521411" y="3558540"/>
            <a:ext cx="5402412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92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Хедлайнеры, батл граффити-команд, маркет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2185571" y="2400300"/>
            <a:ext cx="5245061" cy="91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2185571" y="2796540"/>
            <a:ext cx="576956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ВС 29.08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2185571" y="3558540"/>
            <a:ext cx="5402412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892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Дневные концерты, аукцион работ, закрытие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БИЛЕТЫ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57250" y="2171700"/>
            <a:ext cx="16573500" cy="3703320"/>
          </a:xfrm>
          <a:prstGeom prst="rect">
            <a:avLst/>
          </a:prstGeom>
          <a:solidFill>
            <a:srgbClr val="FFFFFF"/>
          </a:solidFill>
          <a:ln w="4572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2970" y="2217420"/>
            <a:ext cx="5244227" cy="8915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1283970" y="2484120"/>
            <a:ext cx="463955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ТИП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147197" y="2217420"/>
            <a:ext cx="3745944" cy="8915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375797" y="248412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ДЕНЬ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893141" y="2217420"/>
            <a:ext cx="3745944" cy="8915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121741" y="248412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ДНЯ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639086" y="2217420"/>
            <a:ext cx="3745944" cy="8915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3867686" y="248412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 КЕМПОМ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02970" y="4000500"/>
            <a:ext cx="5244227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83970" y="3375660"/>
            <a:ext cx="463955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РАННИЙ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147197" y="4000500"/>
            <a:ext cx="3745944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6375797" y="33756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2 500 ₽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893141" y="4000500"/>
            <a:ext cx="3745944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121741" y="33756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5 500 ₽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639086" y="4000500"/>
            <a:ext cx="3745944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3867686" y="33756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7 000 ₽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02970" y="4914900"/>
            <a:ext cx="5244227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1283970" y="4290060"/>
            <a:ext cx="463955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ОБЫЧНЫЙ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147197" y="4914900"/>
            <a:ext cx="3745944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75797" y="42900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3 500 ₽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93141" y="4914900"/>
            <a:ext cx="3745944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10121741" y="42900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7 500 ₽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639086" y="4914900"/>
            <a:ext cx="3745944" cy="228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13867686" y="42900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9 500 ₽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283970" y="5204460"/>
            <a:ext cx="463955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У ВОРОТ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375797" y="52044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4 500 ₽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121741" y="52044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867686" y="5204460"/>
            <a:ext cx="340112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57250" y="6217920"/>
            <a:ext cx="182308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ДО 18 ЛЕТ — БЕСПЛАТНО С ВЗРОСЛЫМ. РАННИЕ — ДО 1 ИЮЛЯ.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366010"/>
            <a:ext cx="2049780" cy="624840"/>
          </a:xfrm>
          <a:prstGeom prst="rect">
            <a:avLst/>
          </a:prstGeom>
          <a:solidFill>
            <a:srgbClr val="FFD400"/>
          </a:solidFill>
          <a:ln/>
        </p:spPr>
      </p:sp>
      <p:sp>
        <p:nvSpPr>
          <p:cNvPr id="3" name="Text 1"/>
          <p:cNvSpPr/>
          <p:nvPr/>
        </p:nvSpPr>
        <p:spPr>
          <a:xfrm>
            <a:off x="1543050" y="2499360"/>
            <a:ext cx="151638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ИЗ ПРЕССЫ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238250" y="3524250"/>
            <a:ext cx="15697200" cy="354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«ЕДИНСТВЕННЫЙ ФЕСТИВАЛЬ, ГДЕ ГРАФФИТИ СОХНЕТ ДОЛЬШЕ, ЧЕМ ИГРАЕТ ХЕДЛАЙНЕР»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38250" y="7562850"/>
            <a:ext cx="1739265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городской журнал, репортаж с «Бетона-2025»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3040380"/>
            <a:ext cx="7652385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СТРИТ-АРТ БАТЛ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57250" y="4907280"/>
            <a:ext cx="765238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49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команд, 12 стен старого цеха, 48 часов. Победителя выбирают зрители — жетоном в урну у стены. Работы остаются на заводе навсегда.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57250" y="6530340"/>
            <a:ext cx="3769995" cy="7162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6720840"/>
            <a:ext cx="304489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ЗАЯВКИ ДО 1 АВГУСТА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FD40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0"/>
            <a:ext cx="45720" cy="10287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2928997" y="3322320"/>
            <a:ext cx="178169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5"/>
              </a:lnSpc>
              <a:buNone/>
            </a:pPr>
            <a:r>
              <a:rPr lang="en-US" sz="90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12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13224510" y="4541520"/>
            <a:ext cx="11049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КОМАНД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928997" y="5372100"/>
            <a:ext cx="178169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645"/>
              </a:lnSpc>
              <a:buNone/>
            </a:pPr>
            <a:r>
              <a:rPr lang="en-US" sz="900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12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13395960" y="6591300"/>
            <a:ext cx="762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СТЕН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3288030"/>
            <a:ext cx="2125980" cy="701040"/>
          </a:xfrm>
          <a:prstGeom prst="rect">
            <a:avLst/>
          </a:prstGeom>
          <a:ln w="38100">
            <a:solidFill>
              <a:srgbClr val="FFD4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00150" y="3459480"/>
            <a:ext cx="151638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РАЗДЕЛ 04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57250" y="4370070"/>
            <a:ext cx="17070705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034"/>
              </a:lnSpc>
              <a:buNone/>
            </a:pPr>
            <a:r>
              <a:rPr lang="en-US" sz="11250" b="1" dirty="0">
                <a:solidFill>
                  <a:srgbClr val="FFD4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ЦИФРЫ И ФАКТЫ</a:t>
            </a:r>
            <a:endParaRPr lang="en-US" sz="1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5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БЕТОН-2025</a:t>
            </a:r>
            <a:endParaRPr lang="en-US" sz="5550" dirty="0"/>
          </a:p>
        </p:txBody>
      </p:sp>
      <p:sp>
        <p:nvSpPr>
          <p:cNvPr id="3" name="Shape 1"/>
          <p:cNvSpPr/>
          <p:nvPr/>
        </p:nvSpPr>
        <p:spPr>
          <a:xfrm>
            <a:off x="857250" y="2247900"/>
            <a:ext cx="3886200" cy="1985010"/>
          </a:xfrm>
          <a:prstGeom prst="rect">
            <a:avLst/>
          </a:prstGeom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61645" dir="2700000">
              <a:srgbClr val="000000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83970" y="2674620"/>
            <a:ext cx="33360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31 000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283970" y="3493770"/>
            <a:ext cx="33360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ГОСТЕЙ ЗА ТРИ ДНЯ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086350" y="2247900"/>
            <a:ext cx="3886200" cy="1985010"/>
          </a:xfrm>
          <a:prstGeom prst="rect">
            <a:avLst/>
          </a:prstGeom>
          <a:solidFill>
            <a:srgbClr val="FFD400"/>
          </a:solidFill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61645" dir="2700000">
              <a:srgbClr val="00000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13070" y="2674620"/>
            <a:ext cx="33360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64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5513070" y="3493770"/>
            <a:ext cx="33360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АРТИСТА В ЛАЙНАПЕ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15450" y="2247900"/>
            <a:ext cx="3886200" cy="1985010"/>
          </a:xfrm>
          <a:prstGeom prst="rect">
            <a:avLst/>
          </a:prstGeom>
          <a:solidFill>
            <a:srgbClr val="FFD400"/>
          </a:solidFill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61645" dir="2700000">
              <a:srgbClr val="000000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42170" y="2674620"/>
            <a:ext cx="33360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40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9742170" y="3493770"/>
            <a:ext cx="33360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ФУДТРАКОВ И ЛАВОК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544550" y="2247900"/>
            <a:ext cx="3886200" cy="1985010"/>
          </a:xfrm>
          <a:prstGeom prst="rect">
            <a:avLst/>
          </a:prstGeom>
          <a:ln w="4572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161645" dir="2700000">
              <a:srgbClr val="000000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971270" y="2674620"/>
            <a:ext cx="33360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</a:t>
            </a:r>
            <a:endParaRPr lang="en-US" sz="4350" dirty="0"/>
          </a:p>
        </p:txBody>
      </p:sp>
      <p:sp>
        <p:nvSpPr>
          <p:cNvPr id="14" name="Text 12"/>
          <p:cNvSpPr/>
          <p:nvPr/>
        </p:nvSpPr>
        <p:spPr>
          <a:xfrm>
            <a:off x="13971270" y="3493770"/>
            <a:ext cx="3336036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ПЛАСТИКОВЫХ СТАКАНОВ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4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666750"/>
            <a:ext cx="16573500" cy="906780"/>
          </a:xfrm>
          <a:prstGeom prst="rect">
            <a:avLst/>
          </a:prstGeom>
          <a:ln w="4572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3970" y="941070"/>
            <a:ext cx="176022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БЕТОН-2026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723870" y="941070"/>
            <a:ext cx="140817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27–29.08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57250" y="3912870"/>
            <a:ext cx="17070705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034"/>
              </a:lnSpc>
              <a:buNone/>
            </a:pPr>
            <a:r>
              <a:rPr lang="en-US" sz="11250" b="1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ДО ВСТРЕЧИ НА ЗАВОДЕ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857250" y="9071610"/>
            <a:ext cx="228828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BETON.EXAMPLE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4441806" y="8881110"/>
            <a:ext cx="2988945" cy="7391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822806" y="9071610"/>
            <a:ext cx="2316614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D4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КУПИТЬ БИЛЕТ →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2026-08-13T14:40:03Z</dcterms:created>
  <dcterms:modified xsi:type="dcterms:W3CDTF">2026-08-13T14:40:03Z</dcterms:modified>
</cp:coreProperties>
</file>