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256"/>
            <p14:sldId id="257"/>
            <p14:sldId id="258"/>
            <p14:sldId id="259"/>
          </p14:sldIdLst>
        </p14:section>
        <p14:section name="Обязательные слайды" id="{248E5CD8-1028-4246-90C7-3263F7F286D3}">
          <p14:sldIdLst/>
        </p14:section>
        <p14:section name="Шаблоны слайдов" id="{24401F80-F81B-49C3-8D55-70A14F0BF8F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28.09.2026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28.09.2026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28.09.2026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28.09.2026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Heets Tech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Задача 4. VK Tech — цифровой дизайнер презентаций · Томск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Текст пишут за час, вёрстку — целый день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Автор написал содержание — дальше специалист подбирает макет, двигает блоки, ищет иконку, перекрашивает диаграмму в корпоративный цвет. Каждую неделю, для каждой презентации.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Gamma, Copilot и другие генераторы делают слайды в своих темах. Чужой шаблон они не разбирают — фирменный стиль остаётся ручной работой.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Читаем чужой шаблон как набор правил — дизайн-система, библиотека макетов, ограничения — и собираем по ним новые слайды. На выходе нативный .pptx, который правят руками.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t>Что уже есть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t>Наше решение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Подход: модель отвечает за смысл, код — за пиксели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Смысл — модели.</a:t>
            </a:r>
          </a:p>
          <a:p>
            <a:r>
              <a:t>Пиксели — коду.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Шаблон разбирается в дизайн-систему и библиотеку паттернов: палитра с провенансом, шкала кеглей, слоты с ёмкостью по метрикам шрифта.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Модель строит план истории и формулировки. Ни один цвет, шрифт или координата от неё не зависят — иначе результат не проверить.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Макет под слайд выбирает венгерский алгоритм по всей колоде сразу, и каждая оценка раскладывается на слагаемые.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Текст укладывается по шкале шаблона: кегль вниз, потом сокращение моделью, потом обрезка — и только потом «не размещено».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Собранный файл проходит чек-лист заказчика; что исправимо — пересобирается по выбору пользователя.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Разбор шаблона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OOXML и рендер пустых макетов: палитра, типографика, сетка, паттерны и препятствия, которых нет в XML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Генерация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Content IR из md, docx, xlsx, csv; план истории моделью, эвристика — запасной путь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t>Вёрстка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Матчер выбирает макет, укладчик считает ёмкость по метрикам шрифта, сборка даёт нативные объекты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Аудит и ремонт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30 проверок: 26 детерминированных и 4 контекстуальные; пользователь выбирает, что чинить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t>Экспорт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t>.pptx, .pdf и .html из одной и той же колоды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пайплайна: пять слоёв с явными границами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t>Палитра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t>Слоты темы и роли с провенансом: accent_primary #0077FF ← theme.accent1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t>Типографика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t>Пары шрифтов и шкала кеглей; ёмкость слота считается по cmap и hmtx самого файла шрифта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t>Сетка и поля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t>Направляющие, безопасная зона и отступы — из макетов шаблона, а не из констант в коде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t>Библиотека паттернов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t>Каждый макет и слайд-пример превращается в слоты с ролями и ёмкостью; архетип определяется с объяснением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t>Зрение по рендеру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t>Пустые макеты рендерятся: логотипы и плашки находятся там, где их не видно в разметке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t>Ограничения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t>Чего в шаблоне нет, сервис говорит прямо: под какие архетипы не нашлось макетов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сервис вытаскивает из чужого шаблона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 запроса до трёх вариантов вёрстки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Структура до вёрстки: состав слайдов, заголовки-выводы и тезисы видны и правятся до сборки.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Три варианта одного контента на одном шаблоне: сжато, сбалансированно, просторно. Ось различий — плотность.</a:t>
            </a:r>
          </a:p>
        </p:txBody>
      </p:sp>
      <p:pic>
        <p:nvPicPr>
          <p:cNvPr id="5" name="Picture Placeholder 4" descr="04-структура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1850346" y="1577998"/>
            <a:ext cx="2842280" cy="2283975"/>
          </a:xfrm>
        </p:spPr>
      </p:pic>
      <p:pic>
        <p:nvPicPr>
          <p:cNvPr id="6" name="Picture Placeholder 5" descr="02-колода-варианты.png"/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/>
          <a:stretch>
            <a:fillRect/>
          </a:stretch>
        </p:blipFill>
        <p:spPr>
          <a:xfrm>
            <a:off x="6886184" y="1577998"/>
            <a:ext cx="4060400" cy="228397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06-схема-процесса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4162940" y="1395692"/>
            <a:ext cx="3866121" cy="2173949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— это объекты, а не картинка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Схема процесса собирается из фигур в цветах темы: карточки, номера, стрелки, пиктограммы. Всё правится в PowerPoint.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Таблицы и графики вставляются нативными объектами и берут акценты темы шаблона.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Пиктограммы — свой набор из 34 контуров, переведённых в custGeom; подбираются по смыслу тезиса.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Один контент, три шаблона организаторов</a:t>
            </a:r>
          </a:p>
        </p:txBody>
      </p:sp>
      <p:pic>
        <p:nvPicPr>
          <p:cNvPr id="4" name="Picture 3" descr="05-три-шаблон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92" y="2427503"/>
            <a:ext cx="11561229" cy="2338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03-аудит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4925938" y="1264478"/>
            <a:ext cx="2340125" cy="243637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Аудит — часть конвейера, а не внешняя проверка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Детерминированные проверки: границы и поля, шкала кеглей, палитра, плотность, заглушки, дубли, цифры не из исходных материалов.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Контекстуальные — вопросы модели: вывод ли в заголовке, о том ли слайд, одна ли мысль, связаны ли соседи. Помечены отдельно.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Пользователь отмечает, что чинить: слайд пересобирается ужатым бюджетом или на макете с бо́льшим числом мест.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Технологии: только открытые веса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Открытые веса.</a:t>
            </a:r>
          </a:p>
          <a:p>
            <a:r>
              <a:t>Запуск одним файлом.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Модель: Qwen3-4B-Instruct, Apache 2.0, через OpenAI-совместимый endpoint. Переключение на инференс организаторов — три строки в .env.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Бэкенд: Python 3.11, FastAPI, python-pptx и lxml, fontTools, OpenCV и scikit-image для зрения по рендеру.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Фронтенд: React 18, TypeScript, Vite, Tailwind. API отделён от интерфейса — сервис встраивается в портал.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Рендер и PDF: PowerPoint COM как эталон, LibreOffice как переносимый запасной путь.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Промпты и конфиги агентов — отдельные версионированные файлы; версия каждого попадает в отчёт сборки.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уже работает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9 колод для сдачи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три шаблона организаторов × три варианта вёрстки на одном контенте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30 проверок аудита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t>26 детерминированных и 4 контекстуальные по Приложению 1 ТЗ; 6 из них чинятся пересборкой по выбору пользователя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t>6 минут 37 секунд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живой прогон от чужого шаблона до готовой презентации на ноутбуке с локальной 4B-моделью, без монтажных склеек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665 автотестов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t>628 на бэкенде и 37 на интерфейсе, включая линтер, который запрещает цвета, шрифты и координаты в коде генерации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дальше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Готово</a:t>
            </a:r>
          </a:p>
          <a:p>
            <a:r>
              <a:t>к пилоту.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Инференс организаторов вместо локальной 4B: те же промпты, меняются три строки в .env — качество заголовков вырастет сразу.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Библиотека фирменных схем: к схеме процесса добавить цикл, воронку и сравнение — теми же нативными фигурами.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Генерация изображений внутри слайда — задача со звёздочкой, модель до 20B подключается тем же адаптером.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Массовый режим: один контент через все шаблоны компании одной командой — в CLI это уже есть.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Встраивание в корпоративный портал: HTTP API готов, интерфейс подключается к нему как обычный клиент.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 команде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Капитан: Туранов Тимур Эшанкулович — backend, frontend и iOS разработчик, младший научный сотрудник и аспирант ТГУ.</a:t>
            </a:r>
          </a:p>
          <a:p>
            <a:r>
              <a:t>Участников: 2. Город: Томск.</a:t>
            </a:r>
          </a:p>
          <a:p>
            <a:r>
              <a:t>Роли закрыты внутри команды: разбор OOXML и сборка, интерфейс, работа с моделью и данными.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Уникальность решения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t>Мы не генерируем слайды в своей теме, а читаем чужой шаблон как набор правил и собираем по ним нативный .pptx.</a:t>
            </a:r>
          </a:p>
          <a:p>
            <a:r>
              <a:t>Оформление целиком приходит из шаблона: в коде генерации нет ни одного цвета, шрифта и координаты — это проверяется тестом.</a:t>
            </a:r>
          </a:p>
          <a:p>
            <a:r>
              <a:t>Аудит встроен в конвейер, и пользователь сам выбирает, какие находки чинить.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 «Heets Tech», Томск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Кто делал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Туранов Тимур Эшанкулович — капитан</a:t>
            </a:r>
          </a:p>
          <a:p>
            <a:r>
              <a:t>Backend, frontend, iOS разработчик</a:t>
            </a:r>
          </a:p>
          <a:p>
            <a:r>
              <a:t>@homiekrip · +7 952 887-41-93</a:t>
            </a:r>
          </a:p>
          <a:p>
            <a:r>
              <a:t>Младший научный сотрудник и аспирант ТГУ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Протасова Ксения Дмитриевна</a:t>
            </a:r>
          </a:p>
          <a:p>
            <a:r>
              <a:t>Backend developer, data scientist, frontend developer</a:t>
            </a:r>
          </a:p>
          <a:p>
            <a:r>
              <a:t>@grapesfromtheyard · +7 953 929-44-43</a:t>
            </a:r>
          </a:p>
          <a:p>
            <a:r>
              <a:t>Самозанятость</a:t>
            </a:r>
          </a:p>
        </p:txBody>
      </p:sp>
      <p:pic>
        <p:nvPicPr>
          <p:cNvPr id="5" name="Picture Placeholder 4" descr="10-туранов.jp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2129498" y="1577998"/>
            <a:ext cx="2283975" cy="2283975"/>
          </a:xfrm>
        </p:spPr>
      </p:pic>
      <p:pic>
        <p:nvPicPr>
          <p:cNvPr id="6" name="Picture Placeholder 5" descr="11-протасова.jpg"/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/>
          <a:stretch>
            <a:fillRect/>
          </a:stretch>
        </p:blipFill>
        <p:spPr>
          <a:xfrm>
            <a:off x="7774396" y="1577998"/>
            <a:ext cx="2283975" cy="2283975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Сервис читает чужой шаблон как набор правил и собирает по ним новые слайды — нативные и редактируемые, а не картинки.</a:t>
            </a:r>
          </a:p>
          <a:p>
            <a:r>
              <a:t>Смысл доверен модели с открытыми весами, вёрстка и проверки — детерминированные и воспроизводимые.</a:t>
            </a:r>
          </a:p>
          <a:p>
            <a:r>
              <a:t>Аудит встроен в конвейер: находки с номерами слайдов, ремонт по выбору пользователя.</a:t>
            </a:r>
          </a:p>
          <a:p>
            <a:r>
              <a:t>Три варианта вёрстки, экспорт в .pptx, .pdf и .html, запуск одним файлом и открытый репозиторий.</a:t>
            </a:r>
          </a:p>
          <a:p>
            <a:r>
              <a:t>Демо: живой прогон 6:37 без монтажных склеек.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1163</Words>
  <Application>Microsoft Office PowerPoint</Application>
  <PresentationFormat>Широкоэкранный</PresentationFormat>
  <Paragraphs>108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Montserrat</vt:lpstr>
      <vt:lpstr>Calibri</vt:lpstr>
      <vt:lpstr>Arial</vt:lpstr>
      <vt:lpstr>Wingdings</vt:lpstr>
      <vt:lpstr>Для Академия инноваторов 16_9</vt:lpstr>
      <vt:lpstr>Heets Tech</vt:lpstr>
      <vt:lpstr>Текст пишут за час, вёрстку — целый день</vt:lpstr>
      <vt:lpstr>Подход: модель отвечает за смысл, код — за пиксели</vt:lpstr>
      <vt:lpstr>Архитектура пайплайна: пять слоёв с явными границами</vt:lpstr>
      <vt:lpstr>Что сервис вытаскивает из чужого шаблона</vt:lpstr>
      <vt:lpstr>От запроса до трёх вариантов вёрстки</vt:lpstr>
      <vt:lpstr>Слайд — это объекты, а не картинка</vt:lpstr>
      <vt:lpstr>Один контент, три шаблона организаторов</vt:lpstr>
      <vt:lpstr>Аудит — часть конвейера, а не внешняя проверка</vt:lpstr>
      <vt:lpstr>Технологии: только открытые веса</vt:lpstr>
      <vt:lpstr>Что уже работает</vt:lpstr>
      <vt:lpstr>Что дальше</vt:lpstr>
      <vt:lpstr>Команда «Heets Tech», Томск</vt:lpstr>
      <vt:lpstr>Кто делал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Руслан Тлеуленов</cp:lastModifiedBy>
  <cp:revision>96</cp:revision>
  <dcterms:created xsi:type="dcterms:W3CDTF">2023-05-15T07:36:23Z</dcterms:created>
  <dcterms:modified xsi:type="dcterms:W3CDTF">2026-09-28T14:34:42Z</dcterms:modified>
</cp:coreProperties>
</file>